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56" r:id="rId2"/>
    <p:sldId id="260" r:id="rId3"/>
    <p:sldId id="268" r:id="rId4"/>
    <p:sldId id="277" r:id="rId5"/>
    <p:sldId id="280" r:id="rId6"/>
    <p:sldId id="263" r:id="rId7"/>
    <p:sldId id="286" r:id="rId8"/>
    <p:sldId id="289" r:id="rId9"/>
    <p:sldId id="278" r:id="rId10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2"/>
      <p:bold r:id="rId13"/>
      <p:italic r:id="rId14"/>
      <p:boldItalic r:id="rId15"/>
    </p:embeddedFont>
    <p:embeddedFont>
      <p:font typeface="Poppins ExtraBold" panose="00000900000000000000" pitchFamily="2" charset="0"/>
      <p:bold r:id="rId16"/>
      <p:boldItalic r:id="rId17"/>
    </p:embeddedFont>
    <p:embeddedFont>
      <p:font typeface="Poppins Medium" panose="00000600000000000000" pitchFamily="2" charset="0"/>
      <p:regular r:id="rId18"/>
      <p:bold r:id="rId19"/>
      <p:italic r:id="rId20"/>
      <p:boldItalic r:id="rId21"/>
    </p:embeddedFont>
    <p:embeddedFont>
      <p:font typeface="Poppins SemiBold" panose="000007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9BEA9C-EE41-4C53-B790-F77A574E9D0D}">
  <a:tblStyle styleId="{409BEA9C-EE41-4C53-B790-F77A574E9D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7213F80-3E1C-4C36-99B2-81B008917A7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1" d="100"/>
          <a:sy n="101" d="100"/>
        </p:scale>
        <p:origin x="200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ad79ed1032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ad79ed1032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ace8169b2c_1_1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ace8169b2c_1_1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ace8169b2c_1_2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ace8169b2c_1_2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ad79ed1032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7" name="Google Shape;1817;gad79ed1032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ace8169b2c_1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ace8169b2c_1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gad7caeb9cf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8" name="Google Shape;2208;gad7caeb9cf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gad7caeb9cf_0_7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5" name="Google Shape;2515;gad7caeb9cf_0_7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ad79ed10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ad79ed103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485500" y="-58750"/>
            <a:ext cx="6658613" cy="5342109"/>
          </a:xfrm>
          <a:custGeom>
            <a:avLst/>
            <a:gdLst/>
            <a:ahLst/>
            <a:cxnLst/>
            <a:rect l="l" t="t" r="r" b="b"/>
            <a:pathLst>
              <a:path w="244892" h="209803" extrusionOk="0">
                <a:moveTo>
                  <a:pt x="244892" y="0"/>
                </a:moveTo>
                <a:lnTo>
                  <a:pt x="0" y="442"/>
                </a:lnTo>
                <a:cubicBezTo>
                  <a:pt x="0" y="442"/>
                  <a:pt x="31537" y="13225"/>
                  <a:pt x="35069" y="44551"/>
                </a:cubicBezTo>
                <a:cubicBezTo>
                  <a:pt x="38580" y="75877"/>
                  <a:pt x="30822" y="98374"/>
                  <a:pt x="47389" y="119125"/>
                </a:cubicBezTo>
                <a:cubicBezTo>
                  <a:pt x="63935" y="139897"/>
                  <a:pt x="83971" y="148327"/>
                  <a:pt x="78715" y="179654"/>
                </a:cubicBezTo>
                <a:cubicBezTo>
                  <a:pt x="76318" y="193824"/>
                  <a:pt x="82794" y="203390"/>
                  <a:pt x="90594" y="209593"/>
                </a:cubicBezTo>
                <a:lnTo>
                  <a:pt x="244892" y="209803"/>
                </a:lnTo>
                <a:lnTo>
                  <a:pt x="2448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753150" y="782050"/>
            <a:ext cx="3761100" cy="22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8D00"/>
              </a:buClr>
              <a:buSzPts val="5000"/>
              <a:buNone/>
              <a:defRPr sz="35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086225" y="3080875"/>
            <a:ext cx="2427900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28812" y="-96"/>
            <a:ext cx="9201623" cy="5143690"/>
            <a:chOff x="234900" y="858250"/>
            <a:chExt cx="7138575" cy="3990450"/>
          </a:xfrm>
        </p:grpSpPr>
        <p:sp>
          <p:nvSpPr>
            <p:cNvPr id="14" name="Google Shape;14;p2"/>
            <p:cNvSpPr/>
            <p:nvPr/>
          </p:nvSpPr>
          <p:spPr>
            <a:xfrm>
              <a:off x="5679650" y="3937000"/>
              <a:ext cx="336950" cy="205775"/>
            </a:xfrm>
            <a:custGeom>
              <a:avLst/>
              <a:gdLst/>
              <a:ahLst/>
              <a:cxnLst/>
              <a:rect l="l" t="t" r="r" b="b"/>
              <a:pathLst>
                <a:path w="13478" h="8231" extrusionOk="0">
                  <a:moveTo>
                    <a:pt x="7782" y="418"/>
                  </a:moveTo>
                  <a:cubicBezTo>
                    <a:pt x="9514" y="418"/>
                    <a:pt x="10942" y="1829"/>
                    <a:pt x="10942" y="3578"/>
                  </a:cubicBezTo>
                  <a:cubicBezTo>
                    <a:pt x="10942" y="3674"/>
                    <a:pt x="11022" y="3771"/>
                    <a:pt x="11135" y="3771"/>
                  </a:cubicBezTo>
                  <a:cubicBezTo>
                    <a:pt x="12242" y="3819"/>
                    <a:pt x="13076" y="4717"/>
                    <a:pt x="13076" y="5824"/>
                  </a:cubicBezTo>
                  <a:cubicBezTo>
                    <a:pt x="13076" y="6947"/>
                    <a:pt x="12162" y="7862"/>
                    <a:pt x="11038" y="7862"/>
                  </a:cubicBezTo>
                  <a:lnTo>
                    <a:pt x="2439" y="7862"/>
                  </a:lnTo>
                  <a:cubicBezTo>
                    <a:pt x="1316" y="7830"/>
                    <a:pt x="386" y="6915"/>
                    <a:pt x="386" y="5792"/>
                  </a:cubicBezTo>
                  <a:cubicBezTo>
                    <a:pt x="386" y="4765"/>
                    <a:pt x="1156" y="3915"/>
                    <a:pt x="2150" y="3771"/>
                  </a:cubicBezTo>
                  <a:cubicBezTo>
                    <a:pt x="2247" y="3755"/>
                    <a:pt x="2343" y="3642"/>
                    <a:pt x="2343" y="3546"/>
                  </a:cubicBezTo>
                  <a:cubicBezTo>
                    <a:pt x="2343" y="2712"/>
                    <a:pt x="3017" y="2022"/>
                    <a:pt x="3851" y="2022"/>
                  </a:cubicBezTo>
                  <a:cubicBezTo>
                    <a:pt x="4140" y="2022"/>
                    <a:pt x="4413" y="2102"/>
                    <a:pt x="4685" y="2263"/>
                  </a:cubicBezTo>
                  <a:cubicBezTo>
                    <a:pt x="4706" y="2293"/>
                    <a:pt x="4739" y="2304"/>
                    <a:pt x="4777" y="2304"/>
                  </a:cubicBezTo>
                  <a:cubicBezTo>
                    <a:pt x="4799" y="2304"/>
                    <a:pt x="4822" y="2301"/>
                    <a:pt x="4846" y="2295"/>
                  </a:cubicBezTo>
                  <a:cubicBezTo>
                    <a:pt x="4894" y="2263"/>
                    <a:pt x="4942" y="2230"/>
                    <a:pt x="4958" y="2182"/>
                  </a:cubicBezTo>
                  <a:cubicBezTo>
                    <a:pt x="5487" y="1107"/>
                    <a:pt x="6562" y="418"/>
                    <a:pt x="7782" y="418"/>
                  </a:cubicBezTo>
                  <a:close/>
                  <a:moveTo>
                    <a:pt x="7814" y="0"/>
                  </a:moveTo>
                  <a:cubicBezTo>
                    <a:pt x="6514" y="0"/>
                    <a:pt x="5343" y="690"/>
                    <a:pt x="4717" y="1813"/>
                  </a:cubicBezTo>
                  <a:cubicBezTo>
                    <a:pt x="4461" y="1685"/>
                    <a:pt x="4172" y="1605"/>
                    <a:pt x="3883" y="1605"/>
                  </a:cubicBezTo>
                  <a:cubicBezTo>
                    <a:pt x="2856" y="1605"/>
                    <a:pt x="2038" y="2391"/>
                    <a:pt x="1958" y="3386"/>
                  </a:cubicBezTo>
                  <a:cubicBezTo>
                    <a:pt x="835" y="3626"/>
                    <a:pt x="1" y="4621"/>
                    <a:pt x="1" y="5776"/>
                  </a:cubicBezTo>
                  <a:cubicBezTo>
                    <a:pt x="1" y="7124"/>
                    <a:pt x="1108" y="8231"/>
                    <a:pt x="2455" y="8231"/>
                  </a:cubicBezTo>
                  <a:lnTo>
                    <a:pt x="11055" y="8231"/>
                  </a:lnTo>
                  <a:cubicBezTo>
                    <a:pt x="12386" y="8231"/>
                    <a:pt x="13477" y="7140"/>
                    <a:pt x="13477" y="5792"/>
                  </a:cubicBezTo>
                  <a:cubicBezTo>
                    <a:pt x="13477" y="4557"/>
                    <a:pt x="12563" y="3514"/>
                    <a:pt x="11343" y="3370"/>
                  </a:cubicBezTo>
                  <a:cubicBezTo>
                    <a:pt x="11231" y="1509"/>
                    <a:pt x="9691" y="0"/>
                    <a:pt x="781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757950" y="956925"/>
              <a:ext cx="238675" cy="146425"/>
            </a:xfrm>
            <a:custGeom>
              <a:avLst/>
              <a:gdLst/>
              <a:ahLst/>
              <a:cxnLst/>
              <a:rect l="l" t="t" r="r" b="b"/>
              <a:pathLst>
                <a:path w="9547" h="5857" extrusionOk="0">
                  <a:moveTo>
                    <a:pt x="5536" y="402"/>
                  </a:moveTo>
                  <a:cubicBezTo>
                    <a:pt x="6723" y="402"/>
                    <a:pt x="7653" y="1364"/>
                    <a:pt x="7653" y="2519"/>
                  </a:cubicBezTo>
                  <a:cubicBezTo>
                    <a:pt x="7653" y="2632"/>
                    <a:pt x="7734" y="2728"/>
                    <a:pt x="7862" y="2728"/>
                  </a:cubicBezTo>
                  <a:cubicBezTo>
                    <a:pt x="8584" y="2776"/>
                    <a:pt x="9162" y="3354"/>
                    <a:pt x="9162" y="4092"/>
                  </a:cubicBezTo>
                  <a:cubicBezTo>
                    <a:pt x="9162" y="4830"/>
                    <a:pt x="8568" y="5455"/>
                    <a:pt x="7798" y="5455"/>
                  </a:cubicBezTo>
                  <a:lnTo>
                    <a:pt x="1798" y="5455"/>
                  </a:lnTo>
                  <a:cubicBezTo>
                    <a:pt x="1060" y="5455"/>
                    <a:pt x="434" y="4846"/>
                    <a:pt x="434" y="4092"/>
                  </a:cubicBezTo>
                  <a:cubicBezTo>
                    <a:pt x="418" y="3434"/>
                    <a:pt x="915" y="2840"/>
                    <a:pt x="1605" y="2744"/>
                  </a:cubicBezTo>
                  <a:cubicBezTo>
                    <a:pt x="1701" y="2728"/>
                    <a:pt x="1782" y="2632"/>
                    <a:pt x="1782" y="2519"/>
                  </a:cubicBezTo>
                  <a:cubicBezTo>
                    <a:pt x="1782" y="1958"/>
                    <a:pt x="2231" y="1525"/>
                    <a:pt x="2792" y="1525"/>
                  </a:cubicBezTo>
                  <a:cubicBezTo>
                    <a:pt x="2969" y="1525"/>
                    <a:pt x="3161" y="1589"/>
                    <a:pt x="3322" y="1685"/>
                  </a:cubicBezTo>
                  <a:cubicBezTo>
                    <a:pt x="3350" y="1704"/>
                    <a:pt x="3384" y="1712"/>
                    <a:pt x="3416" y="1712"/>
                  </a:cubicBezTo>
                  <a:cubicBezTo>
                    <a:pt x="3440" y="1712"/>
                    <a:pt x="3462" y="1708"/>
                    <a:pt x="3482" y="1701"/>
                  </a:cubicBezTo>
                  <a:cubicBezTo>
                    <a:pt x="3546" y="1685"/>
                    <a:pt x="3594" y="1637"/>
                    <a:pt x="3610" y="1605"/>
                  </a:cubicBezTo>
                  <a:cubicBezTo>
                    <a:pt x="3963" y="867"/>
                    <a:pt x="4717" y="402"/>
                    <a:pt x="5536" y="402"/>
                  </a:cubicBezTo>
                  <a:close/>
                  <a:moveTo>
                    <a:pt x="5504" y="1"/>
                  </a:moveTo>
                  <a:cubicBezTo>
                    <a:pt x="4605" y="1"/>
                    <a:pt x="3787" y="482"/>
                    <a:pt x="3322" y="1252"/>
                  </a:cubicBezTo>
                  <a:cubicBezTo>
                    <a:pt x="3145" y="1172"/>
                    <a:pt x="2969" y="1124"/>
                    <a:pt x="2760" y="1124"/>
                  </a:cubicBezTo>
                  <a:cubicBezTo>
                    <a:pt x="2038" y="1124"/>
                    <a:pt x="1445" y="1669"/>
                    <a:pt x="1364" y="2391"/>
                  </a:cubicBezTo>
                  <a:cubicBezTo>
                    <a:pt x="578" y="2568"/>
                    <a:pt x="1" y="3290"/>
                    <a:pt x="1" y="4108"/>
                  </a:cubicBezTo>
                  <a:cubicBezTo>
                    <a:pt x="17" y="5070"/>
                    <a:pt x="819" y="5857"/>
                    <a:pt x="1782" y="5857"/>
                  </a:cubicBezTo>
                  <a:lnTo>
                    <a:pt x="7782" y="5857"/>
                  </a:lnTo>
                  <a:cubicBezTo>
                    <a:pt x="8760" y="5857"/>
                    <a:pt x="9547" y="5070"/>
                    <a:pt x="9547" y="4092"/>
                  </a:cubicBezTo>
                  <a:cubicBezTo>
                    <a:pt x="9547" y="3209"/>
                    <a:pt x="8905" y="2471"/>
                    <a:pt x="8038" y="2343"/>
                  </a:cubicBezTo>
                  <a:cubicBezTo>
                    <a:pt x="7942" y="1043"/>
                    <a:pt x="6851" y="1"/>
                    <a:pt x="550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95700" y="858675"/>
              <a:ext cx="141225" cy="69800"/>
            </a:xfrm>
            <a:custGeom>
              <a:avLst/>
              <a:gdLst/>
              <a:ahLst/>
              <a:cxnLst/>
              <a:rect l="l" t="t" r="r" b="b"/>
              <a:pathLst>
                <a:path w="5649" h="2792" extrusionOk="0">
                  <a:moveTo>
                    <a:pt x="1" y="0"/>
                  </a:moveTo>
                  <a:cubicBezTo>
                    <a:pt x="17" y="1540"/>
                    <a:pt x="1284" y="2792"/>
                    <a:pt x="2824" y="2792"/>
                  </a:cubicBezTo>
                  <a:cubicBezTo>
                    <a:pt x="4381" y="2792"/>
                    <a:pt x="5632" y="1540"/>
                    <a:pt x="5648" y="0"/>
                  </a:cubicBezTo>
                  <a:lnTo>
                    <a:pt x="5247" y="0"/>
                  </a:lnTo>
                  <a:cubicBezTo>
                    <a:pt x="5231" y="1332"/>
                    <a:pt x="4156" y="2390"/>
                    <a:pt x="2824" y="2390"/>
                  </a:cubicBezTo>
                  <a:cubicBezTo>
                    <a:pt x="1509" y="2390"/>
                    <a:pt x="418" y="1332"/>
                    <a:pt x="40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21100" y="954925"/>
              <a:ext cx="291225" cy="150425"/>
            </a:xfrm>
            <a:custGeom>
              <a:avLst/>
              <a:gdLst/>
              <a:ahLst/>
              <a:cxnLst/>
              <a:rect l="l" t="t" r="r" b="b"/>
              <a:pathLst>
                <a:path w="11649" h="6017" extrusionOk="0">
                  <a:moveTo>
                    <a:pt x="5808" y="402"/>
                  </a:moveTo>
                  <a:cubicBezTo>
                    <a:pt x="8744" y="402"/>
                    <a:pt x="11135" y="2728"/>
                    <a:pt x="11231" y="5616"/>
                  </a:cubicBezTo>
                  <a:lnTo>
                    <a:pt x="402" y="5616"/>
                  </a:lnTo>
                  <a:cubicBezTo>
                    <a:pt x="498" y="2728"/>
                    <a:pt x="2889" y="402"/>
                    <a:pt x="5808" y="402"/>
                  </a:cubicBezTo>
                  <a:close/>
                  <a:moveTo>
                    <a:pt x="5825" y="0"/>
                  </a:moveTo>
                  <a:cubicBezTo>
                    <a:pt x="2616" y="0"/>
                    <a:pt x="17" y="2616"/>
                    <a:pt x="17" y="5824"/>
                  </a:cubicBezTo>
                  <a:cubicBezTo>
                    <a:pt x="1" y="5937"/>
                    <a:pt x="81" y="6017"/>
                    <a:pt x="193" y="6017"/>
                  </a:cubicBezTo>
                  <a:lnTo>
                    <a:pt x="11440" y="6017"/>
                  </a:lnTo>
                  <a:cubicBezTo>
                    <a:pt x="11568" y="6017"/>
                    <a:pt x="11648" y="5937"/>
                    <a:pt x="11648" y="5824"/>
                  </a:cubicBezTo>
                  <a:cubicBezTo>
                    <a:pt x="11648" y="2616"/>
                    <a:pt x="9033" y="0"/>
                    <a:pt x="582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59775" y="3789800"/>
              <a:ext cx="304850" cy="304850"/>
            </a:xfrm>
            <a:custGeom>
              <a:avLst/>
              <a:gdLst/>
              <a:ahLst/>
              <a:cxnLst/>
              <a:rect l="l" t="t" r="r" b="b"/>
              <a:pathLst>
                <a:path w="12194" h="12194" extrusionOk="0">
                  <a:moveTo>
                    <a:pt x="6081" y="1765"/>
                  </a:moveTo>
                  <a:cubicBezTo>
                    <a:pt x="6643" y="3867"/>
                    <a:pt x="8295" y="5552"/>
                    <a:pt x="10413" y="6097"/>
                  </a:cubicBezTo>
                  <a:cubicBezTo>
                    <a:pt x="8295" y="6642"/>
                    <a:pt x="6611" y="8311"/>
                    <a:pt x="6081" y="10429"/>
                  </a:cubicBezTo>
                  <a:cubicBezTo>
                    <a:pt x="5536" y="8311"/>
                    <a:pt x="3867" y="6642"/>
                    <a:pt x="1749" y="6097"/>
                  </a:cubicBezTo>
                  <a:cubicBezTo>
                    <a:pt x="3851" y="5535"/>
                    <a:pt x="5536" y="3867"/>
                    <a:pt x="6081" y="1765"/>
                  </a:cubicBezTo>
                  <a:close/>
                  <a:moveTo>
                    <a:pt x="6097" y="0"/>
                  </a:moveTo>
                  <a:cubicBezTo>
                    <a:pt x="5985" y="0"/>
                    <a:pt x="5905" y="81"/>
                    <a:pt x="5905" y="193"/>
                  </a:cubicBezTo>
                  <a:cubicBezTo>
                    <a:pt x="5905" y="3321"/>
                    <a:pt x="3354" y="5888"/>
                    <a:pt x="209" y="5888"/>
                  </a:cubicBezTo>
                  <a:cubicBezTo>
                    <a:pt x="81" y="5888"/>
                    <a:pt x="1" y="5969"/>
                    <a:pt x="1" y="6097"/>
                  </a:cubicBezTo>
                  <a:cubicBezTo>
                    <a:pt x="1" y="6209"/>
                    <a:pt x="81" y="6290"/>
                    <a:pt x="209" y="6290"/>
                  </a:cubicBezTo>
                  <a:cubicBezTo>
                    <a:pt x="3338" y="6290"/>
                    <a:pt x="5905" y="8840"/>
                    <a:pt x="5905" y="11985"/>
                  </a:cubicBezTo>
                  <a:cubicBezTo>
                    <a:pt x="5905" y="12081"/>
                    <a:pt x="5985" y="12194"/>
                    <a:pt x="6097" y="12194"/>
                  </a:cubicBezTo>
                  <a:cubicBezTo>
                    <a:pt x="6225" y="12194"/>
                    <a:pt x="6306" y="12113"/>
                    <a:pt x="6306" y="11985"/>
                  </a:cubicBezTo>
                  <a:cubicBezTo>
                    <a:pt x="6306" y="8856"/>
                    <a:pt x="8841" y="6290"/>
                    <a:pt x="12001" y="6290"/>
                  </a:cubicBezTo>
                  <a:cubicBezTo>
                    <a:pt x="12113" y="6290"/>
                    <a:pt x="12194" y="6209"/>
                    <a:pt x="12194" y="6097"/>
                  </a:cubicBezTo>
                  <a:cubicBezTo>
                    <a:pt x="12194" y="5969"/>
                    <a:pt x="12113" y="5888"/>
                    <a:pt x="12001" y="5888"/>
                  </a:cubicBezTo>
                  <a:cubicBezTo>
                    <a:pt x="8873" y="5888"/>
                    <a:pt x="6306" y="3338"/>
                    <a:pt x="6306" y="193"/>
                  </a:cubicBezTo>
                  <a:cubicBezTo>
                    <a:pt x="6306" y="81"/>
                    <a:pt x="6225" y="0"/>
                    <a:pt x="609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97150" y="4106650"/>
              <a:ext cx="304850" cy="304850"/>
            </a:xfrm>
            <a:custGeom>
              <a:avLst/>
              <a:gdLst/>
              <a:ahLst/>
              <a:cxnLst/>
              <a:rect l="l" t="t" r="r" b="b"/>
              <a:pathLst>
                <a:path w="12194" h="12194" extrusionOk="0">
                  <a:moveTo>
                    <a:pt x="6097" y="1750"/>
                  </a:moveTo>
                  <a:cubicBezTo>
                    <a:pt x="6659" y="3867"/>
                    <a:pt x="8311" y="5552"/>
                    <a:pt x="10429" y="6097"/>
                  </a:cubicBezTo>
                  <a:cubicBezTo>
                    <a:pt x="8311" y="6659"/>
                    <a:pt x="6659" y="8311"/>
                    <a:pt x="6097" y="10429"/>
                  </a:cubicBezTo>
                  <a:cubicBezTo>
                    <a:pt x="5536" y="8311"/>
                    <a:pt x="3867" y="6627"/>
                    <a:pt x="1766" y="6097"/>
                  </a:cubicBezTo>
                  <a:cubicBezTo>
                    <a:pt x="3867" y="5536"/>
                    <a:pt x="5552" y="3867"/>
                    <a:pt x="6097" y="1750"/>
                  </a:cubicBezTo>
                  <a:close/>
                  <a:moveTo>
                    <a:pt x="6097" y="1"/>
                  </a:moveTo>
                  <a:cubicBezTo>
                    <a:pt x="5969" y="1"/>
                    <a:pt x="5889" y="81"/>
                    <a:pt x="5889" y="193"/>
                  </a:cubicBezTo>
                  <a:cubicBezTo>
                    <a:pt x="5889" y="3322"/>
                    <a:pt x="3338" y="5889"/>
                    <a:pt x="193" y="5889"/>
                  </a:cubicBezTo>
                  <a:cubicBezTo>
                    <a:pt x="81" y="5889"/>
                    <a:pt x="1" y="5969"/>
                    <a:pt x="1" y="6097"/>
                  </a:cubicBezTo>
                  <a:cubicBezTo>
                    <a:pt x="1" y="6210"/>
                    <a:pt x="81" y="6290"/>
                    <a:pt x="193" y="6290"/>
                  </a:cubicBezTo>
                  <a:cubicBezTo>
                    <a:pt x="3322" y="6290"/>
                    <a:pt x="5889" y="8841"/>
                    <a:pt x="5889" y="11985"/>
                  </a:cubicBezTo>
                  <a:cubicBezTo>
                    <a:pt x="5889" y="12114"/>
                    <a:pt x="5969" y="12194"/>
                    <a:pt x="6097" y="12194"/>
                  </a:cubicBezTo>
                  <a:cubicBezTo>
                    <a:pt x="6210" y="12194"/>
                    <a:pt x="6290" y="12114"/>
                    <a:pt x="6290" y="11985"/>
                  </a:cubicBezTo>
                  <a:cubicBezTo>
                    <a:pt x="6290" y="8857"/>
                    <a:pt x="8841" y="6290"/>
                    <a:pt x="11985" y="6290"/>
                  </a:cubicBezTo>
                  <a:cubicBezTo>
                    <a:pt x="12114" y="6290"/>
                    <a:pt x="12194" y="6210"/>
                    <a:pt x="12194" y="6097"/>
                  </a:cubicBezTo>
                  <a:cubicBezTo>
                    <a:pt x="12194" y="5969"/>
                    <a:pt x="12114" y="5889"/>
                    <a:pt x="11985" y="5889"/>
                  </a:cubicBezTo>
                  <a:cubicBezTo>
                    <a:pt x="8857" y="5889"/>
                    <a:pt x="6290" y="3338"/>
                    <a:pt x="6290" y="193"/>
                  </a:cubicBezTo>
                  <a:cubicBezTo>
                    <a:pt x="6290" y="81"/>
                    <a:pt x="6210" y="1"/>
                    <a:pt x="609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681975" y="4150775"/>
              <a:ext cx="108300" cy="108325"/>
            </a:xfrm>
            <a:custGeom>
              <a:avLst/>
              <a:gdLst/>
              <a:ahLst/>
              <a:cxnLst/>
              <a:rect l="l" t="t" r="r" b="b"/>
              <a:pathLst>
                <a:path w="4332" h="4333" extrusionOk="0">
                  <a:moveTo>
                    <a:pt x="2198" y="1124"/>
                  </a:moveTo>
                  <a:cubicBezTo>
                    <a:pt x="2407" y="1573"/>
                    <a:pt x="2776" y="1958"/>
                    <a:pt x="3241" y="2166"/>
                  </a:cubicBezTo>
                  <a:cubicBezTo>
                    <a:pt x="2776" y="2375"/>
                    <a:pt x="2391" y="2744"/>
                    <a:pt x="2198" y="3209"/>
                  </a:cubicBezTo>
                  <a:cubicBezTo>
                    <a:pt x="1974" y="2744"/>
                    <a:pt x="1605" y="2359"/>
                    <a:pt x="1155" y="2166"/>
                  </a:cubicBezTo>
                  <a:cubicBezTo>
                    <a:pt x="1605" y="1942"/>
                    <a:pt x="1990" y="1573"/>
                    <a:pt x="2198" y="1124"/>
                  </a:cubicBezTo>
                  <a:close/>
                  <a:moveTo>
                    <a:pt x="2166" y="1"/>
                  </a:moveTo>
                  <a:cubicBezTo>
                    <a:pt x="2054" y="1"/>
                    <a:pt x="1974" y="81"/>
                    <a:pt x="1974" y="193"/>
                  </a:cubicBezTo>
                  <a:cubicBezTo>
                    <a:pt x="1974" y="1156"/>
                    <a:pt x="1187" y="1958"/>
                    <a:pt x="209" y="1958"/>
                  </a:cubicBezTo>
                  <a:cubicBezTo>
                    <a:pt x="80" y="1958"/>
                    <a:pt x="0" y="2038"/>
                    <a:pt x="0" y="2166"/>
                  </a:cubicBezTo>
                  <a:cubicBezTo>
                    <a:pt x="0" y="2279"/>
                    <a:pt x="80" y="2359"/>
                    <a:pt x="209" y="2359"/>
                  </a:cubicBezTo>
                  <a:cubicBezTo>
                    <a:pt x="1171" y="2359"/>
                    <a:pt x="1974" y="3145"/>
                    <a:pt x="1974" y="4124"/>
                  </a:cubicBezTo>
                  <a:cubicBezTo>
                    <a:pt x="1974" y="4252"/>
                    <a:pt x="2054" y="4332"/>
                    <a:pt x="2166" y="4332"/>
                  </a:cubicBezTo>
                  <a:cubicBezTo>
                    <a:pt x="2294" y="4332"/>
                    <a:pt x="2375" y="4252"/>
                    <a:pt x="2375" y="4124"/>
                  </a:cubicBezTo>
                  <a:cubicBezTo>
                    <a:pt x="2375" y="3161"/>
                    <a:pt x="3161" y="2359"/>
                    <a:pt x="4139" y="2359"/>
                  </a:cubicBezTo>
                  <a:cubicBezTo>
                    <a:pt x="4252" y="2359"/>
                    <a:pt x="4332" y="2279"/>
                    <a:pt x="4332" y="2166"/>
                  </a:cubicBezTo>
                  <a:cubicBezTo>
                    <a:pt x="4332" y="2038"/>
                    <a:pt x="4252" y="1958"/>
                    <a:pt x="4139" y="1958"/>
                  </a:cubicBezTo>
                  <a:cubicBezTo>
                    <a:pt x="3177" y="1958"/>
                    <a:pt x="2375" y="1172"/>
                    <a:pt x="2375" y="193"/>
                  </a:cubicBezTo>
                  <a:cubicBezTo>
                    <a:pt x="2375" y="81"/>
                    <a:pt x="2294" y="1"/>
                    <a:pt x="216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36100" y="4101450"/>
              <a:ext cx="108300" cy="108300"/>
            </a:xfrm>
            <a:custGeom>
              <a:avLst/>
              <a:gdLst/>
              <a:ahLst/>
              <a:cxnLst/>
              <a:rect l="l" t="t" r="r" b="b"/>
              <a:pathLst>
                <a:path w="4332" h="4332" extrusionOk="0">
                  <a:moveTo>
                    <a:pt x="2166" y="1123"/>
                  </a:moveTo>
                  <a:cubicBezTo>
                    <a:pt x="2391" y="1589"/>
                    <a:pt x="2743" y="1974"/>
                    <a:pt x="3209" y="2166"/>
                  </a:cubicBezTo>
                  <a:cubicBezTo>
                    <a:pt x="2743" y="2391"/>
                    <a:pt x="2374" y="2744"/>
                    <a:pt x="2166" y="3209"/>
                  </a:cubicBezTo>
                  <a:cubicBezTo>
                    <a:pt x="1941" y="2744"/>
                    <a:pt x="1588" y="2375"/>
                    <a:pt x="1123" y="2166"/>
                  </a:cubicBezTo>
                  <a:cubicBezTo>
                    <a:pt x="1588" y="1974"/>
                    <a:pt x="1941" y="1589"/>
                    <a:pt x="2166" y="1123"/>
                  </a:cubicBezTo>
                  <a:close/>
                  <a:moveTo>
                    <a:pt x="2166" y="0"/>
                  </a:moveTo>
                  <a:cubicBezTo>
                    <a:pt x="2054" y="0"/>
                    <a:pt x="1973" y="80"/>
                    <a:pt x="1973" y="209"/>
                  </a:cubicBezTo>
                  <a:cubicBezTo>
                    <a:pt x="1973" y="1171"/>
                    <a:pt x="1187" y="1974"/>
                    <a:pt x="209" y="1974"/>
                  </a:cubicBezTo>
                  <a:cubicBezTo>
                    <a:pt x="80" y="1974"/>
                    <a:pt x="0" y="2054"/>
                    <a:pt x="0" y="2166"/>
                  </a:cubicBezTo>
                  <a:cubicBezTo>
                    <a:pt x="0" y="2294"/>
                    <a:pt x="80" y="2375"/>
                    <a:pt x="209" y="2375"/>
                  </a:cubicBezTo>
                  <a:cubicBezTo>
                    <a:pt x="1187" y="2375"/>
                    <a:pt x="1973" y="3177"/>
                    <a:pt x="1973" y="4139"/>
                  </a:cubicBezTo>
                  <a:cubicBezTo>
                    <a:pt x="1973" y="4252"/>
                    <a:pt x="2054" y="4332"/>
                    <a:pt x="2166" y="4332"/>
                  </a:cubicBezTo>
                  <a:cubicBezTo>
                    <a:pt x="2294" y="4332"/>
                    <a:pt x="2374" y="4252"/>
                    <a:pt x="2374" y="4139"/>
                  </a:cubicBezTo>
                  <a:cubicBezTo>
                    <a:pt x="2374" y="3177"/>
                    <a:pt x="3145" y="2375"/>
                    <a:pt x="4139" y="2375"/>
                  </a:cubicBezTo>
                  <a:cubicBezTo>
                    <a:pt x="4252" y="2375"/>
                    <a:pt x="4332" y="2294"/>
                    <a:pt x="4332" y="2166"/>
                  </a:cubicBezTo>
                  <a:cubicBezTo>
                    <a:pt x="4332" y="2054"/>
                    <a:pt x="4252" y="1974"/>
                    <a:pt x="4139" y="1974"/>
                  </a:cubicBezTo>
                  <a:cubicBezTo>
                    <a:pt x="3177" y="1974"/>
                    <a:pt x="2374" y="1187"/>
                    <a:pt x="2374" y="209"/>
                  </a:cubicBezTo>
                  <a:cubicBezTo>
                    <a:pt x="2374" y="80"/>
                    <a:pt x="2294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235075" y="1201200"/>
              <a:ext cx="69400" cy="158850"/>
            </a:xfrm>
            <a:custGeom>
              <a:avLst/>
              <a:gdLst/>
              <a:ahLst/>
              <a:cxnLst/>
              <a:rect l="l" t="t" r="r" b="b"/>
              <a:pathLst>
                <a:path w="2776" h="6354" extrusionOk="0">
                  <a:moveTo>
                    <a:pt x="2375" y="401"/>
                  </a:moveTo>
                  <a:lnTo>
                    <a:pt x="2375" y="5952"/>
                  </a:lnTo>
                  <a:lnTo>
                    <a:pt x="401" y="5952"/>
                  </a:lnTo>
                  <a:lnTo>
                    <a:pt x="401" y="401"/>
                  </a:lnTo>
                  <a:close/>
                  <a:moveTo>
                    <a:pt x="401" y="0"/>
                  </a:moveTo>
                  <a:cubicBezTo>
                    <a:pt x="177" y="0"/>
                    <a:pt x="0" y="177"/>
                    <a:pt x="0" y="401"/>
                  </a:cubicBezTo>
                  <a:lnTo>
                    <a:pt x="0" y="5952"/>
                  </a:lnTo>
                  <a:cubicBezTo>
                    <a:pt x="0" y="6177"/>
                    <a:pt x="177" y="6353"/>
                    <a:pt x="401" y="6353"/>
                  </a:cubicBezTo>
                  <a:lnTo>
                    <a:pt x="2375" y="6353"/>
                  </a:lnTo>
                  <a:cubicBezTo>
                    <a:pt x="2583" y="6353"/>
                    <a:pt x="2776" y="6177"/>
                    <a:pt x="2776" y="5952"/>
                  </a:cubicBezTo>
                  <a:lnTo>
                    <a:pt x="2776" y="401"/>
                  </a:lnTo>
                  <a:cubicBezTo>
                    <a:pt x="2776" y="177"/>
                    <a:pt x="2583" y="0"/>
                    <a:pt x="237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334925" y="1151450"/>
              <a:ext cx="38150" cy="208600"/>
            </a:xfrm>
            <a:custGeom>
              <a:avLst/>
              <a:gdLst/>
              <a:ahLst/>
              <a:cxnLst/>
              <a:rect l="l" t="t" r="r" b="b"/>
              <a:pathLst>
                <a:path w="1526" h="8344" extrusionOk="0">
                  <a:moveTo>
                    <a:pt x="402" y="1"/>
                  </a:moveTo>
                  <a:cubicBezTo>
                    <a:pt x="177" y="1"/>
                    <a:pt x="1" y="177"/>
                    <a:pt x="1" y="402"/>
                  </a:cubicBezTo>
                  <a:lnTo>
                    <a:pt x="1" y="7942"/>
                  </a:lnTo>
                  <a:cubicBezTo>
                    <a:pt x="1" y="8167"/>
                    <a:pt x="177" y="8343"/>
                    <a:pt x="402" y="8343"/>
                  </a:cubicBezTo>
                  <a:lnTo>
                    <a:pt x="1525" y="8343"/>
                  </a:lnTo>
                  <a:lnTo>
                    <a:pt x="1525" y="7942"/>
                  </a:lnTo>
                  <a:lnTo>
                    <a:pt x="402" y="7942"/>
                  </a:lnTo>
                  <a:lnTo>
                    <a:pt x="402" y="402"/>
                  </a:lnTo>
                  <a:lnTo>
                    <a:pt x="1525" y="402"/>
                  </a:lnTo>
                  <a:lnTo>
                    <a:pt x="1525" y="1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35075" y="1022700"/>
              <a:ext cx="138400" cy="39750"/>
            </a:xfrm>
            <a:custGeom>
              <a:avLst/>
              <a:gdLst/>
              <a:ahLst/>
              <a:cxnLst/>
              <a:rect l="l" t="t" r="r" b="b"/>
              <a:pathLst>
                <a:path w="5536" h="1590" extrusionOk="0">
                  <a:moveTo>
                    <a:pt x="5535" y="1"/>
                  </a:moveTo>
                  <a:cubicBezTo>
                    <a:pt x="2423" y="1140"/>
                    <a:pt x="385" y="1188"/>
                    <a:pt x="209" y="1188"/>
                  </a:cubicBezTo>
                  <a:cubicBezTo>
                    <a:pt x="96" y="1188"/>
                    <a:pt x="0" y="1268"/>
                    <a:pt x="0" y="1381"/>
                  </a:cubicBezTo>
                  <a:cubicBezTo>
                    <a:pt x="0" y="1509"/>
                    <a:pt x="80" y="1589"/>
                    <a:pt x="209" y="1589"/>
                  </a:cubicBezTo>
                  <a:lnTo>
                    <a:pt x="225" y="1589"/>
                  </a:lnTo>
                  <a:cubicBezTo>
                    <a:pt x="401" y="1589"/>
                    <a:pt x="2439" y="1541"/>
                    <a:pt x="5535" y="418"/>
                  </a:cubicBezTo>
                  <a:lnTo>
                    <a:pt x="5535" y="1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132375" y="4206925"/>
              <a:ext cx="104325" cy="104300"/>
            </a:xfrm>
            <a:custGeom>
              <a:avLst/>
              <a:gdLst/>
              <a:ahLst/>
              <a:cxnLst/>
              <a:rect l="l" t="t" r="r" b="b"/>
              <a:pathLst>
                <a:path w="4173" h="4172" extrusionOk="0">
                  <a:moveTo>
                    <a:pt x="2087" y="370"/>
                  </a:moveTo>
                  <a:cubicBezTo>
                    <a:pt x="3033" y="370"/>
                    <a:pt x="3771" y="1140"/>
                    <a:pt x="3771" y="2054"/>
                  </a:cubicBezTo>
                  <a:cubicBezTo>
                    <a:pt x="3771" y="2985"/>
                    <a:pt x="3001" y="3739"/>
                    <a:pt x="2087" y="3739"/>
                  </a:cubicBezTo>
                  <a:cubicBezTo>
                    <a:pt x="1156" y="3739"/>
                    <a:pt x="402" y="2985"/>
                    <a:pt x="402" y="2054"/>
                  </a:cubicBezTo>
                  <a:cubicBezTo>
                    <a:pt x="402" y="1140"/>
                    <a:pt x="1156" y="370"/>
                    <a:pt x="2087" y="370"/>
                  </a:cubicBezTo>
                  <a:close/>
                  <a:moveTo>
                    <a:pt x="2087" y="1"/>
                  </a:moveTo>
                  <a:cubicBezTo>
                    <a:pt x="915" y="1"/>
                    <a:pt x="1" y="931"/>
                    <a:pt x="1" y="2086"/>
                  </a:cubicBezTo>
                  <a:cubicBezTo>
                    <a:pt x="1" y="3225"/>
                    <a:pt x="948" y="4172"/>
                    <a:pt x="2087" y="4172"/>
                  </a:cubicBezTo>
                  <a:cubicBezTo>
                    <a:pt x="3242" y="4172"/>
                    <a:pt x="4172" y="3225"/>
                    <a:pt x="4172" y="2086"/>
                  </a:cubicBezTo>
                  <a:cubicBezTo>
                    <a:pt x="4172" y="931"/>
                    <a:pt x="3226" y="1"/>
                    <a:pt x="208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078250" y="4327250"/>
              <a:ext cx="212600" cy="111125"/>
            </a:xfrm>
            <a:custGeom>
              <a:avLst/>
              <a:gdLst/>
              <a:ahLst/>
              <a:cxnLst/>
              <a:rect l="l" t="t" r="r" b="b"/>
              <a:pathLst>
                <a:path w="8504" h="4445" extrusionOk="0">
                  <a:moveTo>
                    <a:pt x="4268" y="402"/>
                  </a:moveTo>
                  <a:cubicBezTo>
                    <a:pt x="6337" y="402"/>
                    <a:pt x="8006" y="2022"/>
                    <a:pt x="8118" y="4044"/>
                  </a:cubicBezTo>
                  <a:lnTo>
                    <a:pt x="417" y="4044"/>
                  </a:lnTo>
                  <a:cubicBezTo>
                    <a:pt x="514" y="2022"/>
                    <a:pt x="2198" y="402"/>
                    <a:pt x="4268" y="402"/>
                  </a:cubicBezTo>
                  <a:close/>
                  <a:moveTo>
                    <a:pt x="4252" y="1"/>
                  </a:moveTo>
                  <a:cubicBezTo>
                    <a:pt x="1909" y="1"/>
                    <a:pt x="0" y="1894"/>
                    <a:pt x="0" y="4252"/>
                  </a:cubicBezTo>
                  <a:cubicBezTo>
                    <a:pt x="0" y="4365"/>
                    <a:pt x="80" y="4445"/>
                    <a:pt x="193" y="4445"/>
                  </a:cubicBezTo>
                  <a:lnTo>
                    <a:pt x="8295" y="4445"/>
                  </a:lnTo>
                  <a:cubicBezTo>
                    <a:pt x="8423" y="4445"/>
                    <a:pt x="8503" y="4365"/>
                    <a:pt x="8503" y="4252"/>
                  </a:cubicBezTo>
                  <a:cubicBezTo>
                    <a:pt x="8503" y="1894"/>
                    <a:pt x="6594" y="1"/>
                    <a:pt x="425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929850" y="4494500"/>
              <a:ext cx="104300" cy="104325"/>
            </a:xfrm>
            <a:custGeom>
              <a:avLst/>
              <a:gdLst/>
              <a:ahLst/>
              <a:cxnLst/>
              <a:rect l="l" t="t" r="r" b="b"/>
              <a:pathLst>
                <a:path w="4172" h="4173" extrusionOk="0">
                  <a:moveTo>
                    <a:pt x="2102" y="402"/>
                  </a:moveTo>
                  <a:cubicBezTo>
                    <a:pt x="3032" y="402"/>
                    <a:pt x="3786" y="1172"/>
                    <a:pt x="3786" y="2086"/>
                  </a:cubicBezTo>
                  <a:cubicBezTo>
                    <a:pt x="3786" y="3033"/>
                    <a:pt x="3032" y="3771"/>
                    <a:pt x="2102" y="3771"/>
                  </a:cubicBezTo>
                  <a:cubicBezTo>
                    <a:pt x="1171" y="3771"/>
                    <a:pt x="417" y="3017"/>
                    <a:pt x="417" y="2086"/>
                  </a:cubicBezTo>
                  <a:cubicBezTo>
                    <a:pt x="417" y="1172"/>
                    <a:pt x="1171" y="402"/>
                    <a:pt x="2102" y="402"/>
                  </a:cubicBezTo>
                  <a:close/>
                  <a:moveTo>
                    <a:pt x="2086" y="1"/>
                  </a:moveTo>
                  <a:cubicBezTo>
                    <a:pt x="947" y="1"/>
                    <a:pt x="0" y="947"/>
                    <a:pt x="0" y="2086"/>
                  </a:cubicBezTo>
                  <a:cubicBezTo>
                    <a:pt x="0" y="3258"/>
                    <a:pt x="947" y="4172"/>
                    <a:pt x="2086" y="4172"/>
                  </a:cubicBezTo>
                  <a:cubicBezTo>
                    <a:pt x="3225" y="4172"/>
                    <a:pt x="4171" y="3226"/>
                    <a:pt x="4171" y="2086"/>
                  </a:cubicBezTo>
                  <a:cubicBezTo>
                    <a:pt x="4171" y="947"/>
                    <a:pt x="3225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876100" y="4615225"/>
              <a:ext cx="212600" cy="111525"/>
            </a:xfrm>
            <a:custGeom>
              <a:avLst/>
              <a:gdLst/>
              <a:ahLst/>
              <a:cxnLst/>
              <a:rect l="l" t="t" r="r" b="b"/>
              <a:pathLst>
                <a:path w="8504" h="4461" extrusionOk="0">
                  <a:moveTo>
                    <a:pt x="4252" y="402"/>
                  </a:moveTo>
                  <a:cubicBezTo>
                    <a:pt x="6321" y="402"/>
                    <a:pt x="7990" y="2038"/>
                    <a:pt x="8102" y="4060"/>
                  </a:cubicBezTo>
                  <a:lnTo>
                    <a:pt x="401" y="4060"/>
                  </a:lnTo>
                  <a:cubicBezTo>
                    <a:pt x="498" y="2038"/>
                    <a:pt x="2182" y="402"/>
                    <a:pt x="4252" y="402"/>
                  </a:cubicBezTo>
                  <a:close/>
                  <a:moveTo>
                    <a:pt x="4252" y="1"/>
                  </a:moveTo>
                  <a:cubicBezTo>
                    <a:pt x="1909" y="1"/>
                    <a:pt x="0" y="1910"/>
                    <a:pt x="0" y="4252"/>
                  </a:cubicBezTo>
                  <a:cubicBezTo>
                    <a:pt x="0" y="4381"/>
                    <a:pt x="80" y="4461"/>
                    <a:pt x="209" y="4461"/>
                  </a:cubicBezTo>
                  <a:lnTo>
                    <a:pt x="8311" y="4461"/>
                  </a:lnTo>
                  <a:cubicBezTo>
                    <a:pt x="8423" y="4461"/>
                    <a:pt x="8503" y="4381"/>
                    <a:pt x="8503" y="4252"/>
                  </a:cubicBezTo>
                  <a:cubicBezTo>
                    <a:pt x="8503" y="1910"/>
                    <a:pt x="6594" y="1"/>
                    <a:pt x="425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334925" y="4496525"/>
              <a:ext cx="38150" cy="100275"/>
            </a:xfrm>
            <a:custGeom>
              <a:avLst/>
              <a:gdLst/>
              <a:ahLst/>
              <a:cxnLst/>
              <a:rect l="l" t="t" r="r" b="b"/>
              <a:pathLst>
                <a:path w="1526" h="4011" extrusionOk="0">
                  <a:moveTo>
                    <a:pt x="1525" y="0"/>
                  </a:moveTo>
                  <a:cubicBezTo>
                    <a:pt x="643" y="241"/>
                    <a:pt x="1" y="1043"/>
                    <a:pt x="1" y="2005"/>
                  </a:cubicBezTo>
                  <a:cubicBezTo>
                    <a:pt x="1" y="2968"/>
                    <a:pt x="643" y="3770"/>
                    <a:pt x="1525" y="4011"/>
                  </a:cubicBezTo>
                  <a:lnTo>
                    <a:pt x="1525" y="3594"/>
                  </a:lnTo>
                  <a:cubicBezTo>
                    <a:pt x="867" y="3353"/>
                    <a:pt x="402" y="2727"/>
                    <a:pt x="402" y="2005"/>
                  </a:cubicBezTo>
                  <a:cubicBezTo>
                    <a:pt x="402" y="1284"/>
                    <a:pt x="883" y="642"/>
                    <a:pt x="1525" y="417"/>
                  </a:cubicBezTo>
                  <a:lnTo>
                    <a:pt x="1525" y="0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280800" y="4616450"/>
              <a:ext cx="92275" cy="110300"/>
            </a:xfrm>
            <a:custGeom>
              <a:avLst/>
              <a:gdLst/>
              <a:ahLst/>
              <a:cxnLst/>
              <a:rect l="l" t="t" r="r" b="b"/>
              <a:pathLst>
                <a:path w="3691" h="4412" extrusionOk="0">
                  <a:moveTo>
                    <a:pt x="3690" y="0"/>
                  </a:moveTo>
                  <a:cubicBezTo>
                    <a:pt x="1604" y="273"/>
                    <a:pt x="0" y="2038"/>
                    <a:pt x="0" y="4203"/>
                  </a:cubicBezTo>
                  <a:cubicBezTo>
                    <a:pt x="0" y="4332"/>
                    <a:pt x="80" y="4412"/>
                    <a:pt x="193" y="4412"/>
                  </a:cubicBezTo>
                  <a:lnTo>
                    <a:pt x="3690" y="4412"/>
                  </a:lnTo>
                  <a:lnTo>
                    <a:pt x="3690" y="4011"/>
                  </a:lnTo>
                  <a:lnTo>
                    <a:pt x="417" y="4011"/>
                  </a:lnTo>
                  <a:cubicBezTo>
                    <a:pt x="513" y="2166"/>
                    <a:pt x="1909" y="674"/>
                    <a:pt x="3690" y="401"/>
                  </a:cubicBezTo>
                  <a:lnTo>
                    <a:pt x="3690" y="0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117150" y="4487700"/>
              <a:ext cx="137600" cy="159950"/>
            </a:xfrm>
            <a:custGeom>
              <a:avLst/>
              <a:gdLst/>
              <a:ahLst/>
              <a:cxnLst/>
              <a:rect l="l" t="t" r="r" b="b"/>
              <a:pathLst>
                <a:path w="5504" h="6398" extrusionOk="0">
                  <a:moveTo>
                    <a:pt x="2760" y="0"/>
                  </a:moveTo>
                  <a:cubicBezTo>
                    <a:pt x="2631" y="0"/>
                    <a:pt x="2551" y="80"/>
                    <a:pt x="2551" y="193"/>
                  </a:cubicBezTo>
                  <a:lnTo>
                    <a:pt x="2551" y="3578"/>
                  </a:lnTo>
                  <a:lnTo>
                    <a:pt x="81" y="6048"/>
                  </a:lnTo>
                  <a:cubicBezTo>
                    <a:pt x="0" y="6129"/>
                    <a:pt x="0" y="6257"/>
                    <a:pt x="81" y="6337"/>
                  </a:cubicBezTo>
                  <a:cubicBezTo>
                    <a:pt x="121" y="6377"/>
                    <a:pt x="173" y="6397"/>
                    <a:pt x="225" y="6397"/>
                  </a:cubicBezTo>
                  <a:cubicBezTo>
                    <a:pt x="277" y="6397"/>
                    <a:pt x="329" y="6377"/>
                    <a:pt x="369" y="6337"/>
                  </a:cubicBezTo>
                  <a:lnTo>
                    <a:pt x="2760" y="3947"/>
                  </a:lnTo>
                  <a:lnTo>
                    <a:pt x="5134" y="6337"/>
                  </a:lnTo>
                  <a:cubicBezTo>
                    <a:pt x="5182" y="6369"/>
                    <a:pt x="5247" y="6385"/>
                    <a:pt x="5279" y="6385"/>
                  </a:cubicBezTo>
                  <a:cubicBezTo>
                    <a:pt x="5327" y="6385"/>
                    <a:pt x="5375" y="6369"/>
                    <a:pt x="5423" y="6337"/>
                  </a:cubicBezTo>
                  <a:cubicBezTo>
                    <a:pt x="5503" y="6257"/>
                    <a:pt x="5503" y="6129"/>
                    <a:pt x="5423" y="6048"/>
                  </a:cubicBezTo>
                  <a:lnTo>
                    <a:pt x="2952" y="3578"/>
                  </a:lnTo>
                  <a:lnTo>
                    <a:pt x="2952" y="193"/>
                  </a:lnTo>
                  <a:cubicBezTo>
                    <a:pt x="2952" y="80"/>
                    <a:pt x="2872" y="0"/>
                    <a:pt x="2760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786250" y="1330350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616" y="1203"/>
                  </a:moveTo>
                  <a:cubicBezTo>
                    <a:pt x="2872" y="1845"/>
                    <a:pt x="3402" y="2358"/>
                    <a:pt x="4011" y="2615"/>
                  </a:cubicBezTo>
                  <a:cubicBezTo>
                    <a:pt x="3370" y="2872"/>
                    <a:pt x="2872" y="3401"/>
                    <a:pt x="2616" y="4011"/>
                  </a:cubicBezTo>
                  <a:cubicBezTo>
                    <a:pt x="2359" y="3369"/>
                    <a:pt x="1829" y="2872"/>
                    <a:pt x="1204" y="2615"/>
                  </a:cubicBezTo>
                  <a:cubicBezTo>
                    <a:pt x="1845" y="2358"/>
                    <a:pt x="2359" y="1845"/>
                    <a:pt x="2616" y="1203"/>
                  </a:cubicBezTo>
                  <a:close/>
                  <a:moveTo>
                    <a:pt x="2616" y="0"/>
                  </a:moveTo>
                  <a:cubicBezTo>
                    <a:pt x="2487" y="0"/>
                    <a:pt x="2407" y="80"/>
                    <a:pt x="2407" y="209"/>
                  </a:cubicBezTo>
                  <a:cubicBezTo>
                    <a:pt x="2407" y="1428"/>
                    <a:pt x="1412" y="2407"/>
                    <a:pt x="209" y="2407"/>
                  </a:cubicBezTo>
                  <a:cubicBezTo>
                    <a:pt x="81" y="2407"/>
                    <a:pt x="0" y="2519"/>
                    <a:pt x="0" y="2615"/>
                  </a:cubicBezTo>
                  <a:cubicBezTo>
                    <a:pt x="0" y="2727"/>
                    <a:pt x="81" y="2808"/>
                    <a:pt x="209" y="2808"/>
                  </a:cubicBezTo>
                  <a:cubicBezTo>
                    <a:pt x="1428" y="2808"/>
                    <a:pt x="2407" y="3818"/>
                    <a:pt x="2407" y="5022"/>
                  </a:cubicBezTo>
                  <a:cubicBezTo>
                    <a:pt x="2407" y="5134"/>
                    <a:pt x="2487" y="5214"/>
                    <a:pt x="2616" y="5214"/>
                  </a:cubicBezTo>
                  <a:cubicBezTo>
                    <a:pt x="2728" y="5214"/>
                    <a:pt x="2808" y="5134"/>
                    <a:pt x="2808" y="5022"/>
                  </a:cubicBezTo>
                  <a:cubicBezTo>
                    <a:pt x="2808" y="3802"/>
                    <a:pt x="3819" y="2808"/>
                    <a:pt x="5022" y="2808"/>
                  </a:cubicBezTo>
                  <a:cubicBezTo>
                    <a:pt x="5134" y="2808"/>
                    <a:pt x="5215" y="2727"/>
                    <a:pt x="5215" y="2615"/>
                  </a:cubicBezTo>
                  <a:cubicBezTo>
                    <a:pt x="5215" y="2487"/>
                    <a:pt x="5134" y="2407"/>
                    <a:pt x="5022" y="2407"/>
                  </a:cubicBezTo>
                  <a:cubicBezTo>
                    <a:pt x="3803" y="2407"/>
                    <a:pt x="2808" y="1412"/>
                    <a:pt x="2808" y="209"/>
                  </a:cubicBezTo>
                  <a:cubicBezTo>
                    <a:pt x="2808" y="80"/>
                    <a:pt x="2728" y="0"/>
                    <a:pt x="261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431775" y="1239700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632" y="1187"/>
                  </a:moveTo>
                  <a:cubicBezTo>
                    <a:pt x="2889" y="1829"/>
                    <a:pt x="3402" y="2327"/>
                    <a:pt x="4028" y="2583"/>
                  </a:cubicBezTo>
                  <a:cubicBezTo>
                    <a:pt x="3386" y="2856"/>
                    <a:pt x="2889" y="3369"/>
                    <a:pt x="2632" y="3995"/>
                  </a:cubicBezTo>
                  <a:cubicBezTo>
                    <a:pt x="2359" y="3353"/>
                    <a:pt x="1846" y="2856"/>
                    <a:pt x="1220" y="2583"/>
                  </a:cubicBezTo>
                  <a:cubicBezTo>
                    <a:pt x="1846" y="2343"/>
                    <a:pt x="2359" y="1829"/>
                    <a:pt x="2632" y="1187"/>
                  </a:cubicBezTo>
                  <a:close/>
                  <a:moveTo>
                    <a:pt x="2600" y="0"/>
                  </a:moveTo>
                  <a:cubicBezTo>
                    <a:pt x="2487" y="0"/>
                    <a:pt x="2407" y="80"/>
                    <a:pt x="2407" y="209"/>
                  </a:cubicBezTo>
                  <a:cubicBezTo>
                    <a:pt x="2407" y="1428"/>
                    <a:pt x="1397" y="2407"/>
                    <a:pt x="193" y="2407"/>
                  </a:cubicBezTo>
                  <a:cubicBezTo>
                    <a:pt x="81" y="2407"/>
                    <a:pt x="1" y="2487"/>
                    <a:pt x="1" y="2615"/>
                  </a:cubicBezTo>
                  <a:cubicBezTo>
                    <a:pt x="1" y="2728"/>
                    <a:pt x="97" y="2808"/>
                    <a:pt x="193" y="2808"/>
                  </a:cubicBezTo>
                  <a:cubicBezTo>
                    <a:pt x="1429" y="2808"/>
                    <a:pt x="2407" y="3819"/>
                    <a:pt x="2407" y="5022"/>
                  </a:cubicBezTo>
                  <a:cubicBezTo>
                    <a:pt x="2407" y="5134"/>
                    <a:pt x="2487" y="5214"/>
                    <a:pt x="2600" y="5214"/>
                  </a:cubicBezTo>
                  <a:cubicBezTo>
                    <a:pt x="2728" y="5214"/>
                    <a:pt x="2808" y="5134"/>
                    <a:pt x="2808" y="5022"/>
                  </a:cubicBezTo>
                  <a:cubicBezTo>
                    <a:pt x="2808" y="3787"/>
                    <a:pt x="3803" y="2808"/>
                    <a:pt x="5006" y="2808"/>
                  </a:cubicBezTo>
                  <a:cubicBezTo>
                    <a:pt x="5135" y="2808"/>
                    <a:pt x="5215" y="2728"/>
                    <a:pt x="5215" y="2615"/>
                  </a:cubicBezTo>
                  <a:cubicBezTo>
                    <a:pt x="5215" y="2487"/>
                    <a:pt x="5135" y="2407"/>
                    <a:pt x="5006" y="2407"/>
                  </a:cubicBezTo>
                  <a:cubicBezTo>
                    <a:pt x="3787" y="2407"/>
                    <a:pt x="2808" y="1412"/>
                    <a:pt x="2808" y="209"/>
                  </a:cubicBezTo>
                  <a:cubicBezTo>
                    <a:pt x="2808" y="80"/>
                    <a:pt x="2728" y="0"/>
                    <a:pt x="2600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27725" y="1735025"/>
              <a:ext cx="45350" cy="45350"/>
            </a:xfrm>
            <a:custGeom>
              <a:avLst/>
              <a:gdLst/>
              <a:ahLst/>
              <a:cxnLst/>
              <a:rect l="l" t="t" r="r" b="b"/>
              <a:pathLst>
                <a:path w="1814" h="1814" extrusionOk="0">
                  <a:moveTo>
                    <a:pt x="1813" y="1"/>
                  </a:moveTo>
                  <a:cubicBezTo>
                    <a:pt x="1412" y="450"/>
                    <a:pt x="850" y="723"/>
                    <a:pt x="209" y="723"/>
                  </a:cubicBezTo>
                  <a:cubicBezTo>
                    <a:pt x="80" y="723"/>
                    <a:pt x="0" y="803"/>
                    <a:pt x="0" y="931"/>
                  </a:cubicBezTo>
                  <a:cubicBezTo>
                    <a:pt x="0" y="1044"/>
                    <a:pt x="80" y="1124"/>
                    <a:pt x="209" y="1124"/>
                  </a:cubicBezTo>
                  <a:cubicBezTo>
                    <a:pt x="818" y="1124"/>
                    <a:pt x="1412" y="1381"/>
                    <a:pt x="1813" y="1814"/>
                  </a:cubicBezTo>
                  <a:lnTo>
                    <a:pt x="1813" y="1268"/>
                  </a:lnTo>
                  <a:cubicBezTo>
                    <a:pt x="1621" y="1124"/>
                    <a:pt x="1428" y="1012"/>
                    <a:pt x="1203" y="899"/>
                  </a:cubicBezTo>
                  <a:cubicBezTo>
                    <a:pt x="1428" y="819"/>
                    <a:pt x="1621" y="707"/>
                    <a:pt x="1813" y="546"/>
                  </a:cubicBezTo>
                  <a:lnTo>
                    <a:pt x="1813" y="1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874075" y="1956825"/>
              <a:ext cx="130400" cy="130400"/>
            </a:xfrm>
            <a:custGeom>
              <a:avLst/>
              <a:gdLst/>
              <a:ahLst/>
              <a:cxnLst/>
              <a:rect l="l" t="t" r="r" b="b"/>
              <a:pathLst>
                <a:path w="5216" h="5216" extrusionOk="0">
                  <a:moveTo>
                    <a:pt x="2616" y="1204"/>
                  </a:moveTo>
                  <a:cubicBezTo>
                    <a:pt x="2873" y="1846"/>
                    <a:pt x="3386" y="2343"/>
                    <a:pt x="4012" y="2600"/>
                  </a:cubicBezTo>
                  <a:cubicBezTo>
                    <a:pt x="3370" y="2857"/>
                    <a:pt x="2873" y="3370"/>
                    <a:pt x="2616" y="4012"/>
                  </a:cubicBezTo>
                  <a:cubicBezTo>
                    <a:pt x="2343" y="3370"/>
                    <a:pt x="1830" y="2857"/>
                    <a:pt x="1204" y="2600"/>
                  </a:cubicBezTo>
                  <a:cubicBezTo>
                    <a:pt x="1846" y="2343"/>
                    <a:pt x="2343" y="1814"/>
                    <a:pt x="2616" y="1204"/>
                  </a:cubicBezTo>
                  <a:close/>
                  <a:moveTo>
                    <a:pt x="2616" y="1"/>
                  </a:moveTo>
                  <a:cubicBezTo>
                    <a:pt x="2488" y="1"/>
                    <a:pt x="2408" y="81"/>
                    <a:pt x="2408" y="193"/>
                  </a:cubicBezTo>
                  <a:cubicBezTo>
                    <a:pt x="2408" y="1413"/>
                    <a:pt x="1413" y="2407"/>
                    <a:pt x="210" y="2407"/>
                  </a:cubicBezTo>
                  <a:cubicBezTo>
                    <a:pt x="81" y="2407"/>
                    <a:pt x="1" y="2488"/>
                    <a:pt x="1" y="2600"/>
                  </a:cubicBezTo>
                  <a:cubicBezTo>
                    <a:pt x="1" y="2728"/>
                    <a:pt x="81" y="2809"/>
                    <a:pt x="210" y="2809"/>
                  </a:cubicBezTo>
                  <a:cubicBezTo>
                    <a:pt x="1429" y="2809"/>
                    <a:pt x="2408" y="3803"/>
                    <a:pt x="2408" y="5007"/>
                  </a:cubicBezTo>
                  <a:cubicBezTo>
                    <a:pt x="2408" y="5135"/>
                    <a:pt x="2488" y="5215"/>
                    <a:pt x="2616" y="5215"/>
                  </a:cubicBezTo>
                  <a:cubicBezTo>
                    <a:pt x="2728" y="5215"/>
                    <a:pt x="2809" y="5135"/>
                    <a:pt x="2809" y="5007"/>
                  </a:cubicBezTo>
                  <a:cubicBezTo>
                    <a:pt x="2809" y="3787"/>
                    <a:pt x="3819" y="2809"/>
                    <a:pt x="5023" y="2809"/>
                  </a:cubicBezTo>
                  <a:cubicBezTo>
                    <a:pt x="5135" y="2809"/>
                    <a:pt x="5215" y="2728"/>
                    <a:pt x="5215" y="2600"/>
                  </a:cubicBezTo>
                  <a:cubicBezTo>
                    <a:pt x="5215" y="2488"/>
                    <a:pt x="5135" y="2407"/>
                    <a:pt x="5023" y="2407"/>
                  </a:cubicBezTo>
                  <a:cubicBezTo>
                    <a:pt x="3787" y="2407"/>
                    <a:pt x="2809" y="1397"/>
                    <a:pt x="2809" y="193"/>
                  </a:cubicBezTo>
                  <a:cubicBezTo>
                    <a:pt x="2809" y="81"/>
                    <a:pt x="2728" y="1"/>
                    <a:pt x="261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211575" y="1714175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584" y="1172"/>
                  </a:moveTo>
                  <a:cubicBezTo>
                    <a:pt x="2857" y="1814"/>
                    <a:pt x="3370" y="2327"/>
                    <a:pt x="3996" y="2584"/>
                  </a:cubicBezTo>
                  <a:cubicBezTo>
                    <a:pt x="3354" y="2840"/>
                    <a:pt x="2857" y="3370"/>
                    <a:pt x="2584" y="3979"/>
                  </a:cubicBezTo>
                  <a:cubicBezTo>
                    <a:pt x="2327" y="3370"/>
                    <a:pt x="1830" y="2856"/>
                    <a:pt x="1188" y="2584"/>
                  </a:cubicBezTo>
                  <a:cubicBezTo>
                    <a:pt x="1830" y="2327"/>
                    <a:pt x="2327" y="1798"/>
                    <a:pt x="2584" y="1172"/>
                  </a:cubicBezTo>
                  <a:close/>
                  <a:moveTo>
                    <a:pt x="2616" y="1"/>
                  </a:moveTo>
                  <a:cubicBezTo>
                    <a:pt x="2488" y="1"/>
                    <a:pt x="2407" y="81"/>
                    <a:pt x="2407" y="193"/>
                  </a:cubicBezTo>
                  <a:cubicBezTo>
                    <a:pt x="2407" y="1412"/>
                    <a:pt x="1413" y="2407"/>
                    <a:pt x="209" y="2407"/>
                  </a:cubicBezTo>
                  <a:cubicBezTo>
                    <a:pt x="81" y="2407"/>
                    <a:pt x="1" y="2487"/>
                    <a:pt x="1" y="2600"/>
                  </a:cubicBezTo>
                  <a:cubicBezTo>
                    <a:pt x="1" y="2728"/>
                    <a:pt x="81" y="2808"/>
                    <a:pt x="209" y="2808"/>
                  </a:cubicBezTo>
                  <a:cubicBezTo>
                    <a:pt x="1429" y="2808"/>
                    <a:pt x="2407" y="3803"/>
                    <a:pt x="2407" y="5006"/>
                  </a:cubicBezTo>
                  <a:cubicBezTo>
                    <a:pt x="2407" y="5102"/>
                    <a:pt x="2488" y="5215"/>
                    <a:pt x="2616" y="5215"/>
                  </a:cubicBezTo>
                  <a:cubicBezTo>
                    <a:pt x="2728" y="5215"/>
                    <a:pt x="2808" y="5135"/>
                    <a:pt x="2808" y="5006"/>
                  </a:cubicBezTo>
                  <a:cubicBezTo>
                    <a:pt x="2808" y="3787"/>
                    <a:pt x="3819" y="2808"/>
                    <a:pt x="5022" y="2808"/>
                  </a:cubicBezTo>
                  <a:cubicBezTo>
                    <a:pt x="5135" y="2808"/>
                    <a:pt x="5215" y="2728"/>
                    <a:pt x="5215" y="2600"/>
                  </a:cubicBezTo>
                  <a:cubicBezTo>
                    <a:pt x="5215" y="2487"/>
                    <a:pt x="5135" y="2407"/>
                    <a:pt x="5022" y="2407"/>
                  </a:cubicBezTo>
                  <a:cubicBezTo>
                    <a:pt x="3787" y="2407"/>
                    <a:pt x="2808" y="1396"/>
                    <a:pt x="2808" y="193"/>
                  </a:cubicBezTo>
                  <a:cubicBezTo>
                    <a:pt x="2808" y="81"/>
                    <a:pt x="2728" y="1"/>
                    <a:pt x="261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526350" y="1773550"/>
              <a:ext cx="108325" cy="108300"/>
            </a:xfrm>
            <a:custGeom>
              <a:avLst/>
              <a:gdLst/>
              <a:ahLst/>
              <a:cxnLst/>
              <a:rect l="l" t="t" r="r" b="b"/>
              <a:pathLst>
                <a:path w="4333" h="4332" extrusionOk="0">
                  <a:moveTo>
                    <a:pt x="2166" y="1123"/>
                  </a:moveTo>
                  <a:cubicBezTo>
                    <a:pt x="2375" y="1588"/>
                    <a:pt x="2744" y="1973"/>
                    <a:pt x="3209" y="2166"/>
                  </a:cubicBezTo>
                  <a:cubicBezTo>
                    <a:pt x="2744" y="2391"/>
                    <a:pt x="2375" y="2760"/>
                    <a:pt x="2166" y="3209"/>
                  </a:cubicBezTo>
                  <a:cubicBezTo>
                    <a:pt x="1942" y="2760"/>
                    <a:pt x="1573" y="2375"/>
                    <a:pt x="1123" y="2166"/>
                  </a:cubicBezTo>
                  <a:cubicBezTo>
                    <a:pt x="1573" y="1957"/>
                    <a:pt x="1958" y="1588"/>
                    <a:pt x="2166" y="1123"/>
                  </a:cubicBezTo>
                  <a:close/>
                  <a:moveTo>
                    <a:pt x="2166" y="0"/>
                  </a:moveTo>
                  <a:cubicBezTo>
                    <a:pt x="2038" y="0"/>
                    <a:pt x="1958" y="80"/>
                    <a:pt x="1958" y="209"/>
                  </a:cubicBezTo>
                  <a:cubicBezTo>
                    <a:pt x="1958" y="1171"/>
                    <a:pt x="1171" y="1973"/>
                    <a:pt x="193" y="1973"/>
                  </a:cubicBezTo>
                  <a:cubicBezTo>
                    <a:pt x="81" y="1973"/>
                    <a:pt x="0" y="2054"/>
                    <a:pt x="0" y="2166"/>
                  </a:cubicBezTo>
                  <a:cubicBezTo>
                    <a:pt x="0" y="2294"/>
                    <a:pt x="81" y="2375"/>
                    <a:pt x="193" y="2375"/>
                  </a:cubicBezTo>
                  <a:cubicBezTo>
                    <a:pt x="1155" y="2375"/>
                    <a:pt x="1958" y="3161"/>
                    <a:pt x="1958" y="4139"/>
                  </a:cubicBezTo>
                  <a:cubicBezTo>
                    <a:pt x="1958" y="4252"/>
                    <a:pt x="2038" y="4332"/>
                    <a:pt x="2166" y="4332"/>
                  </a:cubicBezTo>
                  <a:cubicBezTo>
                    <a:pt x="2278" y="4332"/>
                    <a:pt x="2359" y="4252"/>
                    <a:pt x="2359" y="4139"/>
                  </a:cubicBezTo>
                  <a:cubicBezTo>
                    <a:pt x="2359" y="3161"/>
                    <a:pt x="3145" y="2375"/>
                    <a:pt x="4123" y="2375"/>
                  </a:cubicBezTo>
                  <a:cubicBezTo>
                    <a:pt x="4236" y="2375"/>
                    <a:pt x="4332" y="2294"/>
                    <a:pt x="4332" y="2166"/>
                  </a:cubicBezTo>
                  <a:cubicBezTo>
                    <a:pt x="4332" y="2054"/>
                    <a:pt x="4236" y="1973"/>
                    <a:pt x="4123" y="1973"/>
                  </a:cubicBezTo>
                  <a:cubicBezTo>
                    <a:pt x="3161" y="1973"/>
                    <a:pt x="2359" y="1187"/>
                    <a:pt x="2359" y="209"/>
                  </a:cubicBezTo>
                  <a:cubicBezTo>
                    <a:pt x="2359" y="80"/>
                    <a:pt x="2278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948150" y="1822475"/>
              <a:ext cx="108325" cy="108325"/>
            </a:xfrm>
            <a:custGeom>
              <a:avLst/>
              <a:gdLst/>
              <a:ahLst/>
              <a:cxnLst/>
              <a:rect l="l" t="t" r="r" b="b"/>
              <a:pathLst>
                <a:path w="4333" h="4333" extrusionOk="0">
                  <a:moveTo>
                    <a:pt x="2167" y="1123"/>
                  </a:moveTo>
                  <a:cubicBezTo>
                    <a:pt x="2391" y="1573"/>
                    <a:pt x="2744" y="1958"/>
                    <a:pt x="3210" y="2166"/>
                  </a:cubicBezTo>
                  <a:cubicBezTo>
                    <a:pt x="2744" y="2375"/>
                    <a:pt x="2375" y="2744"/>
                    <a:pt x="2167" y="3209"/>
                  </a:cubicBezTo>
                  <a:cubicBezTo>
                    <a:pt x="1942" y="2744"/>
                    <a:pt x="1589" y="2359"/>
                    <a:pt x="1124" y="2166"/>
                  </a:cubicBezTo>
                  <a:cubicBezTo>
                    <a:pt x="1589" y="1958"/>
                    <a:pt x="1974" y="1573"/>
                    <a:pt x="2167" y="1123"/>
                  </a:cubicBezTo>
                  <a:close/>
                  <a:moveTo>
                    <a:pt x="2167" y="0"/>
                  </a:moveTo>
                  <a:cubicBezTo>
                    <a:pt x="2055" y="0"/>
                    <a:pt x="1974" y="81"/>
                    <a:pt x="1974" y="193"/>
                  </a:cubicBezTo>
                  <a:cubicBezTo>
                    <a:pt x="1974" y="1156"/>
                    <a:pt x="1188" y="1958"/>
                    <a:pt x="210" y="1958"/>
                  </a:cubicBezTo>
                  <a:cubicBezTo>
                    <a:pt x="81" y="1958"/>
                    <a:pt x="1" y="2038"/>
                    <a:pt x="1" y="2166"/>
                  </a:cubicBezTo>
                  <a:cubicBezTo>
                    <a:pt x="1" y="2279"/>
                    <a:pt x="81" y="2359"/>
                    <a:pt x="210" y="2359"/>
                  </a:cubicBezTo>
                  <a:cubicBezTo>
                    <a:pt x="1188" y="2375"/>
                    <a:pt x="1974" y="3161"/>
                    <a:pt x="1974" y="4124"/>
                  </a:cubicBezTo>
                  <a:cubicBezTo>
                    <a:pt x="1974" y="4252"/>
                    <a:pt x="2055" y="4332"/>
                    <a:pt x="2167" y="4332"/>
                  </a:cubicBezTo>
                  <a:cubicBezTo>
                    <a:pt x="2295" y="4332"/>
                    <a:pt x="2375" y="4252"/>
                    <a:pt x="2375" y="4124"/>
                  </a:cubicBezTo>
                  <a:cubicBezTo>
                    <a:pt x="2375" y="3161"/>
                    <a:pt x="3145" y="2359"/>
                    <a:pt x="4124" y="2359"/>
                  </a:cubicBezTo>
                  <a:cubicBezTo>
                    <a:pt x="4252" y="2359"/>
                    <a:pt x="4333" y="2279"/>
                    <a:pt x="4333" y="2166"/>
                  </a:cubicBezTo>
                  <a:cubicBezTo>
                    <a:pt x="4333" y="2038"/>
                    <a:pt x="4252" y="1958"/>
                    <a:pt x="4124" y="1958"/>
                  </a:cubicBezTo>
                  <a:cubicBezTo>
                    <a:pt x="3178" y="1958"/>
                    <a:pt x="2375" y="1172"/>
                    <a:pt x="2375" y="193"/>
                  </a:cubicBezTo>
                  <a:cubicBezTo>
                    <a:pt x="2375" y="81"/>
                    <a:pt x="2295" y="0"/>
                    <a:pt x="216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819725" y="1314300"/>
              <a:ext cx="318875" cy="318875"/>
            </a:xfrm>
            <a:custGeom>
              <a:avLst/>
              <a:gdLst/>
              <a:ahLst/>
              <a:cxnLst/>
              <a:rect l="l" t="t" r="r" b="b"/>
              <a:pathLst>
                <a:path w="12755" h="12755" extrusionOk="0">
                  <a:moveTo>
                    <a:pt x="6370" y="1829"/>
                  </a:moveTo>
                  <a:cubicBezTo>
                    <a:pt x="6947" y="4075"/>
                    <a:pt x="8712" y="5840"/>
                    <a:pt x="10942" y="6402"/>
                  </a:cubicBezTo>
                  <a:cubicBezTo>
                    <a:pt x="8712" y="6963"/>
                    <a:pt x="6947" y="8728"/>
                    <a:pt x="6370" y="10974"/>
                  </a:cubicBezTo>
                  <a:cubicBezTo>
                    <a:pt x="5792" y="8728"/>
                    <a:pt x="4027" y="6963"/>
                    <a:pt x="1797" y="6402"/>
                  </a:cubicBezTo>
                  <a:cubicBezTo>
                    <a:pt x="4043" y="5824"/>
                    <a:pt x="5808" y="4059"/>
                    <a:pt x="6370" y="1829"/>
                  </a:cubicBezTo>
                  <a:close/>
                  <a:moveTo>
                    <a:pt x="6370" y="0"/>
                  </a:moveTo>
                  <a:cubicBezTo>
                    <a:pt x="6257" y="0"/>
                    <a:pt x="6177" y="81"/>
                    <a:pt x="6177" y="209"/>
                  </a:cubicBezTo>
                  <a:cubicBezTo>
                    <a:pt x="6177" y="3498"/>
                    <a:pt x="3482" y="6177"/>
                    <a:pt x="193" y="6177"/>
                  </a:cubicBezTo>
                  <a:cubicBezTo>
                    <a:pt x="81" y="6177"/>
                    <a:pt x="0" y="6257"/>
                    <a:pt x="0" y="6386"/>
                  </a:cubicBezTo>
                  <a:cubicBezTo>
                    <a:pt x="0" y="6498"/>
                    <a:pt x="81" y="6578"/>
                    <a:pt x="193" y="6578"/>
                  </a:cubicBezTo>
                  <a:cubicBezTo>
                    <a:pt x="3482" y="6578"/>
                    <a:pt x="6177" y="9273"/>
                    <a:pt x="6177" y="12562"/>
                  </a:cubicBezTo>
                  <a:cubicBezTo>
                    <a:pt x="6177" y="12675"/>
                    <a:pt x="6257" y="12755"/>
                    <a:pt x="6370" y="12755"/>
                  </a:cubicBezTo>
                  <a:cubicBezTo>
                    <a:pt x="6498" y="12755"/>
                    <a:pt x="6578" y="12675"/>
                    <a:pt x="6578" y="12562"/>
                  </a:cubicBezTo>
                  <a:cubicBezTo>
                    <a:pt x="6578" y="9273"/>
                    <a:pt x="9257" y="6578"/>
                    <a:pt x="12546" y="6578"/>
                  </a:cubicBezTo>
                  <a:cubicBezTo>
                    <a:pt x="12675" y="6578"/>
                    <a:pt x="12755" y="6498"/>
                    <a:pt x="12755" y="6386"/>
                  </a:cubicBezTo>
                  <a:cubicBezTo>
                    <a:pt x="12755" y="6257"/>
                    <a:pt x="12643" y="6177"/>
                    <a:pt x="12546" y="6177"/>
                  </a:cubicBezTo>
                  <a:cubicBezTo>
                    <a:pt x="9257" y="6177"/>
                    <a:pt x="6578" y="3498"/>
                    <a:pt x="6578" y="209"/>
                  </a:cubicBezTo>
                  <a:cubicBezTo>
                    <a:pt x="6578" y="81"/>
                    <a:pt x="6498" y="0"/>
                    <a:pt x="6370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160550" y="4627275"/>
              <a:ext cx="108325" cy="108300"/>
            </a:xfrm>
            <a:custGeom>
              <a:avLst/>
              <a:gdLst/>
              <a:ahLst/>
              <a:cxnLst/>
              <a:rect l="l" t="t" r="r" b="b"/>
              <a:pathLst>
                <a:path w="4333" h="4332" extrusionOk="0">
                  <a:moveTo>
                    <a:pt x="2167" y="1139"/>
                  </a:moveTo>
                  <a:cubicBezTo>
                    <a:pt x="2391" y="1605"/>
                    <a:pt x="2760" y="1990"/>
                    <a:pt x="3209" y="2182"/>
                  </a:cubicBezTo>
                  <a:cubicBezTo>
                    <a:pt x="2776" y="2391"/>
                    <a:pt x="2391" y="2776"/>
                    <a:pt x="2167" y="3241"/>
                  </a:cubicBezTo>
                  <a:cubicBezTo>
                    <a:pt x="1958" y="2776"/>
                    <a:pt x="1589" y="2391"/>
                    <a:pt x="1124" y="2182"/>
                  </a:cubicBezTo>
                  <a:cubicBezTo>
                    <a:pt x="1589" y="1974"/>
                    <a:pt x="1974" y="1605"/>
                    <a:pt x="2167" y="1139"/>
                  </a:cubicBezTo>
                  <a:close/>
                  <a:moveTo>
                    <a:pt x="2167" y="0"/>
                  </a:moveTo>
                  <a:cubicBezTo>
                    <a:pt x="2054" y="0"/>
                    <a:pt x="1974" y="80"/>
                    <a:pt x="1974" y="209"/>
                  </a:cubicBezTo>
                  <a:cubicBezTo>
                    <a:pt x="1974" y="1171"/>
                    <a:pt x="1188" y="1974"/>
                    <a:pt x="209" y="1974"/>
                  </a:cubicBezTo>
                  <a:cubicBezTo>
                    <a:pt x="81" y="1974"/>
                    <a:pt x="1" y="2054"/>
                    <a:pt x="1" y="2166"/>
                  </a:cubicBezTo>
                  <a:cubicBezTo>
                    <a:pt x="1" y="2294"/>
                    <a:pt x="81" y="2375"/>
                    <a:pt x="209" y="2375"/>
                  </a:cubicBezTo>
                  <a:cubicBezTo>
                    <a:pt x="1172" y="2375"/>
                    <a:pt x="1974" y="3161"/>
                    <a:pt x="1974" y="4139"/>
                  </a:cubicBezTo>
                  <a:cubicBezTo>
                    <a:pt x="1974" y="4252"/>
                    <a:pt x="2054" y="4332"/>
                    <a:pt x="2167" y="4332"/>
                  </a:cubicBezTo>
                  <a:cubicBezTo>
                    <a:pt x="2295" y="4332"/>
                    <a:pt x="2375" y="4252"/>
                    <a:pt x="2375" y="4139"/>
                  </a:cubicBezTo>
                  <a:cubicBezTo>
                    <a:pt x="2375" y="3177"/>
                    <a:pt x="3161" y="2375"/>
                    <a:pt x="4140" y="2375"/>
                  </a:cubicBezTo>
                  <a:cubicBezTo>
                    <a:pt x="4252" y="2375"/>
                    <a:pt x="4332" y="2294"/>
                    <a:pt x="4332" y="2166"/>
                  </a:cubicBezTo>
                  <a:cubicBezTo>
                    <a:pt x="4332" y="2054"/>
                    <a:pt x="4236" y="1974"/>
                    <a:pt x="4140" y="1974"/>
                  </a:cubicBezTo>
                  <a:cubicBezTo>
                    <a:pt x="3177" y="1974"/>
                    <a:pt x="2375" y="1187"/>
                    <a:pt x="2375" y="209"/>
                  </a:cubicBezTo>
                  <a:cubicBezTo>
                    <a:pt x="2375" y="80"/>
                    <a:pt x="2295" y="0"/>
                    <a:pt x="216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585500" y="1203600"/>
              <a:ext cx="153225" cy="153625"/>
            </a:xfrm>
            <a:custGeom>
              <a:avLst/>
              <a:gdLst/>
              <a:ahLst/>
              <a:cxnLst/>
              <a:rect l="l" t="t" r="r" b="b"/>
              <a:pathLst>
                <a:path w="6129" h="6145" extrusionOk="0">
                  <a:moveTo>
                    <a:pt x="3064" y="401"/>
                  </a:moveTo>
                  <a:cubicBezTo>
                    <a:pt x="4524" y="401"/>
                    <a:pt x="5728" y="1605"/>
                    <a:pt x="5728" y="3065"/>
                  </a:cubicBezTo>
                  <a:cubicBezTo>
                    <a:pt x="5728" y="4541"/>
                    <a:pt x="4524" y="5744"/>
                    <a:pt x="3064" y="5744"/>
                  </a:cubicBezTo>
                  <a:cubicBezTo>
                    <a:pt x="1604" y="5744"/>
                    <a:pt x="401" y="4541"/>
                    <a:pt x="401" y="3065"/>
                  </a:cubicBezTo>
                  <a:cubicBezTo>
                    <a:pt x="417" y="1605"/>
                    <a:pt x="1604" y="401"/>
                    <a:pt x="3064" y="401"/>
                  </a:cubicBezTo>
                  <a:close/>
                  <a:moveTo>
                    <a:pt x="3064" y="0"/>
                  </a:moveTo>
                  <a:cubicBezTo>
                    <a:pt x="1380" y="0"/>
                    <a:pt x="0" y="1380"/>
                    <a:pt x="0" y="3065"/>
                  </a:cubicBezTo>
                  <a:cubicBezTo>
                    <a:pt x="16" y="4749"/>
                    <a:pt x="1380" y="6145"/>
                    <a:pt x="3064" y="6145"/>
                  </a:cubicBezTo>
                  <a:cubicBezTo>
                    <a:pt x="4749" y="6145"/>
                    <a:pt x="6129" y="4749"/>
                    <a:pt x="6129" y="3065"/>
                  </a:cubicBezTo>
                  <a:cubicBezTo>
                    <a:pt x="6129" y="1380"/>
                    <a:pt x="4749" y="0"/>
                    <a:pt x="306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059575" y="1067225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72" y="386"/>
                  </a:moveTo>
                  <a:cubicBezTo>
                    <a:pt x="1589" y="386"/>
                    <a:pt x="1926" y="723"/>
                    <a:pt x="1926" y="1140"/>
                  </a:cubicBezTo>
                  <a:cubicBezTo>
                    <a:pt x="1926" y="1573"/>
                    <a:pt x="1589" y="1910"/>
                    <a:pt x="1172" y="1910"/>
                  </a:cubicBezTo>
                  <a:cubicBezTo>
                    <a:pt x="754" y="1910"/>
                    <a:pt x="401" y="1557"/>
                    <a:pt x="401" y="1140"/>
                  </a:cubicBezTo>
                  <a:cubicBezTo>
                    <a:pt x="401" y="739"/>
                    <a:pt x="754" y="386"/>
                    <a:pt x="1172" y="386"/>
                  </a:cubicBezTo>
                  <a:close/>
                  <a:moveTo>
                    <a:pt x="1172" y="1"/>
                  </a:moveTo>
                  <a:cubicBezTo>
                    <a:pt x="530" y="1"/>
                    <a:pt x="0" y="530"/>
                    <a:pt x="0" y="1172"/>
                  </a:cubicBezTo>
                  <a:cubicBezTo>
                    <a:pt x="0" y="1814"/>
                    <a:pt x="530" y="2327"/>
                    <a:pt x="1172" y="2327"/>
                  </a:cubicBezTo>
                  <a:cubicBezTo>
                    <a:pt x="1813" y="2327"/>
                    <a:pt x="2327" y="1814"/>
                    <a:pt x="2327" y="1172"/>
                  </a:cubicBezTo>
                  <a:cubicBezTo>
                    <a:pt x="2327" y="530"/>
                    <a:pt x="1813" y="1"/>
                    <a:pt x="117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030100" y="1106925"/>
              <a:ext cx="58200" cy="58200"/>
            </a:xfrm>
            <a:custGeom>
              <a:avLst/>
              <a:gdLst/>
              <a:ahLst/>
              <a:cxnLst/>
              <a:rect l="l" t="t" r="r" b="b"/>
              <a:pathLst>
                <a:path w="2328" h="2328" extrusionOk="0">
                  <a:moveTo>
                    <a:pt x="1156" y="386"/>
                  </a:moveTo>
                  <a:cubicBezTo>
                    <a:pt x="1589" y="386"/>
                    <a:pt x="1926" y="723"/>
                    <a:pt x="1926" y="1140"/>
                  </a:cubicBezTo>
                  <a:cubicBezTo>
                    <a:pt x="1926" y="1557"/>
                    <a:pt x="1589" y="1894"/>
                    <a:pt x="1156" y="1894"/>
                  </a:cubicBezTo>
                  <a:cubicBezTo>
                    <a:pt x="739" y="1894"/>
                    <a:pt x="402" y="1557"/>
                    <a:pt x="402" y="1140"/>
                  </a:cubicBezTo>
                  <a:cubicBezTo>
                    <a:pt x="402" y="723"/>
                    <a:pt x="739" y="386"/>
                    <a:pt x="1156" y="386"/>
                  </a:cubicBezTo>
                  <a:close/>
                  <a:moveTo>
                    <a:pt x="1156" y="1"/>
                  </a:moveTo>
                  <a:cubicBezTo>
                    <a:pt x="514" y="1"/>
                    <a:pt x="1" y="514"/>
                    <a:pt x="1" y="1156"/>
                  </a:cubicBezTo>
                  <a:cubicBezTo>
                    <a:pt x="1" y="1798"/>
                    <a:pt x="514" y="2327"/>
                    <a:pt x="1156" y="2327"/>
                  </a:cubicBezTo>
                  <a:cubicBezTo>
                    <a:pt x="1798" y="2327"/>
                    <a:pt x="2327" y="1798"/>
                    <a:pt x="2327" y="1156"/>
                  </a:cubicBezTo>
                  <a:cubicBezTo>
                    <a:pt x="2327" y="514"/>
                    <a:pt x="1798" y="1"/>
                    <a:pt x="115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533575" y="4346100"/>
              <a:ext cx="58175" cy="58200"/>
            </a:xfrm>
            <a:custGeom>
              <a:avLst/>
              <a:gdLst/>
              <a:ahLst/>
              <a:cxnLst/>
              <a:rect l="l" t="t" r="r" b="b"/>
              <a:pathLst>
                <a:path w="2327" h="2328" extrusionOk="0">
                  <a:moveTo>
                    <a:pt x="1171" y="418"/>
                  </a:moveTo>
                  <a:cubicBezTo>
                    <a:pt x="1588" y="418"/>
                    <a:pt x="1925" y="771"/>
                    <a:pt x="1925" y="1188"/>
                  </a:cubicBezTo>
                  <a:cubicBezTo>
                    <a:pt x="1925" y="1605"/>
                    <a:pt x="1588" y="1942"/>
                    <a:pt x="1171" y="1942"/>
                  </a:cubicBezTo>
                  <a:cubicBezTo>
                    <a:pt x="754" y="1942"/>
                    <a:pt x="401" y="1605"/>
                    <a:pt x="401" y="1188"/>
                  </a:cubicBezTo>
                  <a:cubicBezTo>
                    <a:pt x="401" y="771"/>
                    <a:pt x="754" y="418"/>
                    <a:pt x="1171" y="418"/>
                  </a:cubicBezTo>
                  <a:close/>
                  <a:moveTo>
                    <a:pt x="1171" y="1"/>
                  </a:moveTo>
                  <a:cubicBezTo>
                    <a:pt x="530" y="1"/>
                    <a:pt x="0" y="530"/>
                    <a:pt x="0" y="1172"/>
                  </a:cubicBezTo>
                  <a:cubicBezTo>
                    <a:pt x="0" y="1798"/>
                    <a:pt x="530" y="2327"/>
                    <a:pt x="1171" y="2327"/>
                  </a:cubicBezTo>
                  <a:cubicBezTo>
                    <a:pt x="1813" y="2327"/>
                    <a:pt x="2326" y="1798"/>
                    <a:pt x="2326" y="1172"/>
                  </a:cubicBezTo>
                  <a:cubicBezTo>
                    <a:pt x="2326" y="530"/>
                    <a:pt x="1813" y="1"/>
                    <a:pt x="1171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728675" y="858675"/>
              <a:ext cx="67400" cy="62175"/>
            </a:xfrm>
            <a:custGeom>
              <a:avLst/>
              <a:gdLst/>
              <a:ahLst/>
              <a:cxnLst/>
              <a:rect l="l" t="t" r="r" b="b"/>
              <a:pathLst>
                <a:path w="2696" h="2487" extrusionOk="0">
                  <a:moveTo>
                    <a:pt x="1348" y="209"/>
                  </a:moveTo>
                  <a:cubicBezTo>
                    <a:pt x="1878" y="209"/>
                    <a:pt x="2295" y="626"/>
                    <a:pt x="2295" y="1139"/>
                  </a:cubicBezTo>
                  <a:cubicBezTo>
                    <a:pt x="2295" y="1669"/>
                    <a:pt x="1878" y="2086"/>
                    <a:pt x="1348" y="2086"/>
                  </a:cubicBezTo>
                  <a:cubicBezTo>
                    <a:pt x="835" y="2086"/>
                    <a:pt x="402" y="1669"/>
                    <a:pt x="402" y="1139"/>
                  </a:cubicBezTo>
                  <a:cubicBezTo>
                    <a:pt x="402" y="626"/>
                    <a:pt x="835" y="209"/>
                    <a:pt x="1348" y="209"/>
                  </a:cubicBezTo>
                  <a:close/>
                  <a:moveTo>
                    <a:pt x="642" y="0"/>
                  </a:moveTo>
                  <a:cubicBezTo>
                    <a:pt x="273" y="241"/>
                    <a:pt x="1" y="658"/>
                    <a:pt x="1" y="1139"/>
                  </a:cubicBezTo>
                  <a:cubicBezTo>
                    <a:pt x="1" y="1893"/>
                    <a:pt x="610" y="2487"/>
                    <a:pt x="1348" y="2487"/>
                  </a:cubicBezTo>
                  <a:cubicBezTo>
                    <a:pt x="2086" y="2487"/>
                    <a:pt x="2696" y="1893"/>
                    <a:pt x="2696" y="1139"/>
                  </a:cubicBezTo>
                  <a:cubicBezTo>
                    <a:pt x="2696" y="658"/>
                    <a:pt x="2439" y="241"/>
                    <a:pt x="205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054175" y="4085000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88" y="402"/>
                  </a:moveTo>
                  <a:cubicBezTo>
                    <a:pt x="1605" y="402"/>
                    <a:pt x="1942" y="738"/>
                    <a:pt x="1942" y="1156"/>
                  </a:cubicBezTo>
                  <a:cubicBezTo>
                    <a:pt x="1942" y="1589"/>
                    <a:pt x="1605" y="1926"/>
                    <a:pt x="1188" y="1926"/>
                  </a:cubicBezTo>
                  <a:cubicBezTo>
                    <a:pt x="755" y="1926"/>
                    <a:pt x="418" y="1573"/>
                    <a:pt x="418" y="1156"/>
                  </a:cubicBezTo>
                  <a:cubicBezTo>
                    <a:pt x="418" y="738"/>
                    <a:pt x="755" y="402"/>
                    <a:pt x="1188" y="402"/>
                  </a:cubicBezTo>
                  <a:close/>
                  <a:moveTo>
                    <a:pt x="1156" y="0"/>
                  </a:moveTo>
                  <a:cubicBezTo>
                    <a:pt x="514" y="0"/>
                    <a:pt x="1" y="514"/>
                    <a:pt x="1" y="1156"/>
                  </a:cubicBezTo>
                  <a:cubicBezTo>
                    <a:pt x="1" y="1797"/>
                    <a:pt x="514" y="2327"/>
                    <a:pt x="1156" y="2327"/>
                  </a:cubicBezTo>
                  <a:cubicBezTo>
                    <a:pt x="1797" y="2327"/>
                    <a:pt x="2327" y="1797"/>
                    <a:pt x="2327" y="1156"/>
                  </a:cubicBezTo>
                  <a:cubicBezTo>
                    <a:pt x="2327" y="514"/>
                    <a:pt x="1797" y="0"/>
                    <a:pt x="115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17100" y="1359625"/>
              <a:ext cx="46550" cy="83050"/>
            </a:xfrm>
            <a:custGeom>
              <a:avLst/>
              <a:gdLst/>
              <a:ahLst/>
              <a:cxnLst/>
              <a:rect l="l" t="t" r="r" b="b"/>
              <a:pathLst>
                <a:path w="1862" h="3322" extrusionOk="0">
                  <a:moveTo>
                    <a:pt x="899" y="658"/>
                  </a:moveTo>
                  <a:lnTo>
                    <a:pt x="899" y="1444"/>
                  </a:lnTo>
                  <a:lnTo>
                    <a:pt x="883" y="1444"/>
                  </a:lnTo>
                  <a:cubicBezTo>
                    <a:pt x="738" y="1396"/>
                    <a:pt x="642" y="1348"/>
                    <a:pt x="578" y="1284"/>
                  </a:cubicBezTo>
                  <a:cubicBezTo>
                    <a:pt x="498" y="1220"/>
                    <a:pt x="482" y="1139"/>
                    <a:pt x="482" y="1027"/>
                  </a:cubicBezTo>
                  <a:cubicBezTo>
                    <a:pt x="482" y="899"/>
                    <a:pt x="514" y="818"/>
                    <a:pt x="594" y="754"/>
                  </a:cubicBezTo>
                  <a:cubicBezTo>
                    <a:pt x="674" y="706"/>
                    <a:pt x="770" y="658"/>
                    <a:pt x="899" y="658"/>
                  </a:cubicBezTo>
                  <a:close/>
                  <a:moveTo>
                    <a:pt x="1027" y="1861"/>
                  </a:moveTo>
                  <a:cubicBezTo>
                    <a:pt x="1155" y="1909"/>
                    <a:pt x="1268" y="1958"/>
                    <a:pt x="1348" y="2022"/>
                  </a:cubicBezTo>
                  <a:cubicBezTo>
                    <a:pt x="1428" y="2086"/>
                    <a:pt x="1460" y="2182"/>
                    <a:pt x="1460" y="2278"/>
                  </a:cubicBezTo>
                  <a:cubicBezTo>
                    <a:pt x="1444" y="2423"/>
                    <a:pt x="1396" y="2503"/>
                    <a:pt x="1348" y="2583"/>
                  </a:cubicBezTo>
                  <a:cubicBezTo>
                    <a:pt x="1268" y="2663"/>
                    <a:pt x="1155" y="2680"/>
                    <a:pt x="1027" y="2680"/>
                  </a:cubicBezTo>
                  <a:lnTo>
                    <a:pt x="1027" y="1861"/>
                  </a:lnTo>
                  <a:close/>
                  <a:moveTo>
                    <a:pt x="883" y="0"/>
                  </a:moveTo>
                  <a:lnTo>
                    <a:pt x="883" y="321"/>
                  </a:lnTo>
                  <a:cubicBezTo>
                    <a:pt x="690" y="321"/>
                    <a:pt x="562" y="337"/>
                    <a:pt x="417" y="401"/>
                  </a:cubicBezTo>
                  <a:cubicBezTo>
                    <a:pt x="273" y="466"/>
                    <a:pt x="177" y="546"/>
                    <a:pt x="113" y="658"/>
                  </a:cubicBezTo>
                  <a:cubicBezTo>
                    <a:pt x="32" y="754"/>
                    <a:pt x="0" y="899"/>
                    <a:pt x="0" y="1027"/>
                  </a:cubicBezTo>
                  <a:cubicBezTo>
                    <a:pt x="0" y="1204"/>
                    <a:pt x="32" y="1316"/>
                    <a:pt x="113" y="1444"/>
                  </a:cubicBezTo>
                  <a:cubicBezTo>
                    <a:pt x="193" y="1540"/>
                    <a:pt x="305" y="1621"/>
                    <a:pt x="401" y="1669"/>
                  </a:cubicBezTo>
                  <a:cubicBezTo>
                    <a:pt x="498" y="1701"/>
                    <a:pt x="658" y="1765"/>
                    <a:pt x="867" y="1829"/>
                  </a:cubicBezTo>
                  <a:lnTo>
                    <a:pt x="867" y="2663"/>
                  </a:lnTo>
                  <a:cubicBezTo>
                    <a:pt x="738" y="2647"/>
                    <a:pt x="642" y="2599"/>
                    <a:pt x="578" y="2519"/>
                  </a:cubicBezTo>
                  <a:cubicBezTo>
                    <a:pt x="514" y="2439"/>
                    <a:pt x="466" y="2359"/>
                    <a:pt x="466" y="2262"/>
                  </a:cubicBezTo>
                  <a:lnTo>
                    <a:pt x="0" y="2262"/>
                  </a:lnTo>
                  <a:cubicBezTo>
                    <a:pt x="16" y="2471"/>
                    <a:pt x="97" y="2647"/>
                    <a:pt x="257" y="2792"/>
                  </a:cubicBezTo>
                  <a:cubicBezTo>
                    <a:pt x="417" y="2920"/>
                    <a:pt x="626" y="3000"/>
                    <a:pt x="867" y="3032"/>
                  </a:cubicBezTo>
                  <a:lnTo>
                    <a:pt x="867" y="3321"/>
                  </a:lnTo>
                  <a:lnTo>
                    <a:pt x="979" y="3321"/>
                  </a:lnTo>
                  <a:lnTo>
                    <a:pt x="979" y="3032"/>
                  </a:lnTo>
                  <a:cubicBezTo>
                    <a:pt x="1171" y="3032"/>
                    <a:pt x="1332" y="2984"/>
                    <a:pt x="1460" y="2920"/>
                  </a:cubicBezTo>
                  <a:cubicBezTo>
                    <a:pt x="1605" y="2872"/>
                    <a:pt x="1701" y="2760"/>
                    <a:pt x="1765" y="2663"/>
                  </a:cubicBezTo>
                  <a:cubicBezTo>
                    <a:pt x="1829" y="2551"/>
                    <a:pt x="1861" y="2423"/>
                    <a:pt x="1861" y="2311"/>
                  </a:cubicBezTo>
                  <a:cubicBezTo>
                    <a:pt x="1861" y="2150"/>
                    <a:pt x="1829" y="2006"/>
                    <a:pt x="1749" y="1909"/>
                  </a:cubicBezTo>
                  <a:cubicBezTo>
                    <a:pt x="1669" y="1797"/>
                    <a:pt x="1621" y="1717"/>
                    <a:pt x="1508" y="1669"/>
                  </a:cubicBezTo>
                  <a:cubicBezTo>
                    <a:pt x="1396" y="1621"/>
                    <a:pt x="1236" y="1556"/>
                    <a:pt x="1075" y="1508"/>
                  </a:cubicBezTo>
                  <a:lnTo>
                    <a:pt x="995" y="1476"/>
                  </a:lnTo>
                  <a:lnTo>
                    <a:pt x="995" y="658"/>
                  </a:lnTo>
                  <a:cubicBezTo>
                    <a:pt x="1107" y="674"/>
                    <a:pt x="1204" y="722"/>
                    <a:pt x="1268" y="786"/>
                  </a:cubicBezTo>
                  <a:cubicBezTo>
                    <a:pt x="1316" y="835"/>
                    <a:pt x="1364" y="915"/>
                    <a:pt x="1380" y="1027"/>
                  </a:cubicBezTo>
                  <a:lnTo>
                    <a:pt x="1845" y="1027"/>
                  </a:lnTo>
                  <a:cubicBezTo>
                    <a:pt x="1829" y="818"/>
                    <a:pt x="1733" y="658"/>
                    <a:pt x="1573" y="546"/>
                  </a:cubicBezTo>
                  <a:cubicBezTo>
                    <a:pt x="1444" y="417"/>
                    <a:pt x="1236" y="337"/>
                    <a:pt x="995" y="321"/>
                  </a:cubicBezTo>
                  <a:lnTo>
                    <a:pt x="995" y="0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869375" y="1330350"/>
              <a:ext cx="143600" cy="143600"/>
            </a:xfrm>
            <a:custGeom>
              <a:avLst/>
              <a:gdLst/>
              <a:ahLst/>
              <a:cxnLst/>
              <a:rect l="l" t="t" r="r" b="b"/>
              <a:pathLst>
                <a:path w="5744" h="5744" extrusionOk="0">
                  <a:moveTo>
                    <a:pt x="2872" y="401"/>
                  </a:moveTo>
                  <a:cubicBezTo>
                    <a:pt x="4236" y="401"/>
                    <a:pt x="5343" y="1508"/>
                    <a:pt x="5343" y="2872"/>
                  </a:cubicBezTo>
                  <a:cubicBezTo>
                    <a:pt x="5343" y="4236"/>
                    <a:pt x="4236" y="5343"/>
                    <a:pt x="2872" y="5343"/>
                  </a:cubicBezTo>
                  <a:cubicBezTo>
                    <a:pt x="1508" y="5343"/>
                    <a:pt x="401" y="4236"/>
                    <a:pt x="401" y="2872"/>
                  </a:cubicBezTo>
                  <a:cubicBezTo>
                    <a:pt x="401" y="1508"/>
                    <a:pt x="1508" y="401"/>
                    <a:pt x="2872" y="401"/>
                  </a:cubicBezTo>
                  <a:close/>
                  <a:moveTo>
                    <a:pt x="2872" y="0"/>
                  </a:moveTo>
                  <a:cubicBezTo>
                    <a:pt x="1284" y="0"/>
                    <a:pt x="0" y="1284"/>
                    <a:pt x="0" y="2872"/>
                  </a:cubicBezTo>
                  <a:cubicBezTo>
                    <a:pt x="0" y="4460"/>
                    <a:pt x="1284" y="5744"/>
                    <a:pt x="2872" y="5744"/>
                  </a:cubicBezTo>
                  <a:cubicBezTo>
                    <a:pt x="4460" y="5744"/>
                    <a:pt x="5744" y="4460"/>
                    <a:pt x="5744" y="2872"/>
                  </a:cubicBezTo>
                  <a:cubicBezTo>
                    <a:pt x="5744" y="1284"/>
                    <a:pt x="4460" y="0"/>
                    <a:pt x="287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838875" y="1299850"/>
              <a:ext cx="204575" cy="204575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4092" y="402"/>
                  </a:moveTo>
                  <a:cubicBezTo>
                    <a:pt x="6129" y="402"/>
                    <a:pt x="7782" y="2070"/>
                    <a:pt x="7782" y="4092"/>
                  </a:cubicBezTo>
                  <a:cubicBezTo>
                    <a:pt x="7798" y="6145"/>
                    <a:pt x="6129" y="7782"/>
                    <a:pt x="4092" y="7782"/>
                  </a:cubicBezTo>
                  <a:cubicBezTo>
                    <a:pt x="2038" y="7782"/>
                    <a:pt x="402" y="6113"/>
                    <a:pt x="402" y="4092"/>
                  </a:cubicBezTo>
                  <a:cubicBezTo>
                    <a:pt x="402" y="2054"/>
                    <a:pt x="2054" y="402"/>
                    <a:pt x="4092" y="402"/>
                  </a:cubicBezTo>
                  <a:close/>
                  <a:moveTo>
                    <a:pt x="4092" y="1"/>
                  </a:moveTo>
                  <a:cubicBezTo>
                    <a:pt x="1830" y="1"/>
                    <a:pt x="1" y="1846"/>
                    <a:pt x="1" y="4092"/>
                  </a:cubicBezTo>
                  <a:cubicBezTo>
                    <a:pt x="1" y="6338"/>
                    <a:pt x="1846" y="8183"/>
                    <a:pt x="4092" y="8183"/>
                  </a:cubicBezTo>
                  <a:cubicBezTo>
                    <a:pt x="6338" y="8183"/>
                    <a:pt x="8183" y="6338"/>
                    <a:pt x="8183" y="4092"/>
                  </a:cubicBezTo>
                  <a:cubicBezTo>
                    <a:pt x="8183" y="1846"/>
                    <a:pt x="6354" y="1"/>
                    <a:pt x="409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684475" y="1244100"/>
              <a:ext cx="513400" cy="435200"/>
            </a:xfrm>
            <a:custGeom>
              <a:avLst/>
              <a:gdLst/>
              <a:ahLst/>
              <a:cxnLst/>
              <a:rect l="l" t="t" r="r" b="b"/>
              <a:pathLst>
                <a:path w="20536" h="17408" extrusionOk="0">
                  <a:moveTo>
                    <a:pt x="17102" y="402"/>
                  </a:moveTo>
                  <a:cubicBezTo>
                    <a:pt x="18787" y="402"/>
                    <a:pt x="20151" y="1766"/>
                    <a:pt x="20151" y="3450"/>
                  </a:cubicBezTo>
                  <a:lnTo>
                    <a:pt x="20151" y="11488"/>
                  </a:lnTo>
                  <a:lnTo>
                    <a:pt x="417" y="11488"/>
                  </a:lnTo>
                  <a:lnTo>
                    <a:pt x="417" y="3450"/>
                  </a:lnTo>
                  <a:cubicBezTo>
                    <a:pt x="417" y="1766"/>
                    <a:pt x="1781" y="402"/>
                    <a:pt x="3465" y="402"/>
                  </a:cubicBezTo>
                  <a:close/>
                  <a:moveTo>
                    <a:pt x="20135" y="11889"/>
                  </a:moveTo>
                  <a:cubicBezTo>
                    <a:pt x="20087" y="13541"/>
                    <a:pt x="18723" y="14841"/>
                    <a:pt x="17086" y="14841"/>
                  </a:cubicBezTo>
                  <a:lnTo>
                    <a:pt x="3465" y="14841"/>
                  </a:lnTo>
                  <a:cubicBezTo>
                    <a:pt x="1813" y="14841"/>
                    <a:pt x="481" y="13525"/>
                    <a:pt x="417" y="11889"/>
                  </a:cubicBezTo>
                  <a:close/>
                  <a:moveTo>
                    <a:pt x="12338" y="15274"/>
                  </a:moveTo>
                  <a:lnTo>
                    <a:pt x="12338" y="16894"/>
                  </a:lnTo>
                  <a:lnTo>
                    <a:pt x="8214" y="16894"/>
                  </a:lnTo>
                  <a:lnTo>
                    <a:pt x="8214" y="15274"/>
                  </a:lnTo>
                  <a:close/>
                  <a:moveTo>
                    <a:pt x="3449" y="1"/>
                  </a:moveTo>
                  <a:cubicBezTo>
                    <a:pt x="1540" y="1"/>
                    <a:pt x="0" y="1557"/>
                    <a:pt x="0" y="3450"/>
                  </a:cubicBezTo>
                  <a:lnTo>
                    <a:pt x="0" y="11825"/>
                  </a:lnTo>
                  <a:cubicBezTo>
                    <a:pt x="16" y="13718"/>
                    <a:pt x="1556" y="15274"/>
                    <a:pt x="3465" y="15274"/>
                  </a:cubicBezTo>
                  <a:lnTo>
                    <a:pt x="7813" y="15274"/>
                  </a:lnTo>
                  <a:lnTo>
                    <a:pt x="7813" y="17007"/>
                  </a:lnTo>
                  <a:lnTo>
                    <a:pt x="6369" y="17007"/>
                  </a:lnTo>
                  <a:cubicBezTo>
                    <a:pt x="6257" y="17007"/>
                    <a:pt x="6177" y="17087"/>
                    <a:pt x="6177" y="17215"/>
                  </a:cubicBezTo>
                  <a:cubicBezTo>
                    <a:pt x="6177" y="17328"/>
                    <a:pt x="6257" y="17408"/>
                    <a:pt x="6369" y="17408"/>
                  </a:cubicBezTo>
                  <a:lnTo>
                    <a:pt x="14183" y="17408"/>
                  </a:lnTo>
                  <a:cubicBezTo>
                    <a:pt x="14295" y="17408"/>
                    <a:pt x="14375" y="17328"/>
                    <a:pt x="14375" y="17215"/>
                  </a:cubicBezTo>
                  <a:cubicBezTo>
                    <a:pt x="14375" y="17087"/>
                    <a:pt x="14295" y="17007"/>
                    <a:pt x="14183" y="17007"/>
                  </a:cubicBezTo>
                  <a:lnTo>
                    <a:pt x="12739" y="17007"/>
                  </a:lnTo>
                  <a:lnTo>
                    <a:pt x="12739" y="15274"/>
                  </a:lnTo>
                  <a:lnTo>
                    <a:pt x="17086" y="15274"/>
                  </a:lnTo>
                  <a:cubicBezTo>
                    <a:pt x="18996" y="15274"/>
                    <a:pt x="20536" y="13718"/>
                    <a:pt x="20536" y="11825"/>
                  </a:cubicBezTo>
                  <a:lnTo>
                    <a:pt x="20536" y="3450"/>
                  </a:lnTo>
                  <a:cubicBezTo>
                    <a:pt x="20536" y="1557"/>
                    <a:pt x="18996" y="1"/>
                    <a:pt x="17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923100" y="1558550"/>
              <a:ext cx="36125" cy="36125"/>
            </a:xfrm>
            <a:custGeom>
              <a:avLst/>
              <a:gdLst/>
              <a:ahLst/>
              <a:cxnLst/>
              <a:rect l="l" t="t" r="r" b="b"/>
              <a:pathLst>
                <a:path w="1445" h="1445" extrusionOk="0">
                  <a:moveTo>
                    <a:pt x="723" y="1"/>
                  </a:moveTo>
                  <a:cubicBezTo>
                    <a:pt x="322" y="1"/>
                    <a:pt x="1" y="322"/>
                    <a:pt x="1" y="723"/>
                  </a:cubicBezTo>
                  <a:cubicBezTo>
                    <a:pt x="1" y="1124"/>
                    <a:pt x="338" y="1445"/>
                    <a:pt x="723" y="1445"/>
                  </a:cubicBezTo>
                  <a:cubicBezTo>
                    <a:pt x="1124" y="1445"/>
                    <a:pt x="1445" y="1124"/>
                    <a:pt x="1445" y="723"/>
                  </a:cubicBezTo>
                  <a:cubicBezTo>
                    <a:pt x="1445" y="322"/>
                    <a:pt x="1124" y="1"/>
                    <a:pt x="723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714450" y="1541825"/>
              <a:ext cx="290825" cy="234950"/>
            </a:xfrm>
            <a:custGeom>
              <a:avLst/>
              <a:gdLst/>
              <a:ahLst/>
              <a:cxnLst/>
              <a:rect l="l" t="t" r="r" b="b"/>
              <a:pathLst>
                <a:path w="11633" h="9398" extrusionOk="0">
                  <a:moveTo>
                    <a:pt x="7958" y="253"/>
                  </a:moveTo>
                  <a:cubicBezTo>
                    <a:pt x="8600" y="253"/>
                    <a:pt x="9178" y="493"/>
                    <a:pt x="9579" y="910"/>
                  </a:cubicBezTo>
                  <a:cubicBezTo>
                    <a:pt x="9590" y="977"/>
                    <a:pt x="9639" y="1013"/>
                    <a:pt x="9695" y="1013"/>
                  </a:cubicBezTo>
                  <a:cubicBezTo>
                    <a:pt x="9720" y="1013"/>
                    <a:pt x="9746" y="1006"/>
                    <a:pt x="9771" y="991"/>
                  </a:cubicBezTo>
                  <a:lnTo>
                    <a:pt x="10381" y="702"/>
                  </a:lnTo>
                  <a:lnTo>
                    <a:pt x="10654" y="590"/>
                  </a:lnTo>
                  <a:lnTo>
                    <a:pt x="10654" y="590"/>
                  </a:lnTo>
                  <a:cubicBezTo>
                    <a:pt x="10477" y="814"/>
                    <a:pt x="10220" y="1071"/>
                    <a:pt x="10044" y="1215"/>
                  </a:cubicBezTo>
                  <a:cubicBezTo>
                    <a:pt x="9996" y="1247"/>
                    <a:pt x="9980" y="1296"/>
                    <a:pt x="9964" y="1328"/>
                  </a:cubicBezTo>
                  <a:lnTo>
                    <a:pt x="9964" y="1376"/>
                  </a:lnTo>
                  <a:cubicBezTo>
                    <a:pt x="9964" y="1424"/>
                    <a:pt x="9964" y="1488"/>
                    <a:pt x="9996" y="1536"/>
                  </a:cubicBezTo>
                  <a:cubicBezTo>
                    <a:pt x="10044" y="1568"/>
                    <a:pt x="10076" y="1616"/>
                    <a:pt x="10140" y="1616"/>
                  </a:cubicBezTo>
                  <a:cubicBezTo>
                    <a:pt x="10140" y="1616"/>
                    <a:pt x="10159" y="1618"/>
                    <a:pt x="10191" y="1618"/>
                  </a:cubicBezTo>
                  <a:cubicBezTo>
                    <a:pt x="10272" y="1618"/>
                    <a:pt x="10443" y="1609"/>
                    <a:pt x="10638" y="1552"/>
                  </a:cubicBezTo>
                  <a:cubicBezTo>
                    <a:pt x="10702" y="1536"/>
                    <a:pt x="10782" y="1504"/>
                    <a:pt x="10878" y="1472"/>
                  </a:cubicBezTo>
                  <a:lnTo>
                    <a:pt x="10878" y="1472"/>
                  </a:lnTo>
                  <a:cubicBezTo>
                    <a:pt x="10798" y="1552"/>
                    <a:pt x="10734" y="1648"/>
                    <a:pt x="10638" y="1729"/>
                  </a:cubicBezTo>
                  <a:cubicBezTo>
                    <a:pt x="10381" y="1985"/>
                    <a:pt x="10220" y="2114"/>
                    <a:pt x="10156" y="2146"/>
                  </a:cubicBezTo>
                  <a:cubicBezTo>
                    <a:pt x="10076" y="2178"/>
                    <a:pt x="10012" y="2258"/>
                    <a:pt x="10012" y="2338"/>
                  </a:cubicBezTo>
                  <a:cubicBezTo>
                    <a:pt x="9916" y="5467"/>
                    <a:pt x="7830" y="8740"/>
                    <a:pt x="4060" y="8932"/>
                  </a:cubicBezTo>
                  <a:cubicBezTo>
                    <a:pt x="3972" y="8938"/>
                    <a:pt x="3884" y="8941"/>
                    <a:pt x="3796" y="8941"/>
                  </a:cubicBezTo>
                  <a:cubicBezTo>
                    <a:pt x="2882" y="8941"/>
                    <a:pt x="1939" y="8641"/>
                    <a:pt x="1076" y="8114"/>
                  </a:cubicBezTo>
                  <a:cubicBezTo>
                    <a:pt x="1188" y="8114"/>
                    <a:pt x="1284" y="8130"/>
                    <a:pt x="1413" y="8130"/>
                  </a:cubicBezTo>
                  <a:cubicBezTo>
                    <a:pt x="2199" y="8130"/>
                    <a:pt x="3001" y="7841"/>
                    <a:pt x="3707" y="7312"/>
                  </a:cubicBezTo>
                  <a:cubicBezTo>
                    <a:pt x="3755" y="7264"/>
                    <a:pt x="3787" y="7183"/>
                    <a:pt x="3787" y="7103"/>
                  </a:cubicBezTo>
                  <a:cubicBezTo>
                    <a:pt x="3755" y="7023"/>
                    <a:pt x="3723" y="6975"/>
                    <a:pt x="3643" y="6943"/>
                  </a:cubicBezTo>
                  <a:cubicBezTo>
                    <a:pt x="3161" y="6814"/>
                    <a:pt x="1894" y="6349"/>
                    <a:pt x="1701" y="5723"/>
                  </a:cubicBezTo>
                  <a:lnTo>
                    <a:pt x="2520" y="5707"/>
                  </a:lnTo>
                  <a:cubicBezTo>
                    <a:pt x="2616" y="5707"/>
                    <a:pt x="2696" y="5627"/>
                    <a:pt x="2712" y="5515"/>
                  </a:cubicBezTo>
                  <a:cubicBezTo>
                    <a:pt x="2728" y="5419"/>
                    <a:pt x="2680" y="5338"/>
                    <a:pt x="2568" y="5306"/>
                  </a:cubicBezTo>
                  <a:cubicBezTo>
                    <a:pt x="2568" y="5306"/>
                    <a:pt x="1958" y="5098"/>
                    <a:pt x="1637" y="4825"/>
                  </a:cubicBezTo>
                  <a:cubicBezTo>
                    <a:pt x="1156" y="4392"/>
                    <a:pt x="883" y="3862"/>
                    <a:pt x="851" y="3510"/>
                  </a:cubicBezTo>
                  <a:lnTo>
                    <a:pt x="851" y="3510"/>
                  </a:lnTo>
                  <a:cubicBezTo>
                    <a:pt x="915" y="3542"/>
                    <a:pt x="963" y="3558"/>
                    <a:pt x="1044" y="3590"/>
                  </a:cubicBezTo>
                  <a:cubicBezTo>
                    <a:pt x="1300" y="3692"/>
                    <a:pt x="1557" y="3703"/>
                    <a:pt x="1666" y="3703"/>
                  </a:cubicBezTo>
                  <a:cubicBezTo>
                    <a:pt x="1693" y="3703"/>
                    <a:pt x="1711" y="3702"/>
                    <a:pt x="1717" y="3702"/>
                  </a:cubicBezTo>
                  <a:cubicBezTo>
                    <a:pt x="1798" y="3702"/>
                    <a:pt x="1878" y="3638"/>
                    <a:pt x="1894" y="3558"/>
                  </a:cubicBezTo>
                  <a:cubicBezTo>
                    <a:pt x="1910" y="3477"/>
                    <a:pt x="1894" y="3381"/>
                    <a:pt x="1814" y="3333"/>
                  </a:cubicBezTo>
                  <a:cubicBezTo>
                    <a:pt x="1653" y="3221"/>
                    <a:pt x="1188" y="2836"/>
                    <a:pt x="1044" y="2483"/>
                  </a:cubicBezTo>
                  <a:cubicBezTo>
                    <a:pt x="851" y="1905"/>
                    <a:pt x="867" y="1231"/>
                    <a:pt x="1011" y="830"/>
                  </a:cubicBezTo>
                  <a:lnTo>
                    <a:pt x="1011" y="830"/>
                  </a:lnTo>
                  <a:cubicBezTo>
                    <a:pt x="1252" y="1135"/>
                    <a:pt x="1749" y="1616"/>
                    <a:pt x="2872" y="2178"/>
                  </a:cubicBezTo>
                  <a:cubicBezTo>
                    <a:pt x="3851" y="2675"/>
                    <a:pt x="4878" y="2980"/>
                    <a:pt x="5680" y="3012"/>
                  </a:cubicBezTo>
                  <a:cubicBezTo>
                    <a:pt x="5696" y="3028"/>
                    <a:pt x="5728" y="3028"/>
                    <a:pt x="5760" y="3028"/>
                  </a:cubicBezTo>
                  <a:cubicBezTo>
                    <a:pt x="5857" y="3028"/>
                    <a:pt x="5969" y="2932"/>
                    <a:pt x="5969" y="2820"/>
                  </a:cubicBezTo>
                  <a:cubicBezTo>
                    <a:pt x="5969" y="2772"/>
                    <a:pt x="5969" y="2755"/>
                    <a:pt x="5953" y="2707"/>
                  </a:cubicBezTo>
                  <a:cubicBezTo>
                    <a:pt x="5905" y="2547"/>
                    <a:pt x="5857" y="2258"/>
                    <a:pt x="5857" y="2050"/>
                  </a:cubicBezTo>
                  <a:cubicBezTo>
                    <a:pt x="5857" y="1055"/>
                    <a:pt x="6803" y="253"/>
                    <a:pt x="7958" y="253"/>
                  </a:cubicBezTo>
                  <a:close/>
                  <a:moveTo>
                    <a:pt x="7727" y="1"/>
                  </a:moveTo>
                  <a:cubicBezTo>
                    <a:pt x="6419" y="1"/>
                    <a:pt x="5423" y="950"/>
                    <a:pt x="5423" y="2098"/>
                  </a:cubicBezTo>
                  <a:cubicBezTo>
                    <a:pt x="5423" y="2210"/>
                    <a:pt x="5439" y="2435"/>
                    <a:pt x="5472" y="2627"/>
                  </a:cubicBezTo>
                  <a:cubicBezTo>
                    <a:pt x="4766" y="2547"/>
                    <a:pt x="3867" y="2274"/>
                    <a:pt x="3017" y="1857"/>
                  </a:cubicBezTo>
                  <a:cubicBezTo>
                    <a:pt x="1348" y="1007"/>
                    <a:pt x="1172" y="429"/>
                    <a:pt x="1172" y="429"/>
                  </a:cubicBezTo>
                  <a:cubicBezTo>
                    <a:pt x="1156" y="349"/>
                    <a:pt x="1108" y="285"/>
                    <a:pt x="1027" y="269"/>
                  </a:cubicBezTo>
                  <a:cubicBezTo>
                    <a:pt x="1009" y="265"/>
                    <a:pt x="990" y="263"/>
                    <a:pt x="971" y="263"/>
                  </a:cubicBezTo>
                  <a:cubicBezTo>
                    <a:pt x="912" y="263"/>
                    <a:pt x="859" y="284"/>
                    <a:pt x="835" y="333"/>
                  </a:cubicBezTo>
                  <a:cubicBezTo>
                    <a:pt x="482" y="686"/>
                    <a:pt x="322" y="1793"/>
                    <a:pt x="642" y="2659"/>
                  </a:cubicBezTo>
                  <a:cubicBezTo>
                    <a:pt x="723" y="2852"/>
                    <a:pt x="851" y="3060"/>
                    <a:pt x="995" y="3221"/>
                  </a:cubicBezTo>
                  <a:cubicBezTo>
                    <a:pt x="851" y="3157"/>
                    <a:pt x="787" y="3108"/>
                    <a:pt x="787" y="3108"/>
                  </a:cubicBezTo>
                  <a:cubicBezTo>
                    <a:pt x="763" y="3085"/>
                    <a:pt x="714" y="3070"/>
                    <a:pt x="664" y="3070"/>
                  </a:cubicBezTo>
                  <a:cubicBezTo>
                    <a:pt x="646" y="3070"/>
                    <a:pt x="628" y="3072"/>
                    <a:pt x="610" y="3076"/>
                  </a:cubicBezTo>
                  <a:cubicBezTo>
                    <a:pt x="546" y="3092"/>
                    <a:pt x="482" y="3141"/>
                    <a:pt x="466" y="3189"/>
                  </a:cubicBezTo>
                  <a:cubicBezTo>
                    <a:pt x="241" y="3718"/>
                    <a:pt x="626" y="4584"/>
                    <a:pt x="1332" y="5194"/>
                  </a:cubicBezTo>
                  <a:cubicBezTo>
                    <a:pt x="1413" y="5290"/>
                    <a:pt x="1509" y="5338"/>
                    <a:pt x="1605" y="5403"/>
                  </a:cubicBezTo>
                  <a:lnTo>
                    <a:pt x="1445" y="5403"/>
                  </a:lnTo>
                  <a:cubicBezTo>
                    <a:pt x="1348" y="5403"/>
                    <a:pt x="1268" y="5483"/>
                    <a:pt x="1252" y="5579"/>
                  </a:cubicBezTo>
                  <a:cubicBezTo>
                    <a:pt x="1188" y="6461"/>
                    <a:pt x="2439" y="7023"/>
                    <a:pt x="3113" y="7264"/>
                  </a:cubicBezTo>
                  <a:cubicBezTo>
                    <a:pt x="2568" y="7617"/>
                    <a:pt x="1990" y="7793"/>
                    <a:pt x="1413" y="7793"/>
                  </a:cubicBezTo>
                  <a:cubicBezTo>
                    <a:pt x="1027" y="7793"/>
                    <a:pt x="642" y="7729"/>
                    <a:pt x="289" y="7633"/>
                  </a:cubicBezTo>
                  <a:cubicBezTo>
                    <a:pt x="273" y="7630"/>
                    <a:pt x="258" y="7629"/>
                    <a:pt x="243" y="7629"/>
                  </a:cubicBezTo>
                  <a:cubicBezTo>
                    <a:pt x="167" y="7629"/>
                    <a:pt x="102" y="7662"/>
                    <a:pt x="49" y="7729"/>
                  </a:cubicBezTo>
                  <a:cubicBezTo>
                    <a:pt x="1" y="7809"/>
                    <a:pt x="33" y="7905"/>
                    <a:pt x="81" y="7970"/>
                  </a:cubicBezTo>
                  <a:cubicBezTo>
                    <a:pt x="1204" y="8884"/>
                    <a:pt x="2520" y="9397"/>
                    <a:pt x="3819" y="9397"/>
                  </a:cubicBezTo>
                  <a:lnTo>
                    <a:pt x="4076" y="9397"/>
                  </a:lnTo>
                  <a:cubicBezTo>
                    <a:pt x="8055" y="9189"/>
                    <a:pt x="10252" y="5804"/>
                    <a:pt x="10413" y="2531"/>
                  </a:cubicBezTo>
                  <a:cubicBezTo>
                    <a:pt x="10509" y="2467"/>
                    <a:pt x="10702" y="2338"/>
                    <a:pt x="10942" y="2066"/>
                  </a:cubicBezTo>
                  <a:cubicBezTo>
                    <a:pt x="11343" y="1665"/>
                    <a:pt x="11600" y="1215"/>
                    <a:pt x="11600" y="1183"/>
                  </a:cubicBezTo>
                  <a:cubicBezTo>
                    <a:pt x="11632" y="1103"/>
                    <a:pt x="11616" y="1023"/>
                    <a:pt x="11584" y="975"/>
                  </a:cubicBezTo>
                  <a:cubicBezTo>
                    <a:pt x="11552" y="932"/>
                    <a:pt x="11499" y="910"/>
                    <a:pt x="11443" y="910"/>
                  </a:cubicBezTo>
                  <a:cubicBezTo>
                    <a:pt x="11415" y="910"/>
                    <a:pt x="11386" y="916"/>
                    <a:pt x="11359" y="927"/>
                  </a:cubicBezTo>
                  <a:cubicBezTo>
                    <a:pt x="11231" y="975"/>
                    <a:pt x="10974" y="1087"/>
                    <a:pt x="10782" y="1167"/>
                  </a:cubicBezTo>
                  <a:cubicBezTo>
                    <a:pt x="10990" y="943"/>
                    <a:pt x="11199" y="686"/>
                    <a:pt x="11263" y="509"/>
                  </a:cubicBezTo>
                  <a:cubicBezTo>
                    <a:pt x="11295" y="381"/>
                    <a:pt x="11279" y="301"/>
                    <a:pt x="11231" y="221"/>
                  </a:cubicBezTo>
                  <a:cubicBezTo>
                    <a:pt x="11231" y="205"/>
                    <a:pt x="11215" y="189"/>
                    <a:pt x="11199" y="189"/>
                  </a:cubicBezTo>
                  <a:lnTo>
                    <a:pt x="11183" y="189"/>
                  </a:lnTo>
                  <a:lnTo>
                    <a:pt x="11167" y="172"/>
                  </a:lnTo>
                  <a:cubicBezTo>
                    <a:pt x="11167" y="172"/>
                    <a:pt x="11135" y="172"/>
                    <a:pt x="11135" y="140"/>
                  </a:cubicBezTo>
                  <a:lnTo>
                    <a:pt x="11119" y="140"/>
                  </a:lnTo>
                  <a:cubicBezTo>
                    <a:pt x="11103" y="140"/>
                    <a:pt x="11087" y="124"/>
                    <a:pt x="11055" y="124"/>
                  </a:cubicBezTo>
                  <a:cubicBezTo>
                    <a:pt x="11039" y="124"/>
                    <a:pt x="11023" y="124"/>
                    <a:pt x="11007" y="140"/>
                  </a:cubicBezTo>
                  <a:lnTo>
                    <a:pt x="10252" y="461"/>
                  </a:lnTo>
                  <a:lnTo>
                    <a:pt x="9771" y="686"/>
                  </a:lnTo>
                  <a:cubicBezTo>
                    <a:pt x="9322" y="253"/>
                    <a:pt x="8648" y="12"/>
                    <a:pt x="7974" y="12"/>
                  </a:cubicBezTo>
                  <a:cubicBezTo>
                    <a:pt x="7891" y="5"/>
                    <a:pt x="7808" y="1"/>
                    <a:pt x="772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331900" y="858250"/>
              <a:ext cx="321700" cy="283600"/>
            </a:xfrm>
            <a:custGeom>
              <a:avLst/>
              <a:gdLst/>
              <a:ahLst/>
              <a:cxnLst/>
              <a:rect l="l" t="t" r="r" b="b"/>
              <a:pathLst>
                <a:path w="12868" h="11344" extrusionOk="0">
                  <a:moveTo>
                    <a:pt x="9932" y="1"/>
                  </a:moveTo>
                  <a:cubicBezTo>
                    <a:pt x="11472" y="1092"/>
                    <a:pt x="12467" y="2889"/>
                    <a:pt x="12467" y="4910"/>
                  </a:cubicBezTo>
                  <a:cubicBezTo>
                    <a:pt x="12467" y="8247"/>
                    <a:pt x="9771" y="10943"/>
                    <a:pt x="6434" y="10943"/>
                  </a:cubicBezTo>
                  <a:cubicBezTo>
                    <a:pt x="5392" y="10943"/>
                    <a:pt x="4349" y="10670"/>
                    <a:pt x="3434" y="10140"/>
                  </a:cubicBezTo>
                  <a:cubicBezTo>
                    <a:pt x="3386" y="10124"/>
                    <a:pt x="3370" y="10124"/>
                    <a:pt x="3322" y="10124"/>
                  </a:cubicBezTo>
                  <a:cubicBezTo>
                    <a:pt x="3306" y="10124"/>
                    <a:pt x="3290" y="10124"/>
                    <a:pt x="3274" y="10140"/>
                  </a:cubicBezTo>
                  <a:lnTo>
                    <a:pt x="1172" y="10862"/>
                  </a:lnTo>
                  <a:lnTo>
                    <a:pt x="1172" y="10862"/>
                  </a:lnTo>
                  <a:lnTo>
                    <a:pt x="1605" y="8648"/>
                  </a:lnTo>
                  <a:cubicBezTo>
                    <a:pt x="1621" y="8584"/>
                    <a:pt x="1605" y="8520"/>
                    <a:pt x="1573" y="8488"/>
                  </a:cubicBezTo>
                  <a:cubicBezTo>
                    <a:pt x="803" y="7445"/>
                    <a:pt x="402" y="6210"/>
                    <a:pt x="402" y="4958"/>
                  </a:cubicBezTo>
                  <a:cubicBezTo>
                    <a:pt x="402" y="2921"/>
                    <a:pt x="1413" y="1124"/>
                    <a:pt x="2953" y="33"/>
                  </a:cubicBezTo>
                  <a:lnTo>
                    <a:pt x="2295" y="33"/>
                  </a:lnTo>
                  <a:cubicBezTo>
                    <a:pt x="899" y="1204"/>
                    <a:pt x="1" y="2969"/>
                    <a:pt x="1" y="4926"/>
                  </a:cubicBezTo>
                  <a:cubicBezTo>
                    <a:pt x="1" y="6274"/>
                    <a:pt x="402" y="7541"/>
                    <a:pt x="1188" y="8648"/>
                  </a:cubicBezTo>
                  <a:lnTo>
                    <a:pt x="707" y="11135"/>
                  </a:lnTo>
                  <a:cubicBezTo>
                    <a:pt x="691" y="11215"/>
                    <a:pt x="723" y="11263"/>
                    <a:pt x="771" y="11312"/>
                  </a:cubicBezTo>
                  <a:cubicBezTo>
                    <a:pt x="803" y="11344"/>
                    <a:pt x="851" y="11344"/>
                    <a:pt x="899" y="11344"/>
                  </a:cubicBezTo>
                  <a:cubicBezTo>
                    <a:pt x="931" y="11344"/>
                    <a:pt x="947" y="11344"/>
                    <a:pt x="964" y="11328"/>
                  </a:cubicBezTo>
                  <a:lnTo>
                    <a:pt x="3306" y="10525"/>
                  </a:lnTo>
                  <a:cubicBezTo>
                    <a:pt x="4268" y="11071"/>
                    <a:pt x="5327" y="11344"/>
                    <a:pt x="6434" y="11344"/>
                  </a:cubicBezTo>
                  <a:cubicBezTo>
                    <a:pt x="9996" y="11344"/>
                    <a:pt x="12868" y="8456"/>
                    <a:pt x="12868" y="4910"/>
                  </a:cubicBezTo>
                  <a:cubicBezTo>
                    <a:pt x="12868" y="2937"/>
                    <a:pt x="11985" y="1172"/>
                    <a:pt x="10590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391275" y="889250"/>
              <a:ext cx="201775" cy="185625"/>
            </a:xfrm>
            <a:custGeom>
              <a:avLst/>
              <a:gdLst/>
              <a:ahLst/>
              <a:cxnLst/>
              <a:rect l="l" t="t" r="r" b="b"/>
              <a:pathLst>
                <a:path w="8071" h="7425" extrusionOk="0">
                  <a:moveTo>
                    <a:pt x="1557" y="365"/>
                  </a:moveTo>
                  <a:cubicBezTo>
                    <a:pt x="1797" y="365"/>
                    <a:pt x="1910" y="429"/>
                    <a:pt x="1958" y="462"/>
                  </a:cubicBezTo>
                  <a:cubicBezTo>
                    <a:pt x="2054" y="638"/>
                    <a:pt x="2455" y="1601"/>
                    <a:pt x="2599" y="1954"/>
                  </a:cubicBezTo>
                  <a:cubicBezTo>
                    <a:pt x="2599" y="1954"/>
                    <a:pt x="2648" y="2082"/>
                    <a:pt x="2551" y="2210"/>
                  </a:cubicBezTo>
                  <a:cubicBezTo>
                    <a:pt x="2439" y="2403"/>
                    <a:pt x="2134" y="2708"/>
                    <a:pt x="2134" y="2708"/>
                  </a:cubicBezTo>
                  <a:lnTo>
                    <a:pt x="2118" y="2724"/>
                  </a:lnTo>
                  <a:cubicBezTo>
                    <a:pt x="2022" y="2852"/>
                    <a:pt x="1893" y="3157"/>
                    <a:pt x="2118" y="3430"/>
                  </a:cubicBezTo>
                  <a:cubicBezTo>
                    <a:pt x="2166" y="3478"/>
                    <a:pt x="2182" y="3510"/>
                    <a:pt x="2214" y="3574"/>
                  </a:cubicBezTo>
                  <a:cubicBezTo>
                    <a:pt x="2407" y="3831"/>
                    <a:pt x="2664" y="4216"/>
                    <a:pt x="3145" y="4681"/>
                  </a:cubicBezTo>
                  <a:cubicBezTo>
                    <a:pt x="3722" y="5259"/>
                    <a:pt x="4781" y="5660"/>
                    <a:pt x="4845" y="5676"/>
                  </a:cubicBezTo>
                  <a:cubicBezTo>
                    <a:pt x="4862" y="5676"/>
                    <a:pt x="4862" y="5676"/>
                    <a:pt x="4894" y="5692"/>
                  </a:cubicBezTo>
                  <a:cubicBezTo>
                    <a:pt x="4898" y="5692"/>
                    <a:pt x="4921" y="5694"/>
                    <a:pt x="4955" y="5694"/>
                  </a:cubicBezTo>
                  <a:cubicBezTo>
                    <a:pt x="5041" y="5694"/>
                    <a:pt x="5196" y="5678"/>
                    <a:pt x="5311" y="5563"/>
                  </a:cubicBezTo>
                  <a:cubicBezTo>
                    <a:pt x="5407" y="5451"/>
                    <a:pt x="5856" y="4890"/>
                    <a:pt x="5952" y="4777"/>
                  </a:cubicBezTo>
                  <a:cubicBezTo>
                    <a:pt x="5965" y="4764"/>
                    <a:pt x="6020" y="4720"/>
                    <a:pt x="6099" y="4720"/>
                  </a:cubicBezTo>
                  <a:cubicBezTo>
                    <a:pt x="6118" y="4720"/>
                    <a:pt x="6139" y="4723"/>
                    <a:pt x="6161" y="4729"/>
                  </a:cubicBezTo>
                  <a:cubicBezTo>
                    <a:pt x="6450" y="4857"/>
                    <a:pt x="7653" y="5451"/>
                    <a:pt x="7669" y="5483"/>
                  </a:cubicBezTo>
                  <a:cubicBezTo>
                    <a:pt x="7669" y="5483"/>
                    <a:pt x="7685" y="5499"/>
                    <a:pt x="7685" y="5563"/>
                  </a:cubicBezTo>
                  <a:cubicBezTo>
                    <a:pt x="7685" y="5772"/>
                    <a:pt x="7589" y="6221"/>
                    <a:pt x="7493" y="6333"/>
                  </a:cubicBezTo>
                  <a:lnTo>
                    <a:pt x="7477" y="6366"/>
                  </a:lnTo>
                  <a:cubicBezTo>
                    <a:pt x="7284" y="6542"/>
                    <a:pt x="6835" y="7007"/>
                    <a:pt x="6145" y="7007"/>
                  </a:cubicBezTo>
                  <a:cubicBezTo>
                    <a:pt x="5471" y="7007"/>
                    <a:pt x="3626" y="6398"/>
                    <a:pt x="2664" y="5435"/>
                  </a:cubicBezTo>
                  <a:cubicBezTo>
                    <a:pt x="1781" y="4553"/>
                    <a:pt x="835" y="3510"/>
                    <a:pt x="642" y="2611"/>
                  </a:cubicBezTo>
                  <a:cubicBezTo>
                    <a:pt x="369" y="1681"/>
                    <a:pt x="434" y="1360"/>
                    <a:pt x="642" y="1071"/>
                  </a:cubicBezTo>
                  <a:cubicBezTo>
                    <a:pt x="819" y="750"/>
                    <a:pt x="1123" y="397"/>
                    <a:pt x="1252" y="381"/>
                  </a:cubicBezTo>
                  <a:cubicBezTo>
                    <a:pt x="1380" y="365"/>
                    <a:pt x="1476" y="365"/>
                    <a:pt x="1557" y="365"/>
                  </a:cubicBezTo>
                  <a:close/>
                  <a:moveTo>
                    <a:pt x="1593" y="1"/>
                  </a:moveTo>
                  <a:cubicBezTo>
                    <a:pt x="1480" y="1"/>
                    <a:pt x="1356" y="10"/>
                    <a:pt x="1220" y="28"/>
                  </a:cubicBezTo>
                  <a:cubicBezTo>
                    <a:pt x="803" y="77"/>
                    <a:pt x="401" y="750"/>
                    <a:pt x="305" y="879"/>
                  </a:cubicBezTo>
                  <a:cubicBezTo>
                    <a:pt x="16" y="1328"/>
                    <a:pt x="0" y="1793"/>
                    <a:pt x="209" y="2756"/>
                  </a:cubicBezTo>
                  <a:cubicBezTo>
                    <a:pt x="417" y="3718"/>
                    <a:pt x="1396" y="4793"/>
                    <a:pt x="2343" y="5740"/>
                  </a:cubicBezTo>
                  <a:cubicBezTo>
                    <a:pt x="3353" y="6767"/>
                    <a:pt x="5263" y="7424"/>
                    <a:pt x="6129" y="7424"/>
                  </a:cubicBezTo>
                  <a:cubicBezTo>
                    <a:pt x="6979" y="7424"/>
                    <a:pt x="7541" y="6863"/>
                    <a:pt x="7733" y="6654"/>
                  </a:cubicBezTo>
                  <a:lnTo>
                    <a:pt x="7749" y="6638"/>
                  </a:lnTo>
                  <a:cubicBezTo>
                    <a:pt x="7990" y="6398"/>
                    <a:pt x="8070" y="5772"/>
                    <a:pt x="8070" y="5579"/>
                  </a:cubicBezTo>
                  <a:cubicBezTo>
                    <a:pt x="8070" y="5323"/>
                    <a:pt x="7910" y="5178"/>
                    <a:pt x="7813" y="5130"/>
                  </a:cubicBezTo>
                  <a:cubicBezTo>
                    <a:pt x="7717" y="5082"/>
                    <a:pt x="6594" y="4537"/>
                    <a:pt x="6305" y="4392"/>
                  </a:cubicBezTo>
                  <a:cubicBezTo>
                    <a:pt x="6217" y="4350"/>
                    <a:pt x="6134" y="4333"/>
                    <a:pt x="6059" y="4333"/>
                  </a:cubicBezTo>
                  <a:cubicBezTo>
                    <a:pt x="5846" y="4333"/>
                    <a:pt x="5691" y="4466"/>
                    <a:pt x="5632" y="4537"/>
                  </a:cubicBezTo>
                  <a:cubicBezTo>
                    <a:pt x="5423" y="4793"/>
                    <a:pt x="5086" y="5210"/>
                    <a:pt x="5022" y="5275"/>
                  </a:cubicBezTo>
                  <a:cubicBezTo>
                    <a:pt x="5006" y="5291"/>
                    <a:pt x="4990" y="5291"/>
                    <a:pt x="4958" y="5291"/>
                  </a:cubicBezTo>
                  <a:cubicBezTo>
                    <a:pt x="4813" y="5243"/>
                    <a:pt x="3899" y="4874"/>
                    <a:pt x="3450" y="4392"/>
                  </a:cubicBezTo>
                  <a:cubicBezTo>
                    <a:pt x="3000" y="3959"/>
                    <a:pt x="2744" y="3574"/>
                    <a:pt x="2551" y="3333"/>
                  </a:cubicBezTo>
                  <a:cubicBezTo>
                    <a:pt x="2519" y="3269"/>
                    <a:pt x="2471" y="3237"/>
                    <a:pt x="2455" y="3189"/>
                  </a:cubicBezTo>
                  <a:cubicBezTo>
                    <a:pt x="2407" y="3093"/>
                    <a:pt x="2439" y="3012"/>
                    <a:pt x="2455" y="2996"/>
                  </a:cubicBezTo>
                  <a:cubicBezTo>
                    <a:pt x="2519" y="2932"/>
                    <a:pt x="2808" y="2643"/>
                    <a:pt x="2920" y="2451"/>
                  </a:cubicBezTo>
                  <a:cubicBezTo>
                    <a:pt x="3081" y="2210"/>
                    <a:pt x="3033" y="1954"/>
                    <a:pt x="2984" y="1825"/>
                  </a:cubicBezTo>
                  <a:cubicBezTo>
                    <a:pt x="2952" y="1761"/>
                    <a:pt x="2439" y="526"/>
                    <a:pt x="2311" y="301"/>
                  </a:cubicBezTo>
                  <a:cubicBezTo>
                    <a:pt x="2212" y="103"/>
                    <a:pt x="1970" y="1"/>
                    <a:pt x="1593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556425" y="4536625"/>
              <a:ext cx="32125" cy="32100"/>
            </a:xfrm>
            <a:custGeom>
              <a:avLst/>
              <a:gdLst/>
              <a:ahLst/>
              <a:cxnLst/>
              <a:rect l="l" t="t" r="r" b="b"/>
              <a:pathLst>
                <a:path w="1285" h="1284" extrusionOk="0">
                  <a:moveTo>
                    <a:pt x="642" y="0"/>
                  </a:moveTo>
                  <a:cubicBezTo>
                    <a:pt x="273" y="0"/>
                    <a:pt x="1" y="289"/>
                    <a:pt x="1" y="642"/>
                  </a:cubicBezTo>
                  <a:cubicBezTo>
                    <a:pt x="1" y="1011"/>
                    <a:pt x="273" y="1284"/>
                    <a:pt x="642" y="1284"/>
                  </a:cubicBezTo>
                  <a:cubicBezTo>
                    <a:pt x="995" y="1284"/>
                    <a:pt x="1284" y="1011"/>
                    <a:pt x="1284" y="642"/>
                  </a:cubicBezTo>
                  <a:cubicBezTo>
                    <a:pt x="1268" y="305"/>
                    <a:pt x="995" y="0"/>
                    <a:pt x="64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416850" y="4560275"/>
              <a:ext cx="149625" cy="149250"/>
            </a:xfrm>
            <a:custGeom>
              <a:avLst/>
              <a:gdLst/>
              <a:ahLst/>
              <a:cxnLst/>
              <a:rect l="l" t="t" r="r" b="b"/>
              <a:pathLst>
                <a:path w="5985" h="5970" extrusionOk="0">
                  <a:moveTo>
                    <a:pt x="2985" y="402"/>
                  </a:moveTo>
                  <a:cubicBezTo>
                    <a:pt x="4412" y="402"/>
                    <a:pt x="5584" y="1557"/>
                    <a:pt x="5584" y="2985"/>
                  </a:cubicBezTo>
                  <a:cubicBezTo>
                    <a:pt x="5584" y="4413"/>
                    <a:pt x="4412" y="5568"/>
                    <a:pt x="2985" y="5568"/>
                  </a:cubicBezTo>
                  <a:cubicBezTo>
                    <a:pt x="1573" y="5568"/>
                    <a:pt x="402" y="4413"/>
                    <a:pt x="402" y="2985"/>
                  </a:cubicBezTo>
                  <a:cubicBezTo>
                    <a:pt x="402" y="1557"/>
                    <a:pt x="1557" y="402"/>
                    <a:pt x="2985" y="402"/>
                  </a:cubicBezTo>
                  <a:close/>
                  <a:moveTo>
                    <a:pt x="2985" y="1"/>
                  </a:moveTo>
                  <a:cubicBezTo>
                    <a:pt x="1348" y="1"/>
                    <a:pt x="0" y="1349"/>
                    <a:pt x="0" y="2985"/>
                  </a:cubicBezTo>
                  <a:cubicBezTo>
                    <a:pt x="0" y="4638"/>
                    <a:pt x="1348" y="5969"/>
                    <a:pt x="2985" y="5969"/>
                  </a:cubicBezTo>
                  <a:cubicBezTo>
                    <a:pt x="4637" y="5969"/>
                    <a:pt x="5985" y="4621"/>
                    <a:pt x="5985" y="2985"/>
                  </a:cubicBezTo>
                  <a:cubicBezTo>
                    <a:pt x="5985" y="1349"/>
                    <a:pt x="4637" y="1"/>
                    <a:pt x="298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44250" y="4494100"/>
              <a:ext cx="294425" cy="281200"/>
            </a:xfrm>
            <a:custGeom>
              <a:avLst/>
              <a:gdLst/>
              <a:ahLst/>
              <a:cxnLst/>
              <a:rect l="l" t="t" r="r" b="b"/>
              <a:pathLst>
                <a:path w="11777" h="11248" extrusionOk="0">
                  <a:moveTo>
                    <a:pt x="7509" y="402"/>
                  </a:moveTo>
                  <a:cubicBezTo>
                    <a:pt x="9643" y="402"/>
                    <a:pt x="11359" y="2119"/>
                    <a:pt x="11359" y="4252"/>
                  </a:cubicBezTo>
                  <a:lnTo>
                    <a:pt x="11359" y="6996"/>
                  </a:lnTo>
                  <a:cubicBezTo>
                    <a:pt x="11359" y="9129"/>
                    <a:pt x="9643" y="10846"/>
                    <a:pt x="7509" y="10846"/>
                  </a:cubicBezTo>
                  <a:lnTo>
                    <a:pt x="4252" y="10846"/>
                  </a:lnTo>
                  <a:cubicBezTo>
                    <a:pt x="2118" y="10846"/>
                    <a:pt x="402" y="9129"/>
                    <a:pt x="402" y="6996"/>
                  </a:cubicBezTo>
                  <a:lnTo>
                    <a:pt x="402" y="4252"/>
                  </a:lnTo>
                  <a:cubicBezTo>
                    <a:pt x="402" y="2119"/>
                    <a:pt x="2118" y="402"/>
                    <a:pt x="4252" y="402"/>
                  </a:cubicBezTo>
                  <a:close/>
                  <a:moveTo>
                    <a:pt x="4252" y="1"/>
                  </a:moveTo>
                  <a:cubicBezTo>
                    <a:pt x="1910" y="1"/>
                    <a:pt x="1" y="1910"/>
                    <a:pt x="1" y="4252"/>
                  </a:cubicBezTo>
                  <a:lnTo>
                    <a:pt x="1" y="6996"/>
                  </a:lnTo>
                  <a:cubicBezTo>
                    <a:pt x="1" y="9338"/>
                    <a:pt x="1910" y="11247"/>
                    <a:pt x="4252" y="11247"/>
                  </a:cubicBezTo>
                  <a:lnTo>
                    <a:pt x="7525" y="11247"/>
                  </a:lnTo>
                  <a:cubicBezTo>
                    <a:pt x="9867" y="11247"/>
                    <a:pt x="11776" y="9338"/>
                    <a:pt x="11776" y="6996"/>
                  </a:cubicBezTo>
                  <a:lnTo>
                    <a:pt x="11776" y="4252"/>
                  </a:lnTo>
                  <a:cubicBezTo>
                    <a:pt x="11760" y="1910"/>
                    <a:pt x="9867" y="1"/>
                    <a:pt x="752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71925" y="928450"/>
              <a:ext cx="415950" cy="383875"/>
            </a:xfrm>
            <a:custGeom>
              <a:avLst/>
              <a:gdLst/>
              <a:ahLst/>
              <a:cxnLst/>
              <a:rect l="l" t="t" r="r" b="b"/>
              <a:pathLst>
                <a:path w="16638" h="15355" extrusionOk="0">
                  <a:moveTo>
                    <a:pt x="11022" y="434"/>
                  </a:moveTo>
                  <a:cubicBezTo>
                    <a:pt x="13926" y="434"/>
                    <a:pt x="16285" y="2776"/>
                    <a:pt x="16285" y="5696"/>
                  </a:cubicBezTo>
                  <a:cubicBezTo>
                    <a:pt x="16237" y="8536"/>
                    <a:pt x="13862" y="10894"/>
                    <a:pt x="10990" y="10894"/>
                  </a:cubicBezTo>
                  <a:cubicBezTo>
                    <a:pt x="10429" y="10894"/>
                    <a:pt x="9835" y="10782"/>
                    <a:pt x="9322" y="10605"/>
                  </a:cubicBezTo>
                  <a:cubicBezTo>
                    <a:pt x="9306" y="10605"/>
                    <a:pt x="9274" y="10589"/>
                    <a:pt x="9258" y="10589"/>
                  </a:cubicBezTo>
                  <a:cubicBezTo>
                    <a:pt x="9177" y="10573"/>
                    <a:pt x="9097" y="10525"/>
                    <a:pt x="9033" y="10509"/>
                  </a:cubicBezTo>
                  <a:cubicBezTo>
                    <a:pt x="9001" y="10493"/>
                    <a:pt x="8953" y="10461"/>
                    <a:pt x="8937" y="10461"/>
                  </a:cubicBezTo>
                  <a:cubicBezTo>
                    <a:pt x="8873" y="10445"/>
                    <a:pt x="8824" y="10413"/>
                    <a:pt x="8760" y="10381"/>
                  </a:cubicBezTo>
                  <a:cubicBezTo>
                    <a:pt x="8712" y="10365"/>
                    <a:pt x="8696" y="10349"/>
                    <a:pt x="8664" y="10349"/>
                  </a:cubicBezTo>
                  <a:cubicBezTo>
                    <a:pt x="8584" y="10300"/>
                    <a:pt x="8472" y="10268"/>
                    <a:pt x="8391" y="10204"/>
                  </a:cubicBezTo>
                  <a:cubicBezTo>
                    <a:pt x="8375" y="10188"/>
                    <a:pt x="8359" y="10188"/>
                    <a:pt x="8311" y="10188"/>
                  </a:cubicBezTo>
                  <a:lnTo>
                    <a:pt x="8279" y="10188"/>
                  </a:lnTo>
                  <a:cubicBezTo>
                    <a:pt x="8263" y="10188"/>
                    <a:pt x="8231" y="10188"/>
                    <a:pt x="8215" y="10204"/>
                  </a:cubicBezTo>
                  <a:lnTo>
                    <a:pt x="6434" y="10830"/>
                  </a:lnTo>
                  <a:lnTo>
                    <a:pt x="6787" y="8921"/>
                  </a:lnTo>
                  <a:cubicBezTo>
                    <a:pt x="6819" y="8857"/>
                    <a:pt x="6787" y="8792"/>
                    <a:pt x="6755" y="8760"/>
                  </a:cubicBezTo>
                  <a:cubicBezTo>
                    <a:pt x="6675" y="8664"/>
                    <a:pt x="6610" y="8552"/>
                    <a:pt x="6530" y="8439"/>
                  </a:cubicBezTo>
                  <a:cubicBezTo>
                    <a:pt x="6514" y="8391"/>
                    <a:pt x="6466" y="8343"/>
                    <a:pt x="6450" y="8295"/>
                  </a:cubicBezTo>
                  <a:cubicBezTo>
                    <a:pt x="6418" y="8231"/>
                    <a:pt x="6370" y="8183"/>
                    <a:pt x="6354" y="8119"/>
                  </a:cubicBezTo>
                  <a:cubicBezTo>
                    <a:pt x="6306" y="8054"/>
                    <a:pt x="6290" y="7990"/>
                    <a:pt x="6258" y="7942"/>
                  </a:cubicBezTo>
                  <a:cubicBezTo>
                    <a:pt x="6225" y="7894"/>
                    <a:pt x="6209" y="7830"/>
                    <a:pt x="6193" y="7798"/>
                  </a:cubicBezTo>
                  <a:cubicBezTo>
                    <a:pt x="6145" y="7717"/>
                    <a:pt x="6129" y="7653"/>
                    <a:pt x="6113" y="7573"/>
                  </a:cubicBezTo>
                  <a:cubicBezTo>
                    <a:pt x="6097" y="7541"/>
                    <a:pt x="6097" y="7493"/>
                    <a:pt x="6065" y="7461"/>
                  </a:cubicBezTo>
                  <a:cubicBezTo>
                    <a:pt x="6049" y="7381"/>
                    <a:pt x="6017" y="7300"/>
                    <a:pt x="5985" y="7220"/>
                  </a:cubicBezTo>
                  <a:cubicBezTo>
                    <a:pt x="5985" y="7188"/>
                    <a:pt x="5969" y="7156"/>
                    <a:pt x="5969" y="7140"/>
                  </a:cubicBezTo>
                  <a:cubicBezTo>
                    <a:pt x="5872" y="6819"/>
                    <a:pt x="5808" y="6498"/>
                    <a:pt x="5792" y="6177"/>
                  </a:cubicBezTo>
                  <a:cubicBezTo>
                    <a:pt x="5776" y="6017"/>
                    <a:pt x="5776" y="5856"/>
                    <a:pt x="5776" y="5696"/>
                  </a:cubicBezTo>
                  <a:cubicBezTo>
                    <a:pt x="5776" y="2808"/>
                    <a:pt x="8119" y="434"/>
                    <a:pt x="11022" y="434"/>
                  </a:cubicBezTo>
                  <a:close/>
                  <a:moveTo>
                    <a:pt x="4733" y="6274"/>
                  </a:moveTo>
                  <a:cubicBezTo>
                    <a:pt x="4942" y="6274"/>
                    <a:pt x="5151" y="6290"/>
                    <a:pt x="5375" y="6306"/>
                  </a:cubicBezTo>
                  <a:lnTo>
                    <a:pt x="5375" y="6370"/>
                  </a:lnTo>
                  <a:cubicBezTo>
                    <a:pt x="5391" y="6450"/>
                    <a:pt x="5391" y="6546"/>
                    <a:pt x="5407" y="6627"/>
                  </a:cubicBezTo>
                  <a:cubicBezTo>
                    <a:pt x="5407" y="6675"/>
                    <a:pt x="5423" y="6707"/>
                    <a:pt x="5423" y="6755"/>
                  </a:cubicBezTo>
                  <a:cubicBezTo>
                    <a:pt x="5487" y="7028"/>
                    <a:pt x="5568" y="7316"/>
                    <a:pt x="5664" y="7589"/>
                  </a:cubicBezTo>
                  <a:cubicBezTo>
                    <a:pt x="5696" y="7637"/>
                    <a:pt x="5696" y="7653"/>
                    <a:pt x="5712" y="7701"/>
                  </a:cubicBezTo>
                  <a:cubicBezTo>
                    <a:pt x="5728" y="7782"/>
                    <a:pt x="5776" y="7830"/>
                    <a:pt x="5792" y="7910"/>
                  </a:cubicBezTo>
                  <a:cubicBezTo>
                    <a:pt x="5808" y="7974"/>
                    <a:pt x="5824" y="8022"/>
                    <a:pt x="5856" y="8070"/>
                  </a:cubicBezTo>
                  <a:cubicBezTo>
                    <a:pt x="5872" y="8135"/>
                    <a:pt x="5905" y="8199"/>
                    <a:pt x="5937" y="8263"/>
                  </a:cubicBezTo>
                  <a:cubicBezTo>
                    <a:pt x="5969" y="8311"/>
                    <a:pt x="6017" y="8391"/>
                    <a:pt x="6033" y="8455"/>
                  </a:cubicBezTo>
                  <a:cubicBezTo>
                    <a:pt x="6049" y="8504"/>
                    <a:pt x="6097" y="8552"/>
                    <a:pt x="6113" y="8600"/>
                  </a:cubicBezTo>
                  <a:cubicBezTo>
                    <a:pt x="6177" y="8712"/>
                    <a:pt x="6258" y="8824"/>
                    <a:pt x="6338" y="8921"/>
                  </a:cubicBezTo>
                  <a:lnTo>
                    <a:pt x="6033" y="10477"/>
                  </a:lnTo>
                  <a:cubicBezTo>
                    <a:pt x="5985" y="10429"/>
                    <a:pt x="5905" y="10365"/>
                    <a:pt x="5824" y="10365"/>
                  </a:cubicBezTo>
                  <a:cubicBezTo>
                    <a:pt x="5696" y="10365"/>
                    <a:pt x="5568" y="10477"/>
                    <a:pt x="5568" y="10621"/>
                  </a:cubicBezTo>
                  <a:cubicBezTo>
                    <a:pt x="5568" y="10766"/>
                    <a:pt x="5696" y="10878"/>
                    <a:pt x="5824" y="10878"/>
                  </a:cubicBezTo>
                  <a:cubicBezTo>
                    <a:pt x="5889" y="10878"/>
                    <a:pt x="5937" y="10862"/>
                    <a:pt x="5969" y="10846"/>
                  </a:cubicBezTo>
                  <a:lnTo>
                    <a:pt x="5969" y="10846"/>
                  </a:lnTo>
                  <a:lnTo>
                    <a:pt x="5937" y="11087"/>
                  </a:lnTo>
                  <a:cubicBezTo>
                    <a:pt x="5905" y="11167"/>
                    <a:pt x="5953" y="11231"/>
                    <a:pt x="5985" y="11263"/>
                  </a:cubicBezTo>
                  <a:cubicBezTo>
                    <a:pt x="6017" y="11279"/>
                    <a:pt x="6033" y="11279"/>
                    <a:pt x="6049" y="11311"/>
                  </a:cubicBezTo>
                  <a:lnTo>
                    <a:pt x="6129" y="11311"/>
                  </a:lnTo>
                  <a:cubicBezTo>
                    <a:pt x="6145" y="11311"/>
                    <a:pt x="6177" y="11311"/>
                    <a:pt x="6193" y="11295"/>
                  </a:cubicBezTo>
                  <a:lnTo>
                    <a:pt x="8231" y="10589"/>
                  </a:lnTo>
                  <a:lnTo>
                    <a:pt x="8600" y="10766"/>
                  </a:lnTo>
                  <a:cubicBezTo>
                    <a:pt x="8632" y="10782"/>
                    <a:pt x="8648" y="10782"/>
                    <a:pt x="8696" y="10814"/>
                  </a:cubicBezTo>
                  <a:cubicBezTo>
                    <a:pt x="8792" y="10846"/>
                    <a:pt x="8873" y="10894"/>
                    <a:pt x="8985" y="10926"/>
                  </a:cubicBezTo>
                  <a:cubicBezTo>
                    <a:pt x="9001" y="10926"/>
                    <a:pt x="9017" y="10942"/>
                    <a:pt x="9033" y="10942"/>
                  </a:cubicBezTo>
                  <a:cubicBezTo>
                    <a:pt x="8985" y="11744"/>
                    <a:pt x="8696" y="12514"/>
                    <a:pt x="8231" y="13156"/>
                  </a:cubicBezTo>
                  <a:cubicBezTo>
                    <a:pt x="8199" y="13188"/>
                    <a:pt x="8199" y="13252"/>
                    <a:pt x="8199" y="13317"/>
                  </a:cubicBezTo>
                  <a:lnTo>
                    <a:pt x="8504" y="14841"/>
                  </a:lnTo>
                  <a:lnTo>
                    <a:pt x="7044" y="14343"/>
                  </a:lnTo>
                  <a:cubicBezTo>
                    <a:pt x="7022" y="14329"/>
                    <a:pt x="6997" y="14321"/>
                    <a:pt x="6973" y="14321"/>
                  </a:cubicBezTo>
                  <a:cubicBezTo>
                    <a:pt x="6944" y="14321"/>
                    <a:pt x="6917" y="14333"/>
                    <a:pt x="6899" y="14359"/>
                  </a:cubicBezTo>
                  <a:cubicBezTo>
                    <a:pt x="6225" y="14744"/>
                    <a:pt x="5487" y="14937"/>
                    <a:pt x="4733" y="14937"/>
                  </a:cubicBezTo>
                  <a:cubicBezTo>
                    <a:pt x="2343" y="14937"/>
                    <a:pt x="402" y="12996"/>
                    <a:pt x="402" y="10605"/>
                  </a:cubicBezTo>
                  <a:cubicBezTo>
                    <a:pt x="402" y="8215"/>
                    <a:pt x="2343" y="6274"/>
                    <a:pt x="4733" y="6274"/>
                  </a:cubicBezTo>
                  <a:close/>
                  <a:moveTo>
                    <a:pt x="10990" y="1"/>
                  </a:moveTo>
                  <a:cubicBezTo>
                    <a:pt x="7846" y="1"/>
                    <a:pt x="5327" y="2519"/>
                    <a:pt x="5327" y="5648"/>
                  </a:cubicBezTo>
                  <a:cubicBezTo>
                    <a:pt x="5327" y="5728"/>
                    <a:pt x="5327" y="5840"/>
                    <a:pt x="5343" y="5921"/>
                  </a:cubicBezTo>
                  <a:cubicBezTo>
                    <a:pt x="5151" y="5889"/>
                    <a:pt x="4942" y="5872"/>
                    <a:pt x="4733" y="5872"/>
                  </a:cubicBezTo>
                  <a:cubicBezTo>
                    <a:pt x="2118" y="5872"/>
                    <a:pt x="1" y="8006"/>
                    <a:pt x="1" y="10605"/>
                  </a:cubicBezTo>
                  <a:cubicBezTo>
                    <a:pt x="1" y="13220"/>
                    <a:pt x="2118" y="15338"/>
                    <a:pt x="4733" y="15338"/>
                  </a:cubicBezTo>
                  <a:cubicBezTo>
                    <a:pt x="5536" y="15338"/>
                    <a:pt x="6306" y="15146"/>
                    <a:pt x="7012" y="14761"/>
                  </a:cubicBezTo>
                  <a:lnTo>
                    <a:pt x="8696" y="15338"/>
                  </a:lnTo>
                  <a:cubicBezTo>
                    <a:pt x="8712" y="15338"/>
                    <a:pt x="8744" y="15354"/>
                    <a:pt x="8760" y="15354"/>
                  </a:cubicBezTo>
                  <a:cubicBezTo>
                    <a:pt x="8792" y="15354"/>
                    <a:pt x="8857" y="15338"/>
                    <a:pt x="8905" y="15322"/>
                  </a:cubicBezTo>
                  <a:cubicBezTo>
                    <a:pt x="8953" y="15274"/>
                    <a:pt x="8985" y="15194"/>
                    <a:pt x="8953" y="15146"/>
                  </a:cubicBezTo>
                  <a:lnTo>
                    <a:pt x="8616" y="13349"/>
                  </a:lnTo>
                  <a:cubicBezTo>
                    <a:pt x="9081" y="12691"/>
                    <a:pt x="9354" y="11921"/>
                    <a:pt x="9434" y="11103"/>
                  </a:cubicBezTo>
                  <a:cubicBezTo>
                    <a:pt x="9948" y="11247"/>
                    <a:pt x="10461" y="11327"/>
                    <a:pt x="10990" y="11327"/>
                  </a:cubicBezTo>
                  <a:cubicBezTo>
                    <a:pt x="14087" y="11295"/>
                    <a:pt x="16638" y="8760"/>
                    <a:pt x="16638" y="5648"/>
                  </a:cubicBezTo>
                  <a:cubicBezTo>
                    <a:pt x="16638" y="2551"/>
                    <a:pt x="14119" y="1"/>
                    <a:pt x="10990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575275" y="1103325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209" y="1"/>
                  </a:moveTo>
                  <a:cubicBezTo>
                    <a:pt x="81" y="1"/>
                    <a:pt x="1" y="81"/>
                    <a:pt x="1" y="209"/>
                  </a:cubicBezTo>
                  <a:cubicBezTo>
                    <a:pt x="1" y="321"/>
                    <a:pt x="81" y="402"/>
                    <a:pt x="209" y="402"/>
                  </a:cubicBezTo>
                  <a:lnTo>
                    <a:pt x="5504" y="402"/>
                  </a:lnTo>
                  <a:cubicBezTo>
                    <a:pt x="5616" y="402"/>
                    <a:pt x="5696" y="321"/>
                    <a:pt x="5696" y="209"/>
                  </a:cubicBezTo>
                  <a:cubicBezTo>
                    <a:pt x="5696" y="81"/>
                    <a:pt x="5616" y="1"/>
                    <a:pt x="550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575275" y="1064825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209" y="0"/>
                  </a:moveTo>
                  <a:cubicBezTo>
                    <a:pt x="81" y="0"/>
                    <a:pt x="1" y="81"/>
                    <a:pt x="1" y="193"/>
                  </a:cubicBezTo>
                  <a:cubicBezTo>
                    <a:pt x="1" y="321"/>
                    <a:pt x="81" y="401"/>
                    <a:pt x="209" y="401"/>
                  </a:cubicBezTo>
                  <a:lnTo>
                    <a:pt x="5504" y="401"/>
                  </a:lnTo>
                  <a:cubicBezTo>
                    <a:pt x="5616" y="401"/>
                    <a:pt x="5696" y="321"/>
                    <a:pt x="5696" y="193"/>
                  </a:cubicBezTo>
                  <a:cubicBezTo>
                    <a:pt x="5696" y="81"/>
                    <a:pt x="5616" y="0"/>
                    <a:pt x="550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575275" y="1025525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209" y="0"/>
                  </a:moveTo>
                  <a:cubicBezTo>
                    <a:pt x="81" y="0"/>
                    <a:pt x="1" y="80"/>
                    <a:pt x="1" y="209"/>
                  </a:cubicBezTo>
                  <a:cubicBezTo>
                    <a:pt x="1" y="321"/>
                    <a:pt x="81" y="401"/>
                    <a:pt x="209" y="401"/>
                  </a:cubicBezTo>
                  <a:lnTo>
                    <a:pt x="5504" y="401"/>
                  </a:lnTo>
                  <a:cubicBezTo>
                    <a:pt x="5616" y="401"/>
                    <a:pt x="5696" y="321"/>
                    <a:pt x="5696" y="209"/>
                  </a:cubicBezTo>
                  <a:cubicBezTo>
                    <a:pt x="5696" y="80"/>
                    <a:pt x="5616" y="0"/>
                    <a:pt x="550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452150" y="1187150"/>
              <a:ext cx="13250" cy="12850"/>
            </a:xfrm>
            <a:custGeom>
              <a:avLst/>
              <a:gdLst/>
              <a:ahLst/>
              <a:cxnLst/>
              <a:rect l="l" t="t" r="r" b="b"/>
              <a:pathLst>
                <a:path w="530" h="514" extrusionOk="0">
                  <a:moveTo>
                    <a:pt x="257" y="1"/>
                  </a:moveTo>
                  <a:cubicBezTo>
                    <a:pt x="113" y="1"/>
                    <a:pt x="0" y="113"/>
                    <a:pt x="0" y="257"/>
                  </a:cubicBezTo>
                  <a:cubicBezTo>
                    <a:pt x="0" y="402"/>
                    <a:pt x="113" y="514"/>
                    <a:pt x="257" y="514"/>
                  </a:cubicBezTo>
                  <a:cubicBezTo>
                    <a:pt x="401" y="514"/>
                    <a:pt x="514" y="402"/>
                    <a:pt x="514" y="257"/>
                  </a:cubicBezTo>
                  <a:cubicBezTo>
                    <a:pt x="530" y="113"/>
                    <a:pt x="417" y="1"/>
                    <a:pt x="25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483425" y="1187150"/>
              <a:ext cx="13275" cy="12850"/>
            </a:xfrm>
            <a:custGeom>
              <a:avLst/>
              <a:gdLst/>
              <a:ahLst/>
              <a:cxnLst/>
              <a:rect l="l" t="t" r="r" b="b"/>
              <a:pathLst>
                <a:path w="531" h="514" extrusionOk="0">
                  <a:moveTo>
                    <a:pt x="273" y="1"/>
                  </a:moveTo>
                  <a:cubicBezTo>
                    <a:pt x="129" y="1"/>
                    <a:pt x="1" y="113"/>
                    <a:pt x="1" y="257"/>
                  </a:cubicBezTo>
                  <a:cubicBezTo>
                    <a:pt x="1" y="402"/>
                    <a:pt x="129" y="514"/>
                    <a:pt x="273" y="514"/>
                  </a:cubicBezTo>
                  <a:cubicBezTo>
                    <a:pt x="402" y="514"/>
                    <a:pt x="530" y="402"/>
                    <a:pt x="530" y="257"/>
                  </a:cubicBezTo>
                  <a:cubicBezTo>
                    <a:pt x="530" y="113"/>
                    <a:pt x="402" y="1"/>
                    <a:pt x="273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792225" y="4289950"/>
              <a:ext cx="238675" cy="146825"/>
            </a:xfrm>
            <a:custGeom>
              <a:avLst/>
              <a:gdLst/>
              <a:ahLst/>
              <a:cxnLst/>
              <a:rect l="l" t="t" r="r" b="b"/>
              <a:pathLst>
                <a:path w="9547" h="5873" extrusionOk="0">
                  <a:moveTo>
                    <a:pt x="5536" y="402"/>
                  </a:moveTo>
                  <a:cubicBezTo>
                    <a:pt x="6707" y="402"/>
                    <a:pt x="7653" y="1364"/>
                    <a:pt x="7653" y="2536"/>
                  </a:cubicBezTo>
                  <a:cubicBezTo>
                    <a:pt x="7653" y="2632"/>
                    <a:pt x="7734" y="2728"/>
                    <a:pt x="7862" y="2728"/>
                  </a:cubicBezTo>
                  <a:cubicBezTo>
                    <a:pt x="8584" y="2776"/>
                    <a:pt x="9162" y="3354"/>
                    <a:pt x="9162" y="4092"/>
                  </a:cubicBezTo>
                  <a:cubicBezTo>
                    <a:pt x="9146" y="4862"/>
                    <a:pt x="8536" y="5455"/>
                    <a:pt x="7782" y="5455"/>
                  </a:cubicBezTo>
                  <a:lnTo>
                    <a:pt x="1782" y="5455"/>
                  </a:lnTo>
                  <a:cubicBezTo>
                    <a:pt x="1044" y="5455"/>
                    <a:pt x="418" y="4862"/>
                    <a:pt x="418" y="4092"/>
                  </a:cubicBezTo>
                  <a:cubicBezTo>
                    <a:pt x="418" y="3418"/>
                    <a:pt x="915" y="2824"/>
                    <a:pt x="1605" y="2744"/>
                  </a:cubicBezTo>
                  <a:cubicBezTo>
                    <a:pt x="1701" y="2728"/>
                    <a:pt x="1782" y="2632"/>
                    <a:pt x="1782" y="2536"/>
                  </a:cubicBezTo>
                  <a:cubicBezTo>
                    <a:pt x="1782" y="1974"/>
                    <a:pt x="2215" y="1525"/>
                    <a:pt x="2776" y="1525"/>
                  </a:cubicBezTo>
                  <a:cubicBezTo>
                    <a:pt x="2969" y="1525"/>
                    <a:pt x="3161" y="1589"/>
                    <a:pt x="3322" y="1685"/>
                  </a:cubicBezTo>
                  <a:cubicBezTo>
                    <a:pt x="3348" y="1712"/>
                    <a:pt x="3375" y="1724"/>
                    <a:pt x="3404" y="1724"/>
                  </a:cubicBezTo>
                  <a:cubicBezTo>
                    <a:pt x="3428" y="1724"/>
                    <a:pt x="3453" y="1716"/>
                    <a:pt x="3482" y="1701"/>
                  </a:cubicBezTo>
                  <a:cubicBezTo>
                    <a:pt x="3546" y="1685"/>
                    <a:pt x="3578" y="1653"/>
                    <a:pt x="3611" y="1605"/>
                  </a:cubicBezTo>
                  <a:cubicBezTo>
                    <a:pt x="3963" y="867"/>
                    <a:pt x="4701" y="402"/>
                    <a:pt x="5536" y="402"/>
                  </a:cubicBezTo>
                  <a:close/>
                  <a:moveTo>
                    <a:pt x="5504" y="1"/>
                  </a:moveTo>
                  <a:cubicBezTo>
                    <a:pt x="4605" y="1"/>
                    <a:pt x="3787" y="482"/>
                    <a:pt x="3322" y="1252"/>
                  </a:cubicBezTo>
                  <a:cubicBezTo>
                    <a:pt x="3145" y="1172"/>
                    <a:pt x="2969" y="1124"/>
                    <a:pt x="2760" y="1124"/>
                  </a:cubicBezTo>
                  <a:cubicBezTo>
                    <a:pt x="2038" y="1124"/>
                    <a:pt x="1445" y="1669"/>
                    <a:pt x="1364" y="2391"/>
                  </a:cubicBezTo>
                  <a:cubicBezTo>
                    <a:pt x="578" y="2568"/>
                    <a:pt x="1" y="3290"/>
                    <a:pt x="1" y="4108"/>
                  </a:cubicBezTo>
                  <a:cubicBezTo>
                    <a:pt x="1" y="5102"/>
                    <a:pt x="771" y="5873"/>
                    <a:pt x="1766" y="5873"/>
                  </a:cubicBezTo>
                  <a:lnTo>
                    <a:pt x="7750" y="5873"/>
                  </a:lnTo>
                  <a:cubicBezTo>
                    <a:pt x="8744" y="5873"/>
                    <a:pt x="9515" y="5102"/>
                    <a:pt x="9515" y="4108"/>
                  </a:cubicBezTo>
                  <a:cubicBezTo>
                    <a:pt x="9547" y="3209"/>
                    <a:pt x="8889" y="2471"/>
                    <a:pt x="8039" y="2343"/>
                  </a:cubicBezTo>
                  <a:cubicBezTo>
                    <a:pt x="7942" y="1043"/>
                    <a:pt x="6851" y="1"/>
                    <a:pt x="550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029975" y="4119900"/>
              <a:ext cx="141225" cy="141600"/>
            </a:xfrm>
            <a:custGeom>
              <a:avLst/>
              <a:gdLst/>
              <a:ahLst/>
              <a:cxnLst/>
              <a:rect l="l" t="t" r="r" b="b"/>
              <a:pathLst>
                <a:path w="5649" h="5664" extrusionOk="0">
                  <a:moveTo>
                    <a:pt x="2824" y="401"/>
                  </a:moveTo>
                  <a:cubicBezTo>
                    <a:pt x="4172" y="401"/>
                    <a:pt x="5247" y="1492"/>
                    <a:pt x="5247" y="2840"/>
                  </a:cubicBezTo>
                  <a:cubicBezTo>
                    <a:pt x="5247" y="4172"/>
                    <a:pt x="4172" y="5262"/>
                    <a:pt x="2824" y="5262"/>
                  </a:cubicBezTo>
                  <a:cubicBezTo>
                    <a:pt x="1477" y="5262"/>
                    <a:pt x="402" y="4172"/>
                    <a:pt x="402" y="2840"/>
                  </a:cubicBezTo>
                  <a:cubicBezTo>
                    <a:pt x="402" y="1492"/>
                    <a:pt x="1477" y="401"/>
                    <a:pt x="2824" y="401"/>
                  </a:cubicBezTo>
                  <a:close/>
                  <a:moveTo>
                    <a:pt x="2824" y="0"/>
                  </a:moveTo>
                  <a:cubicBezTo>
                    <a:pt x="1252" y="0"/>
                    <a:pt x="1" y="1268"/>
                    <a:pt x="1" y="2840"/>
                  </a:cubicBezTo>
                  <a:cubicBezTo>
                    <a:pt x="1" y="4396"/>
                    <a:pt x="1252" y="5664"/>
                    <a:pt x="2824" y="5664"/>
                  </a:cubicBezTo>
                  <a:cubicBezTo>
                    <a:pt x="4397" y="5664"/>
                    <a:pt x="5648" y="4396"/>
                    <a:pt x="5648" y="2840"/>
                  </a:cubicBezTo>
                  <a:cubicBezTo>
                    <a:pt x="5648" y="1268"/>
                    <a:pt x="4397" y="0"/>
                    <a:pt x="282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955375" y="4287950"/>
              <a:ext cx="291225" cy="150425"/>
            </a:xfrm>
            <a:custGeom>
              <a:avLst/>
              <a:gdLst/>
              <a:ahLst/>
              <a:cxnLst/>
              <a:rect l="l" t="t" r="r" b="b"/>
              <a:pathLst>
                <a:path w="11649" h="6017" extrusionOk="0">
                  <a:moveTo>
                    <a:pt x="5808" y="402"/>
                  </a:moveTo>
                  <a:cubicBezTo>
                    <a:pt x="8744" y="402"/>
                    <a:pt x="11119" y="2728"/>
                    <a:pt x="11231" y="5616"/>
                  </a:cubicBezTo>
                  <a:lnTo>
                    <a:pt x="402" y="5616"/>
                  </a:lnTo>
                  <a:cubicBezTo>
                    <a:pt x="498" y="2728"/>
                    <a:pt x="2889" y="402"/>
                    <a:pt x="5808" y="402"/>
                  </a:cubicBezTo>
                  <a:close/>
                  <a:moveTo>
                    <a:pt x="5808" y="0"/>
                  </a:moveTo>
                  <a:cubicBezTo>
                    <a:pt x="2600" y="0"/>
                    <a:pt x="1" y="2616"/>
                    <a:pt x="1" y="5824"/>
                  </a:cubicBezTo>
                  <a:cubicBezTo>
                    <a:pt x="1" y="5937"/>
                    <a:pt x="81" y="6017"/>
                    <a:pt x="193" y="6017"/>
                  </a:cubicBezTo>
                  <a:lnTo>
                    <a:pt x="11440" y="6017"/>
                  </a:lnTo>
                  <a:cubicBezTo>
                    <a:pt x="11568" y="6017"/>
                    <a:pt x="11648" y="5937"/>
                    <a:pt x="11648" y="5824"/>
                  </a:cubicBezTo>
                  <a:cubicBezTo>
                    <a:pt x="11632" y="2616"/>
                    <a:pt x="9017" y="0"/>
                    <a:pt x="5808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269350" y="4533825"/>
              <a:ext cx="69000" cy="158850"/>
            </a:xfrm>
            <a:custGeom>
              <a:avLst/>
              <a:gdLst/>
              <a:ahLst/>
              <a:cxnLst/>
              <a:rect l="l" t="t" r="r" b="b"/>
              <a:pathLst>
                <a:path w="2760" h="6354" extrusionOk="0">
                  <a:moveTo>
                    <a:pt x="2359" y="401"/>
                  </a:moveTo>
                  <a:lnTo>
                    <a:pt x="2359" y="5952"/>
                  </a:lnTo>
                  <a:lnTo>
                    <a:pt x="401" y="5952"/>
                  </a:lnTo>
                  <a:lnTo>
                    <a:pt x="401" y="401"/>
                  </a:lnTo>
                  <a:close/>
                  <a:moveTo>
                    <a:pt x="401" y="0"/>
                  </a:moveTo>
                  <a:cubicBezTo>
                    <a:pt x="177" y="0"/>
                    <a:pt x="0" y="177"/>
                    <a:pt x="0" y="401"/>
                  </a:cubicBezTo>
                  <a:lnTo>
                    <a:pt x="0" y="5952"/>
                  </a:lnTo>
                  <a:cubicBezTo>
                    <a:pt x="0" y="6177"/>
                    <a:pt x="177" y="6353"/>
                    <a:pt x="401" y="6353"/>
                  </a:cubicBezTo>
                  <a:lnTo>
                    <a:pt x="2359" y="6353"/>
                  </a:lnTo>
                  <a:cubicBezTo>
                    <a:pt x="2583" y="6353"/>
                    <a:pt x="2760" y="6177"/>
                    <a:pt x="2760" y="5952"/>
                  </a:cubicBezTo>
                  <a:lnTo>
                    <a:pt x="2760" y="401"/>
                  </a:lnTo>
                  <a:cubicBezTo>
                    <a:pt x="2760" y="177"/>
                    <a:pt x="2583" y="0"/>
                    <a:pt x="2359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369600" y="4484075"/>
              <a:ext cx="69025" cy="208600"/>
            </a:xfrm>
            <a:custGeom>
              <a:avLst/>
              <a:gdLst/>
              <a:ahLst/>
              <a:cxnLst/>
              <a:rect l="l" t="t" r="r" b="b"/>
              <a:pathLst>
                <a:path w="2761" h="8344" extrusionOk="0">
                  <a:moveTo>
                    <a:pt x="2343" y="402"/>
                  </a:moveTo>
                  <a:lnTo>
                    <a:pt x="2343" y="7942"/>
                  </a:lnTo>
                  <a:lnTo>
                    <a:pt x="386" y="7942"/>
                  </a:lnTo>
                  <a:lnTo>
                    <a:pt x="386" y="402"/>
                  </a:lnTo>
                  <a:close/>
                  <a:moveTo>
                    <a:pt x="402" y="1"/>
                  </a:moveTo>
                  <a:cubicBezTo>
                    <a:pt x="177" y="1"/>
                    <a:pt x="1" y="177"/>
                    <a:pt x="1" y="402"/>
                  </a:cubicBezTo>
                  <a:lnTo>
                    <a:pt x="1" y="7942"/>
                  </a:lnTo>
                  <a:cubicBezTo>
                    <a:pt x="1" y="8167"/>
                    <a:pt x="177" y="8343"/>
                    <a:pt x="402" y="8343"/>
                  </a:cubicBezTo>
                  <a:lnTo>
                    <a:pt x="2359" y="8343"/>
                  </a:lnTo>
                  <a:cubicBezTo>
                    <a:pt x="2584" y="8343"/>
                    <a:pt x="2760" y="8167"/>
                    <a:pt x="2760" y="7942"/>
                  </a:cubicBezTo>
                  <a:lnTo>
                    <a:pt x="2760" y="402"/>
                  </a:lnTo>
                  <a:cubicBezTo>
                    <a:pt x="2760" y="177"/>
                    <a:pt x="2584" y="1"/>
                    <a:pt x="2359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469475" y="4434350"/>
              <a:ext cx="69025" cy="258325"/>
            </a:xfrm>
            <a:custGeom>
              <a:avLst/>
              <a:gdLst/>
              <a:ahLst/>
              <a:cxnLst/>
              <a:rect l="l" t="t" r="r" b="b"/>
              <a:pathLst>
                <a:path w="2761" h="10333" extrusionOk="0">
                  <a:moveTo>
                    <a:pt x="2359" y="401"/>
                  </a:moveTo>
                  <a:lnTo>
                    <a:pt x="2359" y="9931"/>
                  </a:lnTo>
                  <a:lnTo>
                    <a:pt x="402" y="9931"/>
                  </a:lnTo>
                  <a:lnTo>
                    <a:pt x="402" y="401"/>
                  </a:lnTo>
                  <a:close/>
                  <a:moveTo>
                    <a:pt x="402" y="0"/>
                  </a:moveTo>
                  <a:cubicBezTo>
                    <a:pt x="177" y="0"/>
                    <a:pt x="1" y="177"/>
                    <a:pt x="1" y="401"/>
                  </a:cubicBezTo>
                  <a:lnTo>
                    <a:pt x="1" y="9931"/>
                  </a:lnTo>
                  <a:cubicBezTo>
                    <a:pt x="1" y="10156"/>
                    <a:pt x="177" y="10332"/>
                    <a:pt x="402" y="10332"/>
                  </a:cubicBezTo>
                  <a:lnTo>
                    <a:pt x="2359" y="10332"/>
                  </a:lnTo>
                  <a:cubicBezTo>
                    <a:pt x="2584" y="10332"/>
                    <a:pt x="2760" y="10156"/>
                    <a:pt x="2760" y="9931"/>
                  </a:cubicBezTo>
                  <a:lnTo>
                    <a:pt x="2760" y="401"/>
                  </a:lnTo>
                  <a:cubicBezTo>
                    <a:pt x="2760" y="177"/>
                    <a:pt x="2584" y="0"/>
                    <a:pt x="2359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568950" y="4384600"/>
              <a:ext cx="69425" cy="308075"/>
            </a:xfrm>
            <a:custGeom>
              <a:avLst/>
              <a:gdLst/>
              <a:ahLst/>
              <a:cxnLst/>
              <a:rect l="l" t="t" r="r" b="b"/>
              <a:pathLst>
                <a:path w="2777" h="12323" extrusionOk="0">
                  <a:moveTo>
                    <a:pt x="2375" y="402"/>
                  </a:moveTo>
                  <a:lnTo>
                    <a:pt x="2375" y="11921"/>
                  </a:lnTo>
                  <a:lnTo>
                    <a:pt x="402" y="11921"/>
                  </a:lnTo>
                  <a:lnTo>
                    <a:pt x="402" y="402"/>
                  </a:lnTo>
                  <a:close/>
                  <a:moveTo>
                    <a:pt x="402" y="1"/>
                  </a:moveTo>
                  <a:cubicBezTo>
                    <a:pt x="193" y="1"/>
                    <a:pt x="1" y="193"/>
                    <a:pt x="1" y="402"/>
                  </a:cubicBezTo>
                  <a:lnTo>
                    <a:pt x="1" y="11921"/>
                  </a:lnTo>
                  <a:cubicBezTo>
                    <a:pt x="1" y="12146"/>
                    <a:pt x="193" y="12322"/>
                    <a:pt x="402" y="12322"/>
                  </a:cubicBezTo>
                  <a:lnTo>
                    <a:pt x="2375" y="12322"/>
                  </a:lnTo>
                  <a:cubicBezTo>
                    <a:pt x="2584" y="12322"/>
                    <a:pt x="2776" y="12146"/>
                    <a:pt x="2776" y="11921"/>
                  </a:cubicBezTo>
                  <a:lnTo>
                    <a:pt x="2776" y="402"/>
                  </a:lnTo>
                  <a:cubicBezTo>
                    <a:pt x="2776" y="193"/>
                    <a:pt x="2600" y="1"/>
                    <a:pt x="237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269350" y="4218550"/>
              <a:ext cx="369025" cy="176100"/>
            </a:xfrm>
            <a:custGeom>
              <a:avLst/>
              <a:gdLst/>
              <a:ahLst/>
              <a:cxnLst/>
              <a:rect l="l" t="t" r="r" b="b"/>
              <a:pathLst>
                <a:path w="14761" h="7044" extrusionOk="0">
                  <a:moveTo>
                    <a:pt x="12209" y="1"/>
                  </a:moveTo>
                  <a:cubicBezTo>
                    <a:pt x="12097" y="1"/>
                    <a:pt x="12017" y="81"/>
                    <a:pt x="12017" y="209"/>
                  </a:cubicBezTo>
                  <a:cubicBezTo>
                    <a:pt x="12017" y="322"/>
                    <a:pt x="12097" y="402"/>
                    <a:pt x="12209" y="402"/>
                  </a:cubicBezTo>
                  <a:lnTo>
                    <a:pt x="14038" y="402"/>
                  </a:lnTo>
                  <a:cubicBezTo>
                    <a:pt x="6610" y="6563"/>
                    <a:pt x="497" y="6643"/>
                    <a:pt x="193" y="6643"/>
                  </a:cubicBezTo>
                  <a:cubicBezTo>
                    <a:pt x="96" y="6643"/>
                    <a:pt x="0" y="6723"/>
                    <a:pt x="0" y="6851"/>
                  </a:cubicBezTo>
                  <a:cubicBezTo>
                    <a:pt x="0" y="6964"/>
                    <a:pt x="80" y="7044"/>
                    <a:pt x="193" y="7044"/>
                  </a:cubicBezTo>
                  <a:lnTo>
                    <a:pt x="225" y="7044"/>
                  </a:lnTo>
                  <a:cubicBezTo>
                    <a:pt x="562" y="7044"/>
                    <a:pt x="6754" y="6948"/>
                    <a:pt x="14231" y="739"/>
                  </a:cubicBezTo>
                  <a:lnTo>
                    <a:pt x="14231" y="739"/>
                  </a:lnTo>
                  <a:lnTo>
                    <a:pt x="13797" y="2696"/>
                  </a:lnTo>
                  <a:cubicBezTo>
                    <a:pt x="13781" y="2792"/>
                    <a:pt x="13830" y="2921"/>
                    <a:pt x="13958" y="2937"/>
                  </a:cubicBezTo>
                  <a:lnTo>
                    <a:pt x="13990" y="2937"/>
                  </a:lnTo>
                  <a:cubicBezTo>
                    <a:pt x="14102" y="2937"/>
                    <a:pt x="14183" y="2873"/>
                    <a:pt x="14199" y="2776"/>
                  </a:cubicBezTo>
                  <a:lnTo>
                    <a:pt x="14760" y="226"/>
                  </a:lnTo>
                  <a:lnTo>
                    <a:pt x="14760" y="209"/>
                  </a:lnTo>
                  <a:lnTo>
                    <a:pt x="14760" y="145"/>
                  </a:lnTo>
                  <a:lnTo>
                    <a:pt x="14760" y="129"/>
                  </a:lnTo>
                  <a:lnTo>
                    <a:pt x="14760" y="113"/>
                  </a:lnTo>
                  <a:cubicBezTo>
                    <a:pt x="14760" y="113"/>
                    <a:pt x="14760" y="81"/>
                    <a:pt x="14744" y="81"/>
                  </a:cubicBezTo>
                  <a:cubicBezTo>
                    <a:pt x="14744" y="81"/>
                    <a:pt x="14744" y="65"/>
                    <a:pt x="14712" y="65"/>
                  </a:cubicBezTo>
                  <a:cubicBezTo>
                    <a:pt x="14696" y="49"/>
                    <a:pt x="14696" y="33"/>
                    <a:pt x="14680" y="33"/>
                  </a:cubicBezTo>
                  <a:cubicBezTo>
                    <a:pt x="14664" y="1"/>
                    <a:pt x="14632" y="1"/>
                    <a:pt x="1461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469875" y="4801850"/>
              <a:ext cx="101100" cy="46850"/>
            </a:xfrm>
            <a:custGeom>
              <a:avLst/>
              <a:gdLst/>
              <a:ahLst/>
              <a:cxnLst/>
              <a:rect l="l" t="t" r="r" b="b"/>
              <a:pathLst>
                <a:path w="4044" h="1874" extrusionOk="0">
                  <a:moveTo>
                    <a:pt x="1945" y="0"/>
                  </a:moveTo>
                  <a:cubicBezTo>
                    <a:pt x="1900" y="0"/>
                    <a:pt x="1859" y="21"/>
                    <a:pt x="1830" y="60"/>
                  </a:cubicBezTo>
                  <a:lnTo>
                    <a:pt x="1" y="1841"/>
                  </a:lnTo>
                  <a:lnTo>
                    <a:pt x="578" y="1841"/>
                  </a:lnTo>
                  <a:lnTo>
                    <a:pt x="1782" y="686"/>
                  </a:lnTo>
                  <a:lnTo>
                    <a:pt x="1782" y="1793"/>
                  </a:lnTo>
                  <a:cubicBezTo>
                    <a:pt x="1782" y="1809"/>
                    <a:pt x="1782" y="1841"/>
                    <a:pt x="1798" y="1873"/>
                  </a:cubicBezTo>
                  <a:lnTo>
                    <a:pt x="4044" y="1873"/>
                  </a:lnTo>
                  <a:cubicBezTo>
                    <a:pt x="3450" y="1713"/>
                    <a:pt x="2841" y="1600"/>
                    <a:pt x="2199" y="1584"/>
                  </a:cubicBezTo>
                  <a:lnTo>
                    <a:pt x="2199" y="205"/>
                  </a:lnTo>
                  <a:lnTo>
                    <a:pt x="2167" y="205"/>
                  </a:lnTo>
                  <a:cubicBezTo>
                    <a:pt x="2167" y="124"/>
                    <a:pt x="2119" y="44"/>
                    <a:pt x="2038" y="28"/>
                  </a:cubicBezTo>
                  <a:cubicBezTo>
                    <a:pt x="2007" y="9"/>
                    <a:pt x="1975" y="0"/>
                    <a:pt x="194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820925" y="4663375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600" y="1235"/>
                  </a:moveTo>
                  <a:cubicBezTo>
                    <a:pt x="2856" y="1877"/>
                    <a:pt x="3370" y="2375"/>
                    <a:pt x="3995" y="2631"/>
                  </a:cubicBezTo>
                  <a:cubicBezTo>
                    <a:pt x="3370" y="2872"/>
                    <a:pt x="2872" y="3401"/>
                    <a:pt x="2600" y="4043"/>
                  </a:cubicBezTo>
                  <a:cubicBezTo>
                    <a:pt x="2327" y="3401"/>
                    <a:pt x="1813" y="2888"/>
                    <a:pt x="1188" y="2631"/>
                  </a:cubicBezTo>
                  <a:cubicBezTo>
                    <a:pt x="1829" y="2375"/>
                    <a:pt x="2327" y="1845"/>
                    <a:pt x="2600" y="1235"/>
                  </a:cubicBezTo>
                  <a:close/>
                  <a:moveTo>
                    <a:pt x="2616" y="0"/>
                  </a:moveTo>
                  <a:cubicBezTo>
                    <a:pt x="2487" y="0"/>
                    <a:pt x="2407" y="80"/>
                    <a:pt x="2407" y="209"/>
                  </a:cubicBezTo>
                  <a:cubicBezTo>
                    <a:pt x="2407" y="1428"/>
                    <a:pt x="1412" y="2407"/>
                    <a:pt x="209" y="2407"/>
                  </a:cubicBezTo>
                  <a:cubicBezTo>
                    <a:pt x="81" y="2407"/>
                    <a:pt x="1" y="2487"/>
                    <a:pt x="1" y="2615"/>
                  </a:cubicBezTo>
                  <a:cubicBezTo>
                    <a:pt x="1" y="2727"/>
                    <a:pt x="81" y="2808"/>
                    <a:pt x="209" y="2808"/>
                  </a:cubicBezTo>
                  <a:cubicBezTo>
                    <a:pt x="1428" y="2808"/>
                    <a:pt x="2407" y="3818"/>
                    <a:pt x="2407" y="5022"/>
                  </a:cubicBezTo>
                  <a:cubicBezTo>
                    <a:pt x="2407" y="5134"/>
                    <a:pt x="2487" y="5214"/>
                    <a:pt x="2616" y="5214"/>
                  </a:cubicBezTo>
                  <a:cubicBezTo>
                    <a:pt x="2728" y="5214"/>
                    <a:pt x="2808" y="5134"/>
                    <a:pt x="2808" y="5022"/>
                  </a:cubicBezTo>
                  <a:cubicBezTo>
                    <a:pt x="2808" y="3802"/>
                    <a:pt x="3819" y="2808"/>
                    <a:pt x="5022" y="2808"/>
                  </a:cubicBezTo>
                  <a:cubicBezTo>
                    <a:pt x="5134" y="2808"/>
                    <a:pt x="5215" y="2727"/>
                    <a:pt x="5215" y="2615"/>
                  </a:cubicBezTo>
                  <a:cubicBezTo>
                    <a:pt x="5215" y="2487"/>
                    <a:pt x="5118" y="2407"/>
                    <a:pt x="5022" y="2407"/>
                  </a:cubicBezTo>
                  <a:cubicBezTo>
                    <a:pt x="3803" y="2407"/>
                    <a:pt x="2808" y="1412"/>
                    <a:pt x="2808" y="209"/>
                  </a:cubicBezTo>
                  <a:cubicBezTo>
                    <a:pt x="2808" y="80"/>
                    <a:pt x="2728" y="0"/>
                    <a:pt x="261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466850" y="4572325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584" y="1220"/>
                  </a:moveTo>
                  <a:cubicBezTo>
                    <a:pt x="2857" y="1861"/>
                    <a:pt x="3370" y="2359"/>
                    <a:pt x="3996" y="2631"/>
                  </a:cubicBezTo>
                  <a:cubicBezTo>
                    <a:pt x="3370" y="2888"/>
                    <a:pt x="2857" y="3385"/>
                    <a:pt x="2584" y="4027"/>
                  </a:cubicBezTo>
                  <a:cubicBezTo>
                    <a:pt x="2327" y="3385"/>
                    <a:pt x="1814" y="2888"/>
                    <a:pt x="1188" y="2631"/>
                  </a:cubicBezTo>
                  <a:cubicBezTo>
                    <a:pt x="1830" y="2359"/>
                    <a:pt x="2327" y="1845"/>
                    <a:pt x="2584" y="1220"/>
                  </a:cubicBezTo>
                  <a:close/>
                  <a:moveTo>
                    <a:pt x="2616" y="0"/>
                  </a:moveTo>
                  <a:cubicBezTo>
                    <a:pt x="2488" y="0"/>
                    <a:pt x="2407" y="80"/>
                    <a:pt x="2407" y="193"/>
                  </a:cubicBezTo>
                  <a:cubicBezTo>
                    <a:pt x="2407" y="1428"/>
                    <a:pt x="1413" y="2407"/>
                    <a:pt x="209" y="2407"/>
                  </a:cubicBezTo>
                  <a:cubicBezTo>
                    <a:pt x="81" y="2407"/>
                    <a:pt x="1" y="2487"/>
                    <a:pt x="1" y="2599"/>
                  </a:cubicBezTo>
                  <a:cubicBezTo>
                    <a:pt x="1" y="2728"/>
                    <a:pt x="81" y="2808"/>
                    <a:pt x="209" y="2808"/>
                  </a:cubicBezTo>
                  <a:cubicBezTo>
                    <a:pt x="1429" y="2808"/>
                    <a:pt x="2407" y="3803"/>
                    <a:pt x="2407" y="5006"/>
                  </a:cubicBezTo>
                  <a:cubicBezTo>
                    <a:pt x="2407" y="5134"/>
                    <a:pt x="2488" y="5214"/>
                    <a:pt x="2616" y="5214"/>
                  </a:cubicBezTo>
                  <a:cubicBezTo>
                    <a:pt x="2728" y="5214"/>
                    <a:pt x="2808" y="5134"/>
                    <a:pt x="2808" y="5006"/>
                  </a:cubicBezTo>
                  <a:cubicBezTo>
                    <a:pt x="2808" y="3787"/>
                    <a:pt x="3819" y="2808"/>
                    <a:pt x="5022" y="2808"/>
                  </a:cubicBezTo>
                  <a:cubicBezTo>
                    <a:pt x="5135" y="2808"/>
                    <a:pt x="5215" y="2728"/>
                    <a:pt x="5215" y="2599"/>
                  </a:cubicBezTo>
                  <a:cubicBezTo>
                    <a:pt x="5215" y="2487"/>
                    <a:pt x="5119" y="2407"/>
                    <a:pt x="5022" y="2407"/>
                  </a:cubicBezTo>
                  <a:cubicBezTo>
                    <a:pt x="3787" y="2407"/>
                    <a:pt x="2808" y="1396"/>
                    <a:pt x="2808" y="193"/>
                  </a:cubicBezTo>
                  <a:cubicBezTo>
                    <a:pt x="2808" y="80"/>
                    <a:pt x="2728" y="0"/>
                    <a:pt x="261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2853600" y="4647325"/>
              <a:ext cx="318875" cy="200575"/>
            </a:xfrm>
            <a:custGeom>
              <a:avLst/>
              <a:gdLst/>
              <a:ahLst/>
              <a:cxnLst/>
              <a:rect l="l" t="t" r="r" b="b"/>
              <a:pathLst>
                <a:path w="12755" h="8023" extrusionOk="0">
                  <a:moveTo>
                    <a:pt x="6386" y="0"/>
                  </a:moveTo>
                  <a:cubicBezTo>
                    <a:pt x="6257" y="0"/>
                    <a:pt x="6177" y="81"/>
                    <a:pt x="6177" y="209"/>
                  </a:cubicBezTo>
                  <a:cubicBezTo>
                    <a:pt x="6177" y="3498"/>
                    <a:pt x="3498" y="6177"/>
                    <a:pt x="209" y="6177"/>
                  </a:cubicBezTo>
                  <a:cubicBezTo>
                    <a:pt x="81" y="6177"/>
                    <a:pt x="0" y="6257"/>
                    <a:pt x="0" y="6386"/>
                  </a:cubicBezTo>
                  <a:cubicBezTo>
                    <a:pt x="0" y="6498"/>
                    <a:pt x="81" y="6578"/>
                    <a:pt x="209" y="6578"/>
                  </a:cubicBezTo>
                  <a:cubicBezTo>
                    <a:pt x="1685" y="6578"/>
                    <a:pt x="3049" y="7124"/>
                    <a:pt x="4091" y="8022"/>
                  </a:cubicBezTo>
                  <a:lnTo>
                    <a:pt x="4701" y="8022"/>
                  </a:lnTo>
                  <a:cubicBezTo>
                    <a:pt x="3915" y="7252"/>
                    <a:pt x="2920" y="6658"/>
                    <a:pt x="1813" y="6386"/>
                  </a:cubicBezTo>
                  <a:cubicBezTo>
                    <a:pt x="4059" y="5808"/>
                    <a:pt x="5824" y="4043"/>
                    <a:pt x="6386" y="1813"/>
                  </a:cubicBezTo>
                  <a:cubicBezTo>
                    <a:pt x="6963" y="4059"/>
                    <a:pt x="8728" y="5824"/>
                    <a:pt x="10958" y="6386"/>
                  </a:cubicBezTo>
                  <a:cubicBezTo>
                    <a:pt x="9851" y="6658"/>
                    <a:pt x="8840" y="7252"/>
                    <a:pt x="8070" y="8022"/>
                  </a:cubicBezTo>
                  <a:lnTo>
                    <a:pt x="8664" y="8022"/>
                  </a:lnTo>
                  <a:cubicBezTo>
                    <a:pt x="9707" y="7124"/>
                    <a:pt x="11070" y="6578"/>
                    <a:pt x="12562" y="6578"/>
                  </a:cubicBezTo>
                  <a:cubicBezTo>
                    <a:pt x="12675" y="6578"/>
                    <a:pt x="12755" y="6482"/>
                    <a:pt x="12755" y="6386"/>
                  </a:cubicBezTo>
                  <a:cubicBezTo>
                    <a:pt x="12755" y="6257"/>
                    <a:pt x="12675" y="6177"/>
                    <a:pt x="12562" y="6177"/>
                  </a:cubicBezTo>
                  <a:cubicBezTo>
                    <a:pt x="9274" y="6177"/>
                    <a:pt x="6578" y="3498"/>
                    <a:pt x="6578" y="209"/>
                  </a:cubicBezTo>
                  <a:cubicBezTo>
                    <a:pt x="6578" y="81"/>
                    <a:pt x="6498" y="0"/>
                    <a:pt x="638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093850" y="4399850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72" y="402"/>
                  </a:moveTo>
                  <a:cubicBezTo>
                    <a:pt x="1589" y="402"/>
                    <a:pt x="1926" y="739"/>
                    <a:pt x="1926" y="1156"/>
                  </a:cubicBezTo>
                  <a:cubicBezTo>
                    <a:pt x="1926" y="1589"/>
                    <a:pt x="1589" y="1926"/>
                    <a:pt x="1172" y="1926"/>
                  </a:cubicBezTo>
                  <a:cubicBezTo>
                    <a:pt x="738" y="1926"/>
                    <a:pt x="401" y="1589"/>
                    <a:pt x="401" y="1156"/>
                  </a:cubicBezTo>
                  <a:cubicBezTo>
                    <a:pt x="401" y="739"/>
                    <a:pt x="738" y="402"/>
                    <a:pt x="1172" y="402"/>
                  </a:cubicBezTo>
                  <a:close/>
                  <a:moveTo>
                    <a:pt x="1172" y="1"/>
                  </a:moveTo>
                  <a:cubicBezTo>
                    <a:pt x="514" y="1"/>
                    <a:pt x="0" y="514"/>
                    <a:pt x="0" y="1156"/>
                  </a:cubicBezTo>
                  <a:cubicBezTo>
                    <a:pt x="0" y="1797"/>
                    <a:pt x="530" y="2327"/>
                    <a:pt x="1172" y="2327"/>
                  </a:cubicBezTo>
                  <a:cubicBezTo>
                    <a:pt x="1797" y="2327"/>
                    <a:pt x="2327" y="1797"/>
                    <a:pt x="2327" y="1156"/>
                  </a:cubicBezTo>
                  <a:cubicBezTo>
                    <a:pt x="2327" y="514"/>
                    <a:pt x="1813" y="1"/>
                    <a:pt x="117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064775" y="4439550"/>
              <a:ext cx="58200" cy="58200"/>
            </a:xfrm>
            <a:custGeom>
              <a:avLst/>
              <a:gdLst/>
              <a:ahLst/>
              <a:cxnLst/>
              <a:rect l="l" t="t" r="r" b="b"/>
              <a:pathLst>
                <a:path w="2328" h="2328" extrusionOk="0">
                  <a:moveTo>
                    <a:pt x="1156" y="402"/>
                  </a:moveTo>
                  <a:cubicBezTo>
                    <a:pt x="1589" y="402"/>
                    <a:pt x="1926" y="739"/>
                    <a:pt x="1926" y="1156"/>
                  </a:cubicBezTo>
                  <a:cubicBezTo>
                    <a:pt x="1926" y="1573"/>
                    <a:pt x="1589" y="1926"/>
                    <a:pt x="1156" y="1926"/>
                  </a:cubicBezTo>
                  <a:cubicBezTo>
                    <a:pt x="739" y="1926"/>
                    <a:pt x="402" y="1573"/>
                    <a:pt x="402" y="1156"/>
                  </a:cubicBezTo>
                  <a:cubicBezTo>
                    <a:pt x="402" y="739"/>
                    <a:pt x="739" y="402"/>
                    <a:pt x="1156" y="402"/>
                  </a:cubicBezTo>
                  <a:close/>
                  <a:moveTo>
                    <a:pt x="1156" y="1"/>
                  </a:moveTo>
                  <a:cubicBezTo>
                    <a:pt x="514" y="1"/>
                    <a:pt x="1" y="514"/>
                    <a:pt x="1" y="1156"/>
                  </a:cubicBezTo>
                  <a:cubicBezTo>
                    <a:pt x="1" y="1798"/>
                    <a:pt x="514" y="2327"/>
                    <a:pt x="1156" y="2327"/>
                  </a:cubicBezTo>
                  <a:cubicBezTo>
                    <a:pt x="1798" y="2327"/>
                    <a:pt x="2327" y="1798"/>
                    <a:pt x="2327" y="1156"/>
                  </a:cubicBezTo>
                  <a:cubicBezTo>
                    <a:pt x="2327" y="514"/>
                    <a:pt x="1798" y="1"/>
                    <a:pt x="115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51375" y="4692650"/>
              <a:ext cx="46550" cy="83050"/>
            </a:xfrm>
            <a:custGeom>
              <a:avLst/>
              <a:gdLst/>
              <a:ahLst/>
              <a:cxnLst/>
              <a:rect l="l" t="t" r="r" b="b"/>
              <a:pathLst>
                <a:path w="1862" h="3322" extrusionOk="0">
                  <a:moveTo>
                    <a:pt x="899" y="658"/>
                  </a:moveTo>
                  <a:lnTo>
                    <a:pt x="899" y="1444"/>
                  </a:lnTo>
                  <a:lnTo>
                    <a:pt x="883" y="1444"/>
                  </a:lnTo>
                  <a:cubicBezTo>
                    <a:pt x="738" y="1396"/>
                    <a:pt x="642" y="1348"/>
                    <a:pt x="578" y="1284"/>
                  </a:cubicBezTo>
                  <a:cubicBezTo>
                    <a:pt x="498" y="1220"/>
                    <a:pt x="482" y="1139"/>
                    <a:pt x="482" y="1027"/>
                  </a:cubicBezTo>
                  <a:cubicBezTo>
                    <a:pt x="482" y="899"/>
                    <a:pt x="514" y="818"/>
                    <a:pt x="594" y="754"/>
                  </a:cubicBezTo>
                  <a:cubicBezTo>
                    <a:pt x="674" y="706"/>
                    <a:pt x="770" y="658"/>
                    <a:pt x="899" y="658"/>
                  </a:cubicBezTo>
                  <a:close/>
                  <a:moveTo>
                    <a:pt x="1011" y="1861"/>
                  </a:moveTo>
                  <a:cubicBezTo>
                    <a:pt x="1155" y="1909"/>
                    <a:pt x="1252" y="1958"/>
                    <a:pt x="1332" y="2022"/>
                  </a:cubicBezTo>
                  <a:cubicBezTo>
                    <a:pt x="1412" y="2086"/>
                    <a:pt x="1460" y="2182"/>
                    <a:pt x="1460" y="2278"/>
                  </a:cubicBezTo>
                  <a:cubicBezTo>
                    <a:pt x="1444" y="2407"/>
                    <a:pt x="1412" y="2503"/>
                    <a:pt x="1332" y="2567"/>
                  </a:cubicBezTo>
                  <a:cubicBezTo>
                    <a:pt x="1252" y="2647"/>
                    <a:pt x="1155" y="2663"/>
                    <a:pt x="1011" y="2663"/>
                  </a:cubicBezTo>
                  <a:lnTo>
                    <a:pt x="1011" y="1861"/>
                  </a:lnTo>
                  <a:close/>
                  <a:moveTo>
                    <a:pt x="883" y="0"/>
                  </a:moveTo>
                  <a:lnTo>
                    <a:pt x="883" y="321"/>
                  </a:lnTo>
                  <a:cubicBezTo>
                    <a:pt x="690" y="321"/>
                    <a:pt x="562" y="337"/>
                    <a:pt x="417" y="401"/>
                  </a:cubicBezTo>
                  <a:cubicBezTo>
                    <a:pt x="273" y="466"/>
                    <a:pt x="177" y="546"/>
                    <a:pt x="113" y="658"/>
                  </a:cubicBezTo>
                  <a:cubicBezTo>
                    <a:pt x="32" y="754"/>
                    <a:pt x="0" y="899"/>
                    <a:pt x="0" y="1027"/>
                  </a:cubicBezTo>
                  <a:cubicBezTo>
                    <a:pt x="0" y="1204"/>
                    <a:pt x="32" y="1316"/>
                    <a:pt x="113" y="1444"/>
                  </a:cubicBezTo>
                  <a:cubicBezTo>
                    <a:pt x="193" y="1540"/>
                    <a:pt x="289" y="1621"/>
                    <a:pt x="401" y="1669"/>
                  </a:cubicBezTo>
                  <a:cubicBezTo>
                    <a:pt x="498" y="1701"/>
                    <a:pt x="658" y="1765"/>
                    <a:pt x="851" y="1829"/>
                  </a:cubicBezTo>
                  <a:lnTo>
                    <a:pt x="851" y="2663"/>
                  </a:lnTo>
                  <a:cubicBezTo>
                    <a:pt x="738" y="2647"/>
                    <a:pt x="642" y="2599"/>
                    <a:pt x="578" y="2519"/>
                  </a:cubicBezTo>
                  <a:cubicBezTo>
                    <a:pt x="514" y="2439"/>
                    <a:pt x="450" y="2359"/>
                    <a:pt x="450" y="2262"/>
                  </a:cubicBezTo>
                  <a:lnTo>
                    <a:pt x="0" y="2262"/>
                  </a:lnTo>
                  <a:cubicBezTo>
                    <a:pt x="16" y="2471"/>
                    <a:pt x="97" y="2647"/>
                    <a:pt x="257" y="2792"/>
                  </a:cubicBezTo>
                  <a:cubicBezTo>
                    <a:pt x="417" y="2920"/>
                    <a:pt x="610" y="3000"/>
                    <a:pt x="851" y="3032"/>
                  </a:cubicBezTo>
                  <a:lnTo>
                    <a:pt x="851" y="3321"/>
                  </a:lnTo>
                  <a:lnTo>
                    <a:pt x="979" y="3321"/>
                  </a:lnTo>
                  <a:lnTo>
                    <a:pt x="979" y="3032"/>
                  </a:lnTo>
                  <a:cubicBezTo>
                    <a:pt x="1171" y="3032"/>
                    <a:pt x="1332" y="2984"/>
                    <a:pt x="1460" y="2920"/>
                  </a:cubicBezTo>
                  <a:cubicBezTo>
                    <a:pt x="1605" y="2872"/>
                    <a:pt x="1701" y="2760"/>
                    <a:pt x="1765" y="2663"/>
                  </a:cubicBezTo>
                  <a:cubicBezTo>
                    <a:pt x="1813" y="2551"/>
                    <a:pt x="1861" y="2423"/>
                    <a:pt x="1861" y="2311"/>
                  </a:cubicBezTo>
                  <a:cubicBezTo>
                    <a:pt x="1861" y="2150"/>
                    <a:pt x="1813" y="2006"/>
                    <a:pt x="1733" y="1909"/>
                  </a:cubicBezTo>
                  <a:cubicBezTo>
                    <a:pt x="1653" y="1797"/>
                    <a:pt x="1621" y="1701"/>
                    <a:pt x="1524" y="1669"/>
                  </a:cubicBezTo>
                  <a:cubicBezTo>
                    <a:pt x="1412" y="1621"/>
                    <a:pt x="1252" y="1556"/>
                    <a:pt x="1091" y="1508"/>
                  </a:cubicBezTo>
                  <a:lnTo>
                    <a:pt x="1011" y="1476"/>
                  </a:lnTo>
                  <a:lnTo>
                    <a:pt x="1011" y="658"/>
                  </a:lnTo>
                  <a:cubicBezTo>
                    <a:pt x="1123" y="674"/>
                    <a:pt x="1220" y="722"/>
                    <a:pt x="1284" y="786"/>
                  </a:cubicBezTo>
                  <a:cubicBezTo>
                    <a:pt x="1332" y="835"/>
                    <a:pt x="1380" y="915"/>
                    <a:pt x="1396" y="1027"/>
                  </a:cubicBezTo>
                  <a:lnTo>
                    <a:pt x="1861" y="1027"/>
                  </a:lnTo>
                  <a:cubicBezTo>
                    <a:pt x="1845" y="818"/>
                    <a:pt x="1765" y="658"/>
                    <a:pt x="1605" y="546"/>
                  </a:cubicBezTo>
                  <a:cubicBezTo>
                    <a:pt x="1460" y="417"/>
                    <a:pt x="1252" y="337"/>
                    <a:pt x="1011" y="321"/>
                  </a:cubicBezTo>
                  <a:lnTo>
                    <a:pt x="1011" y="0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904050" y="4663375"/>
              <a:ext cx="143600" cy="143600"/>
            </a:xfrm>
            <a:custGeom>
              <a:avLst/>
              <a:gdLst/>
              <a:ahLst/>
              <a:cxnLst/>
              <a:rect l="l" t="t" r="r" b="b"/>
              <a:pathLst>
                <a:path w="5744" h="5744" extrusionOk="0">
                  <a:moveTo>
                    <a:pt x="2872" y="401"/>
                  </a:moveTo>
                  <a:cubicBezTo>
                    <a:pt x="4236" y="401"/>
                    <a:pt x="5343" y="1508"/>
                    <a:pt x="5343" y="2872"/>
                  </a:cubicBezTo>
                  <a:cubicBezTo>
                    <a:pt x="5343" y="4236"/>
                    <a:pt x="4236" y="5343"/>
                    <a:pt x="2872" y="5343"/>
                  </a:cubicBezTo>
                  <a:cubicBezTo>
                    <a:pt x="1508" y="5343"/>
                    <a:pt x="401" y="4236"/>
                    <a:pt x="401" y="2872"/>
                  </a:cubicBezTo>
                  <a:cubicBezTo>
                    <a:pt x="401" y="1508"/>
                    <a:pt x="1508" y="401"/>
                    <a:pt x="2872" y="401"/>
                  </a:cubicBezTo>
                  <a:close/>
                  <a:moveTo>
                    <a:pt x="2872" y="0"/>
                  </a:moveTo>
                  <a:cubicBezTo>
                    <a:pt x="1284" y="0"/>
                    <a:pt x="0" y="1284"/>
                    <a:pt x="0" y="2872"/>
                  </a:cubicBezTo>
                  <a:cubicBezTo>
                    <a:pt x="0" y="4460"/>
                    <a:pt x="1284" y="5744"/>
                    <a:pt x="2872" y="5744"/>
                  </a:cubicBezTo>
                  <a:cubicBezTo>
                    <a:pt x="4460" y="5744"/>
                    <a:pt x="5744" y="4460"/>
                    <a:pt x="5744" y="2872"/>
                  </a:cubicBezTo>
                  <a:cubicBezTo>
                    <a:pt x="5744" y="1284"/>
                    <a:pt x="4460" y="0"/>
                    <a:pt x="287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873550" y="4632475"/>
              <a:ext cx="204600" cy="204575"/>
            </a:xfrm>
            <a:custGeom>
              <a:avLst/>
              <a:gdLst/>
              <a:ahLst/>
              <a:cxnLst/>
              <a:rect l="l" t="t" r="r" b="b"/>
              <a:pathLst>
                <a:path w="8184" h="8183" extrusionOk="0">
                  <a:moveTo>
                    <a:pt x="4092" y="418"/>
                  </a:moveTo>
                  <a:cubicBezTo>
                    <a:pt x="6113" y="418"/>
                    <a:pt x="7782" y="2086"/>
                    <a:pt x="7782" y="4108"/>
                  </a:cubicBezTo>
                  <a:cubicBezTo>
                    <a:pt x="7782" y="6129"/>
                    <a:pt x="6113" y="7798"/>
                    <a:pt x="4092" y="7798"/>
                  </a:cubicBezTo>
                  <a:cubicBezTo>
                    <a:pt x="2038" y="7798"/>
                    <a:pt x="402" y="6129"/>
                    <a:pt x="402" y="4108"/>
                  </a:cubicBezTo>
                  <a:cubicBezTo>
                    <a:pt x="402" y="2070"/>
                    <a:pt x="2071" y="418"/>
                    <a:pt x="4092" y="418"/>
                  </a:cubicBezTo>
                  <a:close/>
                  <a:moveTo>
                    <a:pt x="4092" y="1"/>
                  </a:moveTo>
                  <a:cubicBezTo>
                    <a:pt x="1830" y="1"/>
                    <a:pt x="1" y="1846"/>
                    <a:pt x="1" y="4092"/>
                  </a:cubicBezTo>
                  <a:cubicBezTo>
                    <a:pt x="1" y="6338"/>
                    <a:pt x="1846" y="8183"/>
                    <a:pt x="4092" y="8183"/>
                  </a:cubicBezTo>
                  <a:cubicBezTo>
                    <a:pt x="6338" y="8183"/>
                    <a:pt x="8183" y="6338"/>
                    <a:pt x="8183" y="4092"/>
                  </a:cubicBezTo>
                  <a:cubicBezTo>
                    <a:pt x="8183" y="1846"/>
                    <a:pt x="6338" y="1"/>
                    <a:pt x="409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719150" y="4577125"/>
              <a:ext cx="513400" cy="270775"/>
            </a:xfrm>
            <a:custGeom>
              <a:avLst/>
              <a:gdLst/>
              <a:ahLst/>
              <a:cxnLst/>
              <a:rect l="l" t="t" r="r" b="b"/>
              <a:pathLst>
                <a:path w="20536" h="10831" extrusionOk="0">
                  <a:moveTo>
                    <a:pt x="3450" y="1"/>
                  </a:moveTo>
                  <a:cubicBezTo>
                    <a:pt x="1540" y="1"/>
                    <a:pt x="0" y="1557"/>
                    <a:pt x="0" y="3450"/>
                  </a:cubicBezTo>
                  <a:lnTo>
                    <a:pt x="0" y="10830"/>
                  </a:lnTo>
                  <a:lnTo>
                    <a:pt x="401" y="10830"/>
                  </a:lnTo>
                  <a:lnTo>
                    <a:pt x="401" y="3450"/>
                  </a:lnTo>
                  <a:cubicBezTo>
                    <a:pt x="401" y="1766"/>
                    <a:pt x="1765" y="402"/>
                    <a:pt x="3450" y="402"/>
                  </a:cubicBezTo>
                  <a:lnTo>
                    <a:pt x="17086" y="402"/>
                  </a:lnTo>
                  <a:cubicBezTo>
                    <a:pt x="18771" y="402"/>
                    <a:pt x="20135" y="1766"/>
                    <a:pt x="20135" y="3450"/>
                  </a:cubicBezTo>
                  <a:lnTo>
                    <a:pt x="20135" y="10830"/>
                  </a:lnTo>
                  <a:lnTo>
                    <a:pt x="20536" y="10830"/>
                  </a:lnTo>
                  <a:lnTo>
                    <a:pt x="20536" y="3450"/>
                  </a:lnTo>
                  <a:cubicBezTo>
                    <a:pt x="20536" y="1557"/>
                    <a:pt x="18964" y="1"/>
                    <a:pt x="17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366175" y="4153575"/>
              <a:ext cx="321700" cy="321300"/>
            </a:xfrm>
            <a:custGeom>
              <a:avLst/>
              <a:gdLst/>
              <a:ahLst/>
              <a:cxnLst/>
              <a:rect l="l" t="t" r="r" b="b"/>
              <a:pathLst>
                <a:path w="12868" h="12852" extrusionOk="0">
                  <a:moveTo>
                    <a:pt x="6434" y="418"/>
                  </a:moveTo>
                  <a:cubicBezTo>
                    <a:pt x="9771" y="418"/>
                    <a:pt x="12467" y="3129"/>
                    <a:pt x="12467" y="6466"/>
                  </a:cubicBezTo>
                  <a:cubicBezTo>
                    <a:pt x="12467" y="9787"/>
                    <a:pt x="9771" y="12451"/>
                    <a:pt x="6434" y="12451"/>
                  </a:cubicBezTo>
                  <a:cubicBezTo>
                    <a:pt x="5392" y="12451"/>
                    <a:pt x="4349" y="12178"/>
                    <a:pt x="3434" y="11648"/>
                  </a:cubicBezTo>
                  <a:cubicBezTo>
                    <a:pt x="3386" y="11632"/>
                    <a:pt x="3370" y="11632"/>
                    <a:pt x="3322" y="11632"/>
                  </a:cubicBezTo>
                  <a:cubicBezTo>
                    <a:pt x="3306" y="11632"/>
                    <a:pt x="3290" y="11632"/>
                    <a:pt x="3274" y="11648"/>
                  </a:cubicBezTo>
                  <a:lnTo>
                    <a:pt x="1156" y="12370"/>
                  </a:lnTo>
                  <a:lnTo>
                    <a:pt x="1605" y="10156"/>
                  </a:lnTo>
                  <a:cubicBezTo>
                    <a:pt x="1621" y="10092"/>
                    <a:pt x="1605" y="10028"/>
                    <a:pt x="1557" y="9996"/>
                  </a:cubicBezTo>
                  <a:cubicBezTo>
                    <a:pt x="803" y="8953"/>
                    <a:pt x="402" y="7718"/>
                    <a:pt x="402" y="6466"/>
                  </a:cubicBezTo>
                  <a:cubicBezTo>
                    <a:pt x="402" y="3129"/>
                    <a:pt x="3113" y="418"/>
                    <a:pt x="6434" y="418"/>
                  </a:cubicBezTo>
                  <a:close/>
                  <a:moveTo>
                    <a:pt x="6434" y="1"/>
                  </a:moveTo>
                  <a:cubicBezTo>
                    <a:pt x="2889" y="1"/>
                    <a:pt x="1" y="2889"/>
                    <a:pt x="1" y="6434"/>
                  </a:cubicBezTo>
                  <a:cubicBezTo>
                    <a:pt x="1" y="7782"/>
                    <a:pt x="402" y="9049"/>
                    <a:pt x="1172" y="10156"/>
                  </a:cubicBezTo>
                  <a:lnTo>
                    <a:pt x="707" y="12643"/>
                  </a:lnTo>
                  <a:cubicBezTo>
                    <a:pt x="675" y="12723"/>
                    <a:pt x="723" y="12771"/>
                    <a:pt x="755" y="12820"/>
                  </a:cubicBezTo>
                  <a:cubicBezTo>
                    <a:pt x="803" y="12852"/>
                    <a:pt x="835" y="12852"/>
                    <a:pt x="899" y="12852"/>
                  </a:cubicBezTo>
                  <a:cubicBezTo>
                    <a:pt x="915" y="12852"/>
                    <a:pt x="947" y="12852"/>
                    <a:pt x="964" y="12836"/>
                  </a:cubicBezTo>
                  <a:lnTo>
                    <a:pt x="3306" y="12033"/>
                  </a:lnTo>
                  <a:cubicBezTo>
                    <a:pt x="4268" y="12579"/>
                    <a:pt x="5327" y="12852"/>
                    <a:pt x="6434" y="12852"/>
                  </a:cubicBezTo>
                  <a:cubicBezTo>
                    <a:pt x="9980" y="12852"/>
                    <a:pt x="12868" y="9964"/>
                    <a:pt x="12868" y="6418"/>
                  </a:cubicBezTo>
                  <a:cubicBezTo>
                    <a:pt x="12852" y="2889"/>
                    <a:pt x="9980" y="1"/>
                    <a:pt x="643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425150" y="4221525"/>
              <a:ext cx="202575" cy="186375"/>
            </a:xfrm>
            <a:custGeom>
              <a:avLst/>
              <a:gdLst/>
              <a:ahLst/>
              <a:cxnLst/>
              <a:rect l="l" t="t" r="r" b="b"/>
              <a:pathLst>
                <a:path w="8103" h="7455" extrusionOk="0">
                  <a:moveTo>
                    <a:pt x="1557" y="395"/>
                  </a:moveTo>
                  <a:cubicBezTo>
                    <a:pt x="1797" y="395"/>
                    <a:pt x="1909" y="443"/>
                    <a:pt x="1958" y="492"/>
                  </a:cubicBezTo>
                  <a:cubicBezTo>
                    <a:pt x="2054" y="668"/>
                    <a:pt x="2455" y="1631"/>
                    <a:pt x="2599" y="1968"/>
                  </a:cubicBezTo>
                  <a:cubicBezTo>
                    <a:pt x="2599" y="1968"/>
                    <a:pt x="2631" y="2112"/>
                    <a:pt x="2551" y="2240"/>
                  </a:cubicBezTo>
                  <a:cubicBezTo>
                    <a:pt x="2423" y="2433"/>
                    <a:pt x="2134" y="2738"/>
                    <a:pt x="2134" y="2738"/>
                  </a:cubicBezTo>
                  <a:lnTo>
                    <a:pt x="2102" y="2754"/>
                  </a:lnTo>
                  <a:cubicBezTo>
                    <a:pt x="2006" y="2882"/>
                    <a:pt x="1893" y="3171"/>
                    <a:pt x="2102" y="3460"/>
                  </a:cubicBezTo>
                  <a:cubicBezTo>
                    <a:pt x="2150" y="3508"/>
                    <a:pt x="2166" y="3540"/>
                    <a:pt x="2214" y="3604"/>
                  </a:cubicBezTo>
                  <a:cubicBezTo>
                    <a:pt x="2391" y="3861"/>
                    <a:pt x="2647" y="4246"/>
                    <a:pt x="3129" y="4711"/>
                  </a:cubicBezTo>
                  <a:cubicBezTo>
                    <a:pt x="3706" y="5289"/>
                    <a:pt x="4781" y="5690"/>
                    <a:pt x="4845" y="5706"/>
                  </a:cubicBezTo>
                  <a:cubicBezTo>
                    <a:pt x="4861" y="5706"/>
                    <a:pt x="4861" y="5706"/>
                    <a:pt x="4878" y="5722"/>
                  </a:cubicBezTo>
                  <a:cubicBezTo>
                    <a:pt x="4882" y="5722"/>
                    <a:pt x="4902" y="5724"/>
                    <a:pt x="4932" y="5724"/>
                  </a:cubicBezTo>
                  <a:cubicBezTo>
                    <a:pt x="5016" y="5724"/>
                    <a:pt x="5177" y="5707"/>
                    <a:pt x="5295" y="5577"/>
                  </a:cubicBezTo>
                  <a:cubicBezTo>
                    <a:pt x="5407" y="5481"/>
                    <a:pt x="5840" y="4920"/>
                    <a:pt x="5936" y="4807"/>
                  </a:cubicBezTo>
                  <a:cubicBezTo>
                    <a:pt x="5961" y="4783"/>
                    <a:pt x="6014" y="4749"/>
                    <a:pt x="6088" y="4749"/>
                  </a:cubicBezTo>
                  <a:cubicBezTo>
                    <a:pt x="6111" y="4749"/>
                    <a:pt x="6135" y="4752"/>
                    <a:pt x="6161" y="4759"/>
                  </a:cubicBezTo>
                  <a:cubicBezTo>
                    <a:pt x="6450" y="4887"/>
                    <a:pt x="7653" y="5481"/>
                    <a:pt x="7669" y="5513"/>
                  </a:cubicBezTo>
                  <a:cubicBezTo>
                    <a:pt x="7669" y="5513"/>
                    <a:pt x="7685" y="5529"/>
                    <a:pt x="7685" y="5577"/>
                  </a:cubicBezTo>
                  <a:cubicBezTo>
                    <a:pt x="7685" y="5802"/>
                    <a:pt x="7589" y="6267"/>
                    <a:pt x="7461" y="6363"/>
                  </a:cubicBezTo>
                  <a:cubicBezTo>
                    <a:pt x="7268" y="6572"/>
                    <a:pt x="6803" y="7037"/>
                    <a:pt x="6129" y="7037"/>
                  </a:cubicBezTo>
                  <a:cubicBezTo>
                    <a:pt x="5439" y="7037"/>
                    <a:pt x="3594" y="6428"/>
                    <a:pt x="2631" y="5465"/>
                  </a:cubicBezTo>
                  <a:cubicBezTo>
                    <a:pt x="1749" y="4583"/>
                    <a:pt x="802" y="3540"/>
                    <a:pt x="610" y="2641"/>
                  </a:cubicBezTo>
                  <a:cubicBezTo>
                    <a:pt x="385" y="1695"/>
                    <a:pt x="450" y="1374"/>
                    <a:pt x="642" y="1101"/>
                  </a:cubicBezTo>
                  <a:lnTo>
                    <a:pt x="642" y="1069"/>
                  </a:lnTo>
                  <a:cubicBezTo>
                    <a:pt x="819" y="764"/>
                    <a:pt x="1107" y="411"/>
                    <a:pt x="1252" y="411"/>
                  </a:cubicBezTo>
                  <a:cubicBezTo>
                    <a:pt x="1364" y="395"/>
                    <a:pt x="1476" y="395"/>
                    <a:pt x="1557" y="395"/>
                  </a:cubicBezTo>
                  <a:close/>
                  <a:moveTo>
                    <a:pt x="1586" y="1"/>
                  </a:moveTo>
                  <a:cubicBezTo>
                    <a:pt x="1480" y="1"/>
                    <a:pt x="1363" y="9"/>
                    <a:pt x="1236" y="26"/>
                  </a:cubicBezTo>
                  <a:cubicBezTo>
                    <a:pt x="802" y="90"/>
                    <a:pt x="401" y="748"/>
                    <a:pt x="321" y="893"/>
                  </a:cubicBezTo>
                  <a:cubicBezTo>
                    <a:pt x="32" y="1342"/>
                    <a:pt x="0" y="1791"/>
                    <a:pt x="225" y="2754"/>
                  </a:cubicBezTo>
                  <a:cubicBezTo>
                    <a:pt x="450" y="3764"/>
                    <a:pt x="1396" y="4807"/>
                    <a:pt x="2375" y="5770"/>
                  </a:cubicBezTo>
                  <a:cubicBezTo>
                    <a:pt x="3402" y="6781"/>
                    <a:pt x="5295" y="7454"/>
                    <a:pt x="6161" y="7454"/>
                  </a:cubicBezTo>
                  <a:cubicBezTo>
                    <a:pt x="7011" y="7454"/>
                    <a:pt x="7573" y="6893"/>
                    <a:pt x="7765" y="6684"/>
                  </a:cubicBezTo>
                  <a:lnTo>
                    <a:pt x="7781" y="6668"/>
                  </a:lnTo>
                  <a:cubicBezTo>
                    <a:pt x="8022" y="6428"/>
                    <a:pt x="8102" y="5802"/>
                    <a:pt x="8102" y="5609"/>
                  </a:cubicBezTo>
                  <a:cubicBezTo>
                    <a:pt x="8086" y="5321"/>
                    <a:pt x="7926" y="5192"/>
                    <a:pt x="7830" y="5144"/>
                  </a:cubicBezTo>
                  <a:cubicBezTo>
                    <a:pt x="7733" y="5080"/>
                    <a:pt x="6610" y="4551"/>
                    <a:pt x="6321" y="4406"/>
                  </a:cubicBezTo>
                  <a:cubicBezTo>
                    <a:pt x="6229" y="4362"/>
                    <a:pt x="6143" y="4345"/>
                    <a:pt x="6065" y="4345"/>
                  </a:cubicBezTo>
                  <a:cubicBezTo>
                    <a:pt x="5858" y="4345"/>
                    <a:pt x="5706" y="4469"/>
                    <a:pt x="5648" y="4551"/>
                  </a:cubicBezTo>
                  <a:cubicBezTo>
                    <a:pt x="5439" y="4807"/>
                    <a:pt x="5102" y="5224"/>
                    <a:pt x="5038" y="5289"/>
                  </a:cubicBezTo>
                  <a:cubicBezTo>
                    <a:pt x="5022" y="5305"/>
                    <a:pt x="5006" y="5305"/>
                    <a:pt x="4974" y="5305"/>
                  </a:cubicBezTo>
                  <a:cubicBezTo>
                    <a:pt x="4813" y="5240"/>
                    <a:pt x="3915" y="4887"/>
                    <a:pt x="3450" y="4406"/>
                  </a:cubicBezTo>
                  <a:cubicBezTo>
                    <a:pt x="3016" y="3957"/>
                    <a:pt x="2760" y="3588"/>
                    <a:pt x="2567" y="3347"/>
                  </a:cubicBezTo>
                  <a:cubicBezTo>
                    <a:pt x="2535" y="3283"/>
                    <a:pt x="2487" y="3235"/>
                    <a:pt x="2471" y="3203"/>
                  </a:cubicBezTo>
                  <a:cubicBezTo>
                    <a:pt x="2407" y="3107"/>
                    <a:pt x="2455" y="3026"/>
                    <a:pt x="2471" y="2994"/>
                  </a:cubicBezTo>
                  <a:cubicBezTo>
                    <a:pt x="2535" y="2946"/>
                    <a:pt x="2808" y="2657"/>
                    <a:pt x="2936" y="2465"/>
                  </a:cubicBezTo>
                  <a:cubicBezTo>
                    <a:pt x="3097" y="2224"/>
                    <a:pt x="3049" y="1952"/>
                    <a:pt x="3000" y="1839"/>
                  </a:cubicBezTo>
                  <a:cubicBezTo>
                    <a:pt x="2968" y="1775"/>
                    <a:pt x="2455" y="540"/>
                    <a:pt x="2327" y="315"/>
                  </a:cubicBezTo>
                  <a:cubicBezTo>
                    <a:pt x="2226" y="113"/>
                    <a:pt x="1976" y="1"/>
                    <a:pt x="15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4405800" y="4261475"/>
              <a:ext cx="416350" cy="383875"/>
            </a:xfrm>
            <a:custGeom>
              <a:avLst/>
              <a:gdLst/>
              <a:ahLst/>
              <a:cxnLst/>
              <a:rect l="l" t="t" r="r" b="b"/>
              <a:pathLst>
                <a:path w="16654" h="15355" extrusionOk="0">
                  <a:moveTo>
                    <a:pt x="10958" y="418"/>
                  </a:moveTo>
                  <a:cubicBezTo>
                    <a:pt x="13846" y="418"/>
                    <a:pt x="16204" y="2760"/>
                    <a:pt x="16204" y="5664"/>
                  </a:cubicBezTo>
                  <a:cubicBezTo>
                    <a:pt x="16253" y="8536"/>
                    <a:pt x="13910" y="10894"/>
                    <a:pt x="10990" y="10894"/>
                  </a:cubicBezTo>
                  <a:cubicBezTo>
                    <a:pt x="10429" y="10894"/>
                    <a:pt x="9867" y="10782"/>
                    <a:pt x="9338" y="10605"/>
                  </a:cubicBezTo>
                  <a:cubicBezTo>
                    <a:pt x="9306" y="10605"/>
                    <a:pt x="9290" y="10589"/>
                    <a:pt x="9258" y="10589"/>
                  </a:cubicBezTo>
                  <a:cubicBezTo>
                    <a:pt x="9177" y="10573"/>
                    <a:pt x="9113" y="10525"/>
                    <a:pt x="9033" y="10509"/>
                  </a:cubicBezTo>
                  <a:cubicBezTo>
                    <a:pt x="8985" y="10493"/>
                    <a:pt x="8969" y="10493"/>
                    <a:pt x="8937" y="10461"/>
                  </a:cubicBezTo>
                  <a:cubicBezTo>
                    <a:pt x="8873" y="10445"/>
                    <a:pt x="8808" y="10413"/>
                    <a:pt x="8728" y="10381"/>
                  </a:cubicBezTo>
                  <a:cubicBezTo>
                    <a:pt x="8696" y="10365"/>
                    <a:pt x="8664" y="10365"/>
                    <a:pt x="8632" y="10349"/>
                  </a:cubicBezTo>
                  <a:cubicBezTo>
                    <a:pt x="8536" y="10300"/>
                    <a:pt x="8455" y="10252"/>
                    <a:pt x="8343" y="10204"/>
                  </a:cubicBezTo>
                  <a:cubicBezTo>
                    <a:pt x="8327" y="10188"/>
                    <a:pt x="8311" y="10188"/>
                    <a:pt x="8263" y="10188"/>
                  </a:cubicBezTo>
                  <a:lnTo>
                    <a:pt x="8231" y="10188"/>
                  </a:lnTo>
                  <a:cubicBezTo>
                    <a:pt x="8215" y="10188"/>
                    <a:pt x="8183" y="10188"/>
                    <a:pt x="8167" y="10204"/>
                  </a:cubicBezTo>
                  <a:lnTo>
                    <a:pt x="6386" y="10830"/>
                  </a:lnTo>
                  <a:lnTo>
                    <a:pt x="6739" y="8921"/>
                  </a:lnTo>
                  <a:cubicBezTo>
                    <a:pt x="6771" y="8857"/>
                    <a:pt x="6739" y="8792"/>
                    <a:pt x="6707" y="8760"/>
                  </a:cubicBezTo>
                  <a:cubicBezTo>
                    <a:pt x="6627" y="8664"/>
                    <a:pt x="6562" y="8568"/>
                    <a:pt x="6482" y="8439"/>
                  </a:cubicBezTo>
                  <a:cubicBezTo>
                    <a:pt x="6466" y="8391"/>
                    <a:pt x="6418" y="8343"/>
                    <a:pt x="6402" y="8295"/>
                  </a:cubicBezTo>
                  <a:cubicBezTo>
                    <a:pt x="6370" y="8247"/>
                    <a:pt x="6338" y="8183"/>
                    <a:pt x="6306" y="8119"/>
                  </a:cubicBezTo>
                  <a:cubicBezTo>
                    <a:pt x="6258" y="8054"/>
                    <a:pt x="6241" y="7990"/>
                    <a:pt x="6209" y="7942"/>
                  </a:cubicBezTo>
                  <a:cubicBezTo>
                    <a:pt x="6177" y="7894"/>
                    <a:pt x="6161" y="7846"/>
                    <a:pt x="6145" y="7798"/>
                  </a:cubicBezTo>
                  <a:cubicBezTo>
                    <a:pt x="6097" y="7717"/>
                    <a:pt x="6081" y="7653"/>
                    <a:pt x="6049" y="7573"/>
                  </a:cubicBezTo>
                  <a:cubicBezTo>
                    <a:pt x="6017" y="7541"/>
                    <a:pt x="6017" y="7493"/>
                    <a:pt x="6001" y="7461"/>
                  </a:cubicBezTo>
                  <a:cubicBezTo>
                    <a:pt x="5985" y="7381"/>
                    <a:pt x="5937" y="7300"/>
                    <a:pt x="5921" y="7220"/>
                  </a:cubicBezTo>
                  <a:cubicBezTo>
                    <a:pt x="5921" y="7188"/>
                    <a:pt x="5905" y="7156"/>
                    <a:pt x="5905" y="7140"/>
                  </a:cubicBezTo>
                  <a:cubicBezTo>
                    <a:pt x="5824" y="6835"/>
                    <a:pt x="5744" y="6514"/>
                    <a:pt x="5728" y="6177"/>
                  </a:cubicBezTo>
                  <a:cubicBezTo>
                    <a:pt x="5696" y="6017"/>
                    <a:pt x="5696" y="5824"/>
                    <a:pt x="5696" y="5664"/>
                  </a:cubicBezTo>
                  <a:cubicBezTo>
                    <a:pt x="5696" y="2776"/>
                    <a:pt x="8054" y="418"/>
                    <a:pt x="10958" y="418"/>
                  </a:cubicBezTo>
                  <a:close/>
                  <a:moveTo>
                    <a:pt x="4733" y="6258"/>
                  </a:moveTo>
                  <a:cubicBezTo>
                    <a:pt x="4958" y="6258"/>
                    <a:pt x="5167" y="6274"/>
                    <a:pt x="5375" y="6290"/>
                  </a:cubicBezTo>
                  <a:lnTo>
                    <a:pt x="5375" y="6354"/>
                  </a:lnTo>
                  <a:cubicBezTo>
                    <a:pt x="5407" y="6434"/>
                    <a:pt x="5407" y="6514"/>
                    <a:pt x="5423" y="6594"/>
                  </a:cubicBezTo>
                  <a:cubicBezTo>
                    <a:pt x="5423" y="6643"/>
                    <a:pt x="5439" y="6675"/>
                    <a:pt x="5439" y="6723"/>
                  </a:cubicBezTo>
                  <a:cubicBezTo>
                    <a:pt x="5455" y="6803"/>
                    <a:pt x="5487" y="6899"/>
                    <a:pt x="5503" y="6979"/>
                  </a:cubicBezTo>
                  <a:cubicBezTo>
                    <a:pt x="5536" y="7172"/>
                    <a:pt x="5600" y="7365"/>
                    <a:pt x="5680" y="7557"/>
                  </a:cubicBezTo>
                  <a:cubicBezTo>
                    <a:pt x="5696" y="7605"/>
                    <a:pt x="5696" y="7621"/>
                    <a:pt x="5728" y="7653"/>
                  </a:cubicBezTo>
                  <a:cubicBezTo>
                    <a:pt x="5744" y="7734"/>
                    <a:pt x="5776" y="7798"/>
                    <a:pt x="5808" y="7878"/>
                  </a:cubicBezTo>
                  <a:cubicBezTo>
                    <a:pt x="5824" y="7942"/>
                    <a:pt x="5840" y="7974"/>
                    <a:pt x="5856" y="8038"/>
                  </a:cubicBezTo>
                  <a:cubicBezTo>
                    <a:pt x="5889" y="8103"/>
                    <a:pt x="5921" y="8167"/>
                    <a:pt x="5969" y="8215"/>
                  </a:cubicBezTo>
                  <a:cubicBezTo>
                    <a:pt x="6001" y="8279"/>
                    <a:pt x="6017" y="8343"/>
                    <a:pt x="6065" y="8423"/>
                  </a:cubicBezTo>
                  <a:cubicBezTo>
                    <a:pt x="6081" y="8455"/>
                    <a:pt x="6129" y="8520"/>
                    <a:pt x="6145" y="8568"/>
                  </a:cubicBezTo>
                  <a:cubicBezTo>
                    <a:pt x="6209" y="8664"/>
                    <a:pt x="6290" y="8776"/>
                    <a:pt x="6338" y="8889"/>
                  </a:cubicBezTo>
                  <a:lnTo>
                    <a:pt x="6338" y="8905"/>
                  </a:lnTo>
                  <a:lnTo>
                    <a:pt x="6049" y="10461"/>
                  </a:lnTo>
                  <a:cubicBezTo>
                    <a:pt x="6001" y="10413"/>
                    <a:pt x="5921" y="10349"/>
                    <a:pt x="5840" y="10349"/>
                  </a:cubicBezTo>
                  <a:cubicBezTo>
                    <a:pt x="5696" y="10349"/>
                    <a:pt x="5584" y="10461"/>
                    <a:pt x="5584" y="10605"/>
                  </a:cubicBezTo>
                  <a:cubicBezTo>
                    <a:pt x="5584" y="10750"/>
                    <a:pt x="5696" y="10862"/>
                    <a:pt x="5840" y="10862"/>
                  </a:cubicBezTo>
                  <a:cubicBezTo>
                    <a:pt x="5905" y="10862"/>
                    <a:pt x="5937" y="10846"/>
                    <a:pt x="5985" y="10830"/>
                  </a:cubicBezTo>
                  <a:lnTo>
                    <a:pt x="5985" y="10830"/>
                  </a:lnTo>
                  <a:lnTo>
                    <a:pt x="5937" y="11071"/>
                  </a:lnTo>
                  <a:cubicBezTo>
                    <a:pt x="5921" y="11151"/>
                    <a:pt x="5969" y="11199"/>
                    <a:pt x="6001" y="11247"/>
                  </a:cubicBezTo>
                  <a:cubicBezTo>
                    <a:pt x="6017" y="11263"/>
                    <a:pt x="6049" y="11263"/>
                    <a:pt x="6065" y="11279"/>
                  </a:cubicBezTo>
                  <a:lnTo>
                    <a:pt x="6145" y="11279"/>
                  </a:lnTo>
                  <a:cubicBezTo>
                    <a:pt x="6161" y="11279"/>
                    <a:pt x="6177" y="11279"/>
                    <a:pt x="6193" y="11263"/>
                  </a:cubicBezTo>
                  <a:lnTo>
                    <a:pt x="8247" y="10557"/>
                  </a:lnTo>
                  <a:lnTo>
                    <a:pt x="8600" y="10750"/>
                  </a:lnTo>
                  <a:cubicBezTo>
                    <a:pt x="8648" y="10766"/>
                    <a:pt x="8664" y="10766"/>
                    <a:pt x="8712" y="10782"/>
                  </a:cubicBezTo>
                  <a:cubicBezTo>
                    <a:pt x="8808" y="10830"/>
                    <a:pt x="8889" y="10862"/>
                    <a:pt x="8985" y="10910"/>
                  </a:cubicBezTo>
                  <a:cubicBezTo>
                    <a:pt x="9001" y="10910"/>
                    <a:pt x="9033" y="10926"/>
                    <a:pt x="9049" y="10926"/>
                  </a:cubicBezTo>
                  <a:cubicBezTo>
                    <a:pt x="9017" y="11744"/>
                    <a:pt x="8728" y="12498"/>
                    <a:pt x="8247" y="13140"/>
                  </a:cubicBezTo>
                  <a:cubicBezTo>
                    <a:pt x="8215" y="13172"/>
                    <a:pt x="8215" y="13236"/>
                    <a:pt x="8215" y="13301"/>
                  </a:cubicBezTo>
                  <a:lnTo>
                    <a:pt x="8504" y="14825"/>
                  </a:lnTo>
                  <a:lnTo>
                    <a:pt x="7060" y="14311"/>
                  </a:lnTo>
                  <a:cubicBezTo>
                    <a:pt x="7042" y="14305"/>
                    <a:pt x="7022" y="14302"/>
                    <a:pt x="7002" y="14302"/>
                  </a:cubicBezTo>
                  <a:cubicBezTo>
                    <a:pt x="6967" y="14302"/>
                    <a:pt x="6930" y="14313"/>
                    <a:pt x="6899" y="14343"/>
                  </a:cubicBezTo>
                  <a:cubicBezTo>
                    <a:pt x="6241" y="14712"/>
                    <a:pt x="5503" y="14921"/>
                    <a:pt x="4733" y="14921"/>
                  </a:cubicBezTo>
                  <a:cubicBezTo>
                    <a:pt x="2359" y="14921"/>
                    <a:pt x="402" y="12980"/>
                    <a:pt x="402" y="10589"/>
                  </a:cubicBezTo>
                  <a:cubicBezTo>
                    <a:pt x="402" y="8199"/>
                    <a:pt x="2359" y="6258"/>
                    <a:pt x="4733" y="6258"/>
                  </a:cubicBezTo>
                  <a:close/>
                  <a:moveTo>
                    <a:pt x="10990" y="1"/>
                  </a:moveTo>
                  <a:cubicBezTo>
                    <a:pt x="7894" y="1"/>
                    <a:pt x="5343" y="2519"/>
                    <a:pt x="5343" y="5648"/>
                  </a:cubicBezTo>
                  <a:cubicBezTo>
                    <a:pt x="5343" y="5728"/>
                    <a:pt x="5343" y="5840"/>
                    <a:pt x="5359" y="5921"/>
                  </a:cubicBezTo>
                  <a:cubicBezTo>
                    <a:pt x="5167" y="5889"/>
                    <a:pt x="4958" y="5872"/>
                    <a:pt x="4733" y="5872"/>
                  </a:cubicBezTo>
                  <a:cubicBezTo>
                    <a:pt x="2134" y="5872"/>
                    <a:pt x="1" y="8006"/>
                    <a:pt x="1" y="10605"/>
                  </a:cubicBezTo>
                  <a:cubicBezTo>
                    <a:pt x="1" y="13220"/>
                    <a:pt x="2134" y="15338"/>
                    <a:pt x="4733" y="15338"/>
                  </a:cubicBezTo>
                  <a:cubicBezTo>
                    <a:pt x="5536" y="15338"/>
                    <a:pt x="6322" y="15146"/>
                    <a:pt x="7028" y="14761"/>
                  </a:cubicBezTo>
                  <a:lnTo>
                    <a:pt x="8712" y="15338"/>
                  </a:lnTo>
                  <a:cubicBezTo>
                    <a:pt x="8728" y="15338"/>
                    <a:pt x="8744" y="15354"/>
                    <a:pt x="8760" y="15354"/>
                  </a:cubicBezTo>
                  <a:cubicBezTo>
                    <a:pt x="8808" y="15354"/>
                    <a:pt x="8873" y="15338"/>
                    <a:pt x="8905" y="15322"/>
                  </a:cubicBezTo>
                  <a:cubicBezTo>
                    <a:pt x="8969" y="15274"/>
                    <a:pt x="8985" y="15194"/>
                    <a:pt x="8969" y="15146"/>
                  </a:cubicBezTo>
                  <a:lnTo>
                    <a:pt x="8632" y="13349"/>
                  </a:lnTo>
                  <a:cubicBezTo>
                    <a:pt x="9081" y="12691"/>
                    <a:pt x="9370" y="11937"/>
                    <a:pt x="9450" y="11103"/>
                  </a:cubicBezTo>
                  <a:cubicBezTo>
                    <a:pt x="9948" y="11247"/>
                    <a:pt x="10477" y="11327"/>
                    <a:pt x="10990" y="11327"/>
                  </a:cubicBezTo>
                  <a:cubicBezTo>
                    <a:pt x="14103" y="11327"/>
                    <a:pt x="16654" y="8808"/>
                    <a:pt x="16654" y="5680"/>
                  </a:cubicBezTo>
                  <a:cubicBezTo>
                    <a:pt x="16654" y="2551"/>
                    <a:pt x="14119" y="1"/>
                    <a:pt x="10990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609550" y="44363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1"/>
                  </a:moveTo>
                  <a:cubicBezTo>
                    <a:pt x="81" y="1"/>
                    <a:pt x="1" y="81"/>
                    <a:pt x="1" y="209"/>
                  </a:cubicBezTo>
                  <a:cubicBezTo>
                    <a:pt x="1" y="321"/>
                    <a:pt x="81" y="402"/>
                    <a:pt x="193" y="402"/>
                  </a:cubicBezTo>
                  <a:lnTo>
                    <a:pt x="5487" y="402"/>
                  </a:lnTo>
                  <a:cubicBezTo>
                    <a:pt x="5616" y="402"/>
                    <a:pt x="5696" y="321"/>
                    <a:pt x="5696" y="209"/>
                  </a:cubicBezTo>
                  <a:cubicBezTo>
                    <a:pt x="5696" y="81"/>
                    <a:pt x="5616" y="1"/>
                    <a:pt x="548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609550" y="43974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0"/>
                  </a:moveTo>
                  <a:cubicBezTo>
                    <a:pt x="81" y="0"/>
                    <a:pt x="1" y="81"/>
                    <a:pt x="1" y="193"/>
                  </a:cubicBezTo>
                  <a:cubicBezTo>
                    <a:pt x="1" y="321"/>
                    <a:pt x="81" y="401"/>
                    <a:pt x="193" y="401"/>
                  </a:cubicBezTo>
                  <a:lnTo>
                    <a:pt x="5487" y="401"/>
                  </a:lnTo>
                  <a:cubicBezTo>
                    <a:pt x="5616" y="401"/>
                    <a:pt x="5696" y="321"/>
                    <a:pt x="5696" y="193"/>
                  </a:cubicBezTo>
                  <a:cubicBezTo>
                    <a:pt x="5696" y="81"/>
                    <a:pt x="5616" y="0"/>
                    <a:pt x="548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609550" y="43585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0"/>
                  </a:moveTo>
                  <a:cubicBezTo>
                    <a:pt x="81" y="0"/>
                    <a:pt x="1" y="80"/>
                    <a:pt x="1" y="209"/>
                  </a:cubicBezTo>
                  <a:cubicBezTo>
                    <a:pt x="1" y="321"/>
                    <a:pt x="81" y="401"/>
                    <a:pt x="193" y="401"/>
                  </a:cubicBezTo>
                  <a:lnTo>
                    <a:pt x="5487" y="401"/>
                  </a:lnTo>
                  <a:cubicBezTo>
                    <a:pt x="5616" y="401"/>
                    <a:pt x="5696" y="321"/>
                    <a:pt x="5696" y="209"/>
                  </a:cubicBezTo>
                  <a:cubicBezTo>
                    <a:pt x="5696" y="80"/>
                    <a:pt x="5616" y="0"/>
                    <a:pt x="548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4486825" y="4520175"/>
              <a:ext cx="12850" cy="12850"/>
            </a:xfrm>
            <a:custGeom>
              <a:avLst/>
              <a:gdLst/>
              <a:ahLst/>
              <a:cxnLst/>
              <a:rect l="l" t="t" r="r" b="b"/>
              <a:pathLst>
                <a:path w="514" h="514" extrusionOk="0">
                  <a:moveTo>
                    <a:pt x="257" y="1"/>
                  </a:moveTo>
                  <a:cubicBezTo>
                    <a:pt x="113" y="1"/>
                    <a:pt x="0" y="113"/>
                    <a:pt x="0" y="257"/>
                  </a:cubicBezTo>
                  <a:cubicBezTo>
                    <a:pt x="0" y="402"/>
                    <a:pt x="113" y="514"/>
                    <a:pt x="257" y="514"/>
                  </a:cubicBezTo>
                  <a:cubicBezTo>
                    <a:pt x="401" y="514"/>
                    <a:pt x="514" y="402"/>
                    <a:pt x="514" y="257"/>
                  </a:cubicBezTo>
                  <a:cubicBezTo>
                    <a:pt x="514" y="113"/>
                    <a:pt x="401" y="1"/>
                    <a:pt x="25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517700" y="4519775"/>
              <a:ext cx="13275" cy="12850"/>
            </a:xfrm>
            <a:custGeom>
              <a:avLst/>
              <a:gdLst/>
              <a:ahLst/>
              <a:cxnLst/>
              <a:rect l="l" t="t" r="r" b="b"/>
              <a:pathLst>
                <a:path w="531" h="514" extrusionOk="0">
                  <a:moveTo>
                    <a:pt x="257" y="1"/>
                  </a:moveTo>
                  <a:cubicBezTo>
                    <a:pt x="129" y="1"/>
                    <a:pt x="1" y="113"/>
                    <a:pt x="1" y="257"/>
                  </a:cubicBezTo>
                  <a:cubicBezTo>
                    <a:pt x="1" y="402"/>
                    <a:pt x="129" y="514"/>
                    <a:pt x="257" y="514"/>
                  </a:cubicBezTo>
                  <a:cubicBezTo>
                    <a:pt x="402" y="514"/>
                    <a:pt x="530" y="402"/>
                    <a:pt x="530" y="257"/>
                  </a:cubicBezTo>
                  <a:cubicBezTo>
                    <a:pt x="530" y="113"/>
                    <a:pt x="418" y="1"/>
                    <a:pt x="25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234900" y="891950"/>
              <a:ext cx="112725" cy="145625"/>
            </a:xfrm>
            <a:custGeom>
              <a:avLst/>
              <a:gdLst/>
              <a:ahLst/>
              <a:cxnLst/>
              <a:rect l="l" t="t" r="r" b="b"/>
              <a:pathLst>
                <a:path w="4509" h="5825" extrusionOk="0">
                  <a:moveTo>
                    <a:pt x="466" y="1"/>
                  </a:moveTo>
                  <a:cubicBezTo>
                    <a:pt x="305" y="1"/>
                    <a:pt x="161" y="17"/>
                    <a:pt x="17" y="33"/>
                  </a:cubicBezTo>
                  <a:lnTo>
                    <a:pt x="17" y="434"/>
                  </a:lnTo>
                  <a:cubicBezTo>
                    <a:pt x="145" y="402"/>
                    <a:pt x="305" y="370"/>
                    <a:pt x="466" y="370"/>
                  </a:cubicBezTo>
                  <a:cubicBezTo>
                    <a:pt x="1653" y="370"/>
                    <a:pt x="2600" y="1332"/>
                    <a:pt x="2600" y="2503"/>
                  </a:cubicBezTo>
                  <a:cubicBezTo>
                    <a:pt x="2600" y="2600"/>
                    <a:pt x="2680" y="2696"/>
                    <a:pt x="2792" y="2696"/>
                  </a:cubicBezTo>
                  <a:cubicBezTo>
                    <a:pt x="3514" y="2744"/>
                    <a:pt x="4092" y="3322"/>
                    <a:pt x="4092" y="4060"/>
                  </a:cubicBezTo>
                  <a:cubicBezTo>
                    <a:pt x="4092" y="4814"/>
                    <a:pt x="3498" y="5423"/>
                    <a:pt x="2728" y="5423"/>
                  </a:cubicBezTo>
                  <a:lnTo>
                    <a:pt x="1" y="5423"/>
                  </a:lnTo>
                  <a:lnTo>
                    <a:pt x="1" y="5824"/>
                  </a:lnTo>
                  <a:lnTo>
                    <a:pt x="2744" y="5824"/>
                  </a:lnTo>
                  <a:cubicBezTo>
                    <a:pt x="2754" y="5825"/>
                    <a:pt x="2764" y="5825"/>
                    <a:pt x="2774" y="5825"/>
                  </a:cubicBezTo>
                  <a:cubicBezTo>
                    <a:pt x="3723" y="5825"/>
                    <a:pt x="4509" y="5060"/>
                    <a:pt x="4509" y="4092"/>
                  </a:cubicBezTo>
                  <a:cubicBezTo>
                    <a:pt x="4509" y="3209"/>
                    <a:pt x="3867" y="2455"/>
                    <a:pt x="3001" y="2343"/>
                  </a:cubicBezTo>
                  <a:cubicBezTo>
                    <a:pt x="2905" y="1043"/>
                    <a:pt x="1798" y="1"/>
                    <a:pt x="46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391625" y="858675"/>
              <a:ext cx="50975" cy="4425"/>
            </a:xfrm>
            <a:custGeom>
              <a:avLst/>
              <a:gdLst/>
              <a:ahLst/>
              <a:cxnLst/>
              <a:rect l="l" t="t" r="r" b="b"/>
              <a:pathLst>
                <a:path w="2039" h="177" extrusionOk="0">
                  <a:moveTo>
                    <a:pt x="1" y="0"/>
                  </a:moveTo>
                  <a:cubicBezTo>
                    <a:pt x="322" y="128"/>
                    <a:pt x="675" y="176"/>
                    <a:pt x="1012" y="176"/>
                  </a:cubicBezTo>
                  <a:cubicBezTo>
                    <a:pt x="1349" y="176"/>
                    <a:pt x="1718" y="128"/>
                    <a:pt x="2039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271300" y="889950"/>
              <a:ext cx="291625" cy="150425"/>
            </a:xfrm>
            <a:custGeom>
              <a:avLst/>
              <a:gdLst/>
              <a:ahLst/>
              <a:cxnLst/>
              <a:rect l="l" t="t" r="r" b="b"/>
              <a:pathLst>
                <a:path w="11665" h="6017" extrusionOk="0">
                  <a:moveTo>
                    <a:pt x="5841" y="385"/>
                  </a:moveTo>
                  <a:cubicBezTo>
                    <a:pt x="8777" y="385"/>
                    <a:pt x="11151" y="2712"/>
                    <a:pt x="11263" y="5616"/>
                  </a:cubicBezTo>
                  <a:lnTo>
                    <a:pt x="434" y="5616"/>
                  </a:lnTo>
                  <a:cubicBezTo>
                    <a:pt x="530" y="2728"/>
                    <a:pt x="2921" y="385"/>
                    <a:pt x="5841" y="385"/>
                  </a:cubicBezTo>
                  <a:close/>
                  <a:moveTo>
                    <a:pt x="5841" y="0"/>
                  </a:moveTo>
                  <a:cubicBezTo>
                    <a:pt x="2632" y="0"/>
                    <a:pt x="33" y="2599"/>
                    <a:pt x="33" y="5808"/>
                  </a:cubicBezTo>
                  <a:cubicBezTo>
                    <a:pt x="1" y="5920"/>
                    <a:pt x="113" y="6017"/>
                    <a:pt x="210" y="6017"/>
                  </a:cubicBezTo>
                  <a:lnTo>
                    <a:pt x="11456" y="6017"/>
                  </a:lnTo>
                  <a:cubicBezTo>
                    <a:pt x="11584" y="6017"/>
                    <a:pt x="11665" y="5936"/>
                    <a:pt x="11665" y="5808"/>
                  </a:cubicBezTo>
                  <a:cubicBezTo>
                    <a:pt x="11665" y="2599"/>
                    <a:pt x="9049" y="0"/>
                    <a:pt x="5841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2136850" y="1265775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632" y="1187"/>
                  </a:moveTo>
                  <a:cubicBezTo>
                    <a:pt x="2889" y="1829"/>
                    <a:pt x="3402" y="2326"/>
                    <a:pt x="4028" y="2583"/>
                  </a:cubicBezTo>
                  <a:cubicBezTo>
                    <a:pt x="3386" y="2856"/>
                    <a:pt x="2889" y="3369"/>
                    <a:pt x="2632" y="3995"/>
                  </a:cubicBezTo>
                  <a:cubicBezTo>
                    <a:pt x="2359" y="3353"/>
                    <a:pt x="1846" y="2856"/>
                    <a:pt x="1220" y="2583"/>
                  </a:cubicBezTo>
                  <a:cubicBezTo>
                    <a:pt x="1846" y="2326"/>
                    <a:pt x="2359" y="1829"/>
                    <a:pt x="2632" y="1187"/>
                  </a:cubicBezTo>
                  <a:close/>
                  <a:moveTo>
                    <a:pt x="2600" y="0"/>
                  </a:moveTo>
                  <a:cubicBezTo>
                    <a:pt x="2487" y="0"/>
                    <a:pt x="2407" y="80"/>
                    <a:pt x="2407" y="209"/>
                  </a:cubicBezTo>
                  <a:cubicBezTo>
                    <a:pt x="2407" y="1428"/>
                    <a:pt x="1397" y="2407"/>
                    <a:pt x="193" y="2407"/>
                  </a:cubicBezTo>
                  <a:cubicBezTo>
                    <a:pt x="97" y="2407"/>
                    <a:pt x="1" y="2487"/>
                    <a:pt x="1" y="2615"/>
                  </a:cubicBezTo>
                  <a:cubicBezTo>
                    <a:pt x="1" y="2727"/>
                    <a:pt x="81" y="2808"/>
                    <a:pt x="193" y="2808"/>
                  </a:cubicBezTo>
                  <a:cubicBezTo>
                    <a:pt x="1429" y="2808"/>
                    <a:pt x="2407" y="3818"/>
                    <a:pt x="2407" y="5022"/>
                  </a:cubicBezTo>
                  <a:cubicBezTo>
                    <a:pt x="2407" y="5134"/>
                    <a:pt x="2487" y="5214"/>
                    <a:pt x="2600" y="5214"/>
                  </a:cubicBezTo>
                  <a:cubicBezTo>
                    <a:pt x="2728" y="5214"/>
                    <a:pt x="2808" y="5134"/>
                    <a:pt x="2808" y="5022"/>
                  </a:cubicBezTo>
                  <a:cubicBezTo>
                    <a:pt x="2808" y="3786"/>
                    <a:pt x="3803" y="2808"/>
                    <a:pt x="5006" y="2808"/>
                  </a:cubicBezTo>
                  <a:cubicBezTo>
                    <a:pt x="5135" y="2808"/>
                    <a:pt x="5215" y="2727"/>
                    <a:pt x="5215" y="2615"/>
                  </a:cubicBezTo>
                  <a:cubicBezTo>
                    <a:pt x="5215" y="2487"/>
                    <a:pt x="5135" y="2407"/>
                    <a:pt x="5006" y="2407"/>
                  </a:cubicBezTo>
                  <a:cubicBezTo>
                    <a:pt x="3787" y="2407"/>
                    <a:pt x="2808" y="1412"/>
                    <a:pt x="2808" y="209"/>
                  </a:cubicBezTo>
                  <a:cubicBezTo>
                    <a:pt x="2808" y="80"/>
                    <a:pt x="2728" y="0"/>
                    <a:pt x="2600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83200" y="1174725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599" y="1203"/>
                  </a:moveTo>
                  <a:cubicBezTo>
                    <a:pt x="2872" y="1845"/>
                    <a:pt x="3385" y="2343"/>
                    <a:pt x="4011" y="2599"/>
                  </a:cubicBezTo>
                  <a:cubicBezTo>
                    <a:pt x="3369" y="2856"/>
                    <a:pt x="2872" y="3369"/>
                    <a:pt x="2599" y="4011"/>
                  </a:cubicBezTo>
                  <a:cubicBezTo>
                    <a:pt x="2342" y="3369"/>
                    <a:pt x="1829" y="2856"/>
                    <a:pt x="1203" y="2599"/>
                  </a:cubicBezTo>
                  <a:cubicBezTo>
                    <a:pt x="1845" y="2343"/>
                    <a:pt x="2342" y="1813"/>
                    <a:pt x="2599" y="1203"/>
                  </a:cubicBezTo>
                  <a:close/>
                  <a:moveTo>
                    <a:pt x="2599" y="0"/>
                  </a:moveTo>
                  <a:cubicBezTo>
                    <a:pt x="2487" y="0"/>
                    <a:pt x="2407" y="80"/>
                    <a:pt x="2407" y="193"/>
                  </a:cubicBezTo>
                  <a:cubicBezTo>
                    <a:pt x="2407" y="1412"/>
                    <a:pt x="1396" y="2407"/>
                    <a:pt x="193" y="2407"/>
                  </a:cubicBezTo>
                  <a:cubicBezTo>
                    <a:pt x="80" y="2407"/>
                    <a:pt x="0" y="2487"/>
                    <a:pt x="0" y="2599"/>
                  </a:cubicBezTo>
                  <a:cubicBezTo>
                    <a:pt x="0" y="2712"/>
                    <a:pt x="80" y="2808"/>
                    <a:pt x="193" y="2808"/>
                  </a:cubicBezTo>
                  <a:cubicBezTo>
                    <a:pt x="1412" y="2808"/>
                    <a:pt x="2407" y="3803"/>
                    <a:pt x="2407" y="5006"/>
                  </a:cubicBezTo>
                  <a:cubicBezTo>
                    <a:pt x="2407" y="5134"/>
                    <a:pt x="2487" y="5214"/>
                    <a:pt x="2599" y="5214"/>
                  </a:cubicBezTo>
                  <a:cubicBezTo>
                    <a:pt x="2727" y="5214"/>
                    <a:pt x="2808" y="5134"/>
                    <a:pt x="2808" y="5006"/>
                  </a:cubicBezTo>
                  <a:cubicBezTo>
                    <a:pt x="2808" y="3786"/>
                    <a:pt x="3802" y="2808"/>
                    <a:pt x="5006" y="2808"/>
                  </a:cubicBezTo>
                  <a:cubicBezTo>
                    <a:pt x="5134" y="2808"/>
                    <a:pt x="5214" y="2712"/>
                    <a:pt x="5214" y="2599"/>
                  </a:cubicBezTo>
                  <a:cubicBezTo>
                    <a:pt x="5214" y="2487"/>
                    <a:pt x="5134" y="2407"/>
                    <a:pt x="5006" y="2407"/>
                  </a:cubicBezTo>
                  <a:cubicBezTo>
                    <a:pt x="3786" y="2407"/>
                    <a:pt x="2808" y="1396"/>
                    <a:pt x="2808" y="193"/>
                  </a:cubicBezTo>
                  <a:cubicBezTo>
                    <a:pt x="2808" y="80"/>
                    <a:pt x="2727" y="0"/>
                    <a:pt x="2599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225100" y="1891450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583" y="1204"/>
                  </a:moveTo>
                  <a:cubicBezTo>
                    <a:pt x="2840" y="1846"/>
                    <a:pt x="3369" y="2343"/>
                    <a:pt x="3995" y="2616"/>
                  </a:cubicBezTo>
                  <a:cubicBezTo>
                    <a:pt x="3369" y="2873"/>
                    <a:pt x="2872" y="3370"/>
                    <a:pt x="2583" y="4012"/>
                  </a:cubicBezTo>
                  <a:cubicBezTo>
                    <a:pt x="2327" y="3370"/>
                    <a:pt x="1797" y="2873"/>
                    <a:pt x="1188" y="2616"/>
                  </a:cubicBezTo>
                  <a:cubicBezTo>
                    <a:pt x="1829" y="2343"/>
                    <a:pt x="2327" y="1830"/>
                    <a:pt x="2583" y="1204"/>
                  </a:cubicBezTo>
                  <a:close/>
                  <a:moveTo>
                    <a:pt x="2599" y="1"/>
                  </a:moveTo>
                  <a:cubicBezTo>
                    <a:pt x="2487" y="1"/>
                    <a:pt x="2407" y="81"/>
                    <a:pt x="2407" y="209"/>
                  </a:cubicBezTo>
                  <a:cubicBezTo>
                    <a:pt x="2407" y="1429"/>
                    <a:pt x="1396" y="2407"/>
                    <a:pt x="193" y="2407"/>
                  </a:cubicBezTo>
                  <a:cubicBezTo>
                    <a:pt x="81" y="2407"/>
                    <a:pt x="0" y="2488"/>
                    <a:pt x="0" y="2616"/>
                  </a:cubicBezTo>
                  <a:cubicBezTo>
                    <a:pt x="0" y="2728"/>
                    <a:pt x="81" y="2808"/>
                    <a:pt x="193" y="2808"/>
                  </a:cubicBezTo>
                  <a:cubicBezTo>
                    <a:pt x="1428" y="2808"/>
                    <a:pt x="2407" y="3819"/>
                    <a:pt x="2407" y="5022"/>
                  </a:cubicBezTo>
                  <a:cubicBezTo>
                    <a:pt x="2407" y="5135"/>
                    <a:pt x="2487" y="5215"/>
                    <a:pt x="2599" y="5215"/>
                  </a:cubicBezTo>
                  <a:cubicBezTo>
                    <a:pt x="2728" y="5215"/>
                    <a:pt x="2808" y="5135"/>
                    <a:pt x="2808" y="5022"/>
                  </a:cubicBezTo>
                  <a:cubicBezTo>
                    <a:pt x="2808" y="3787"/>
                    <a:pt x="3803" y="2808"/>
                    <a:pt x="5006" y="2808"/>
                  </a:cubicBezTo>
                  <a:cubicBezTo>
                    <a:pt x="5134" y="2808"/>
                    <a:pt x="5214" y="2728"/>
                    <a:pt x="5214" y="2616"/>
                  </a:cubicBezTo>
                  <a:cubicBezTo>
                    <a:pt x="5214" y="2488"/>
                    <a:pt x="5118" y="2407"/>
                    <a:pt x="5006" y="2407"/>
                  </a:cubicBezTo>
                  <a:cubicBezTo>
                    <a:pt x="3787" y="2407"/>
                    <a:pt x="2808" y="1413"/>
                    <a:pt x="2808" y="209"/>
                  </a:cubicBezTo>
                  <a:cubicBezTo>
                    <a:pt x="2808" y="81"/>
                    <a:pt x="2728" y="1"/>
                    <a:pt x="2599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2600" y="1648400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583" y="1220"/>
                  </a:moveTo>
                  <a:cubicBezTo>
                    <a:pt x="2840" y="1862"/>
                    <a:pt x="3369" y="2359"/>
                    <a:pt x="3995" y="2632"/>
                  </a:cubicBezTo>
                  <a:cubicBezTo>
                    <a:pt x="3369" y="2888"/>
                    <a:pt x="2872" y="3386"/>
                    <a:pt x="2583" y="4027"/>
                  </a:cubicBezTo>
                  <a:cubicBezTo>
                    <a:pt x="2326" y="3386"/>
                    <a:pt x="1797" y="2888"/>
                    <a:pt x="1171" y="2632"/>
                  </a:cubicBezTo>
                  <a:cubicBezTo>
                    <a:pt x="1829" y="2359"/>
                    <a:pt x="2326" y="1846"/>
                    <a:pt x="2583" y="1220"/>
                  </a:cubicBezTo>
                  <a:close/>
                  <a:moveTo>
                    <a:pt x="2599" y="1"/>
                  </a:moveTo>
                  <a:cubicBezTo>
                    <a:pt x="2487" y="1"/>
                    <a:pt x="2407" y="81"/>
                    <a:pt x="2407" y="193"/>
                  </a:cubicBezTo>
                  <a:cubicBezTo>
                    <a:pt x="2407" y="1428"/>
                    <a:pt x="1396" y="2407"/>
                    <a:pt x="193" y="2407"/>
                  </a:cubicBezTo>
                  <a:cubicBezTo>
                    <a:pt x="80" y="2407"/>
                    <a:pt x="0" y="2487"/>
                    <a:pt x="0" y="2600"/>
                  </a:cubicBezTo>
                  <a:cubicBezTo>
                    <a:pt x="0" y="2728"/>
                    <a:pt x="80" y="2808"/>
                    <a:pt x="193" y="2808"/>
                  </a:cubicBezTo>
                  <a:cubicBezTo>
                    <a:pt x="1428" y="2808"/>
                    <a:pt x="2407" y="3803"/>
                    <a:pt x="2407" y="5006"/>
                  </a:cubicBezTo>
                  <a:cubicBezTo>
                    <a:pt x="2407" y="5134"/>
                    <a:pt x="2487" y="5215"/>
                    <a:pt x="2599" y="5215"/>
                  </a:cubicBezTo>
                  <a:cubicBezTo>
                    <a:pt x="2728" y="5215"/>
                    <a:pt x="2808" y="5134"/>
                    <a:pt x="2808" y="5006"/>
                  </a:cubicBezTo>
                  <a:cubicBezTo>
                    <a:pt x="2808" y="3787"/>
                    <a:pt x="3802" y="2808"/>
                    <a:pt x="5006" y="2808"/>
                  </a:cubicBezTo>
                  <a:cubicBezTo>
                    <a:pt x="5134" y="2808"/>
                    <a:pt x="5214" y="2728"/>
                    <a:pt x="5214" y="2600"/>
                  </a:cubicBezTo>
                  <a:cubicBezTo>
                    <a:pt x="5214" y="2487"/>
                    <a:pt x="5118" y="2407"/>
                    <a:pt x="5006" y="2407"/>
                  </a:cubicBezTo>
                  <a:cubicBezTo>
                    <a:pt x="3786" y="2407"/>
                    <a:pt x="2808" y="1396"/>
                    <a:pt x="2808" y="193"/>
                  </a:cubicBezTo>
                  <a:cubicBezTo>
                    <a:pt x="2808" y="81"/>
                    <a:pt x="2728" y="1"/>
                    <a:pt x="2599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876950" y="1708575"/>
              <a:ext cx="108325" cy="108300"/>
            </a:xfrm>
            <a:custGeom>
              <a:avLst/>
              <a:gdLst/>
              <a:ahLst/>
              <a:cxnLst/>
              <a:rect l="l" t="t" r="r" b="b"/>
              <a:pathLst>
                <a:path w="4333" h="4332" extrusionOk="0">
                  <a:moveTo>
                    <a:pt x="2166" y="1123"/>
                  </a:moveTo>
                  <a:cubicBezTo>
                    <a:pt x="2391" y="1588"/>
                    <a:pt x="2760" y="1957"/>
                    <a:pt x="3209" y="2166"/>
                  </a:cubicBezTo>
                  <a:cubicBezTo>
                    <a:pt x="2760" y="2374"/>
                    <a:pt x="2375" y="2743"/>
                    <a:pt x="2166" y="3209"/>
                  </a:cubicBezTo>
                  <a:cubicBezTo>
                    <a:pt x="1958" y="2743"/>
                    <a:pt x="1589" y="2358"/>
                    <a:pt x="1124" y="2166"/>
                  </a:cubicBezTo>
                  <a:cubicBezTo>
                    <a:pt x="1573" y="1941"/>
                    <a:pt x="1958" y="1588"/>
                    <a:pt x="2166" y="1123"/>
                  </a:cubicBezTo>
                  <a:close/>
                  <a:moveTo>
                    <a:pt x="2166" y="0"/>
                  </a:moveTo>
                  <a:cubicBezTo>
                    <a:pt x="2054" y="0"/>
                    <a:pt x="1974" y="80"/>
                    <a:pt x="1974" y="193"/>
                  </a:cubicBezTo>
                  <a:cubicBezTo>
                    <a:pt x="1974" y="1155"/>
                    <a:pt x="1188" y="1957"/>
                    <a:pt x="209" y="1957"/>
                  </a:cubicBezTo>
                  <a:cubicBezTo>
                    <a:pt x="81" y="1957"/>
                    <a:pt x="1" y="2038"/>
                    <a:pt x="1" y="2166"/>
                  </a:cubicBezTo>
                  <a:cubicBezTo>
                    <a:pt x="1" y="2278"/>
                    <a:pt x="81" y="2358"/>
                    <a:pt x="209" y="2358"/>
                  </a:cubicBezTo>
                  <a:cubicBezTo>
                    <a:pt x="1172" y="2358"/>
                    <a:pt x="1974" y="3145"/>
                    <a:pt x="1974" y="4123"/>
                  </a:cubicBezTo>
                  <a:cubicBezTo>
                    <a:pt x="1974" y="4252"/>
                    <a:pt x="2054" y="4332"/>
                    <a:pt x="2166" y="4332"/>
                  </a:cubicBezTo>
                  <a:cubicBezTo>
                    <a:pt x="2295" y="4332"/>
                    <a:pt x="2375" y="4252"/>
                    <a:pt x="2375" y="4123"/>
                  </a:cubicBezTo>
                  <a:cubicBezTo>
                    <a:pt x="2375" y="3161"/>
                    <a:pt x="3161" y="2358"/>
                    <a:pt x="4140" y="2358"/>
                  </a:cubicBezTo>
                  <a:cubicBezTo>
                    <a:pt x="4252" y="2358"/>
                    <a:pt x="4332" y="2278"/>
                    <a:pt x="4332" y="2166"/>
                  </a:cubicBezTo>
                  <a:cubicBezTo>
                    <a:pt x="4332" y="2038"/>
                    <a:pt x="4252" y="1957"/>
                    <a:pt x="4140" y="1957"/>
                  </a:cubicBezTo>
                  <a:cubicBezTo>
                    <a:pt x="3177" y="1957"/>
                    <a:pt x="2375" y="1171"/>
                    <a:pt x="2375" y="193"/>
                  </a:cubicBezTo>
                  <a:cubicBezTo>
                    <a:pt x="2375" y="80"/>
                    <a:pt x="2295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35300" y="1249325"/>
              <a:ext cx="253925" cy="318875"/>
            </a:xfrm>
            <a:custGeom>
              <a:avLst/>
              <a:gdLst/>
              <a:ahLst/>
              <a:cxnLst/>
              <a:rect l="l" t="t" r="r" b="b"/>
              <a:pathLst>
                <a:path w="10157" h="12755" extrusionOk="0">
                  <a:moveTo>
                    <a:pt x="3787" y="0"/>
                  </a:moveTo>
                  <a:cubicBezTo>
                    <a:pt x="3659" y="0"/>
                    <a:pt x="3578" y="81"/>
                    <a:pt x="3578" y="193"/>
                  </a:cubicBezTo>
                  <a:cubicBezTo>
                    <a:pt x="3578" y="2647"/>
                    <a:pt x="2102" y="4749"/>
                    <a:pt x="1" y="5680"/>
                  </a:cubicBezTo>
                  <a:lnTo>
                    <a:pt x="1" y="6113"/>
                  </a:lnTo>
                  <a:cubicBezTo>
                    <a:pt x="1846" y="5375"/>
                    <a:pt x="3258" y="3771"/>
                    <a:pt x="3787" y="1797"/>
                  </a:cubicBezTo>
                  <a:cubicBezTo>
                    <a:pt x="4365" y="4043"/>
                    <a:pt x="6129" y="5808"/>
                    <a:pt x="8359" y="6370"/>
                  </a:cubicBezTo>
                  <a:cubicBezTo>
                    <a:pt x="6113" y="6963"/>
                    <a:pt x="4348" y="8728"/>
                    <a:pt x="3787" y="10942"/>
                  </a:cubicBezTo>
                  <a:cubicBezTo>
                    <a:pt x="3290" y="8985"/>
                    <a:pt x="1862" y="7380"/>
                    <a:pt x="1" y="6642"/>
                  </a:cubicBezTo>
                  <a:lnTo>
                    <a:pt x="1" y="7075"/>
                  </a:lnTo>
                  <a:cubicBezTo>
                    <a:pt x="2102" y="8006"/>
                    <a:pt x="3578" y="10108"/>
                    <a:pt x="3578" y="12546"/>
                  </a:cubicBezTo>
                  <a:cubicBezTo>
                    <a:pt x="3578" y="12675"/>
                    <a:pt x="3659" y="12755"/>
                    <a:pt x="3787" y="12755"/>
                  </a:cubicBezTo>
                  <a:cubicBezTo>
                    <a:pt x="3899" y="12755"/>
                    <a:pt x="3979" y="12675"/>
                    <a:pt x="3979" y="12546"/>
                  </a:cubicBezTo>
                  <a:cubicBezTo>
                    <a:pt x="3979" y="9257"/>
                    <a:pt x="6675" y="6578"/>
                    <a:pt x="9964" y="6578"/>
                  </a:cubicBezTo>
                  <a:cubicBezTo>
                    <a:pt x="10076" y="6578"/>
                    <a:pt x="10156" y="6498"/>
                    <a:pt x="10156" y="6370"/>
                  </a:cubicBezTo>
                  <a:cubicBezTo>
                    <a:pt x="10156" y="6257"/>
                    <a:pt x="10076" y="6177"/>
                    <a:pt x="9964" y="6177"/>
                  </a:cubicBezTo>
                  <a:cubicBezTo>
                    <a:pt x="6675" y="6177"/>
                    <a:pt x="3979" y="3482"/>
                    <a:pt x="3979" y="193"/>
                  </a:cubicBezTo>
                  <a:cubicBezTo>
                    <a:pt x="3979" y="81"/>
                    <a:pt x="3899" y="0"/>
                    <a:pt x="378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10575" y="1001450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72" y="434"/>
                  </a:moveTo>
                  <a:cubicBezTo>
                    <a:pt x="1589" y="434"/>
                    <a:pt x="1926" y="771"/>
                    <a:pt x="1926" y="1188"/>
                  </a:cubicBezTo>
                  <a:cubicBezTo>
                    <a:pt x="1926" y="1605"/>
                    <a:pt x="1589" y="1958"/>
                    <a:pt x="1172" y="1958"/>
                  </a:cubicBezTo>
                  <a:cubicBezTo>
                    <a:pt x="739" y="1958"/>
                    <a:pt x="402" y="1605"/>
                    <a:pt x="402" y="1188"/>
                  </a:cubicBezTo>
                  <a:cubicBezTo>
                    <a:pt x="402" y="771"/>
                    <a:pt x="739" y="434"/>
                    <a:pt x="1172" y="434"/>
                  </a:cubicBezTo>
                  <a:close/>
                  <a:moveTo>
                    <a:pt x="1172" y="0"/>
                  </a:moveTo>
                  <a:cubicBezTo>
                    <a:pt x="530" y="0"/>
                    <a:pt x="1" y="530"/>
                    <a:pt x="1" y="1172"/>
                  </a:cubicBezTo>
                  <a:cubicBezTo>
                    <a:pt x="1" y="1813"/>
                    <a:pt x="530" y="2327"/>
                    <a:pt x="1172" y="2327"/>
                  </a:cubicBezTo>
                  <a:cubicBezTo>
                    <a:pt x="1814" y="2327"/>
                    <a:pt x="2327" y="1813"/>
                    <a:pt x="2327" y="1172"/>
                  </a:cubicBezTo>
                  <a:cubicBezTo>
                    <a:pt x="2327" y="530"/>
                    <a:pt x="1814" y="0"/>
                    <a:pt x="117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268100" y="1294250"/>
              <a:ext cx="46550" cy="83450"/>
            </a:xfrm>
            <a:custGeom>
              <a:avLst/>
              <a:gdLst/>
              <a:ahLst/>
              <a:cxnLst/>
              <a:rect l="l" t="t" r="r" b="b"/>
              <a:pathLst>
                <a:path w="1862" h="3338" extrusionOk="0">
                  <a:moveTo>
                    <a:pt x="899" y="674"/>
                  </a:moveTo>
                  <a:lnTo>
                    <a:pt x="899" y="1444"/>
                  </a:lnTo>
                  <a:lnTo>
                    <a:pt x="883" y="1444"/>
                  </a:lnTo>
                  <a:cubicBezTo>
                    <a:pt x="739" y="1412"/>
                    <a:pt x="642" y="1348"/>
                    <a:pt x="578" y="1284"/>
                  </a:cubicBezTo>
                  <a:cubicBezTo>
                    <a:pt x="498" y="1236"/>
                    <a:pt x="482" y="1155"/>
                    <a:pt x="482" y="1027"/>
                  </a:cubicBezTo>
                  <a:cubicBezTo>
                    <a:pt x="482" y="915"/>
                    <a:pt x="514" y="834"/>
                    <a:pt x="594" y="770"/>
                  </a:cubicBezTo>
                  <a:cubicBezTo>
                    <a:pt x="674" y="706"/>
                    <a:pt x="771" y="674"/>
                    <a:pt x="899" y="674"/>
                  </a:cubicBezTo>
                  <a:close/>
                  <a:moveTo>
                    <a:pt x="995" y="1877"/>
                  </a:moveTo>
                  <a:cubicBezTo>
                    <a:pt x="1140" y="1909"/>
                    <a:pt x="1236" y="1974"/>
                    <a:pt x="1316" y="2038"/>
                  </a:cubicBezTo>
                  <a:cubicBezTo>
                    <a:pt x="1396" y="2086"/>
                    <a:pt x="1445" y="2198"/>
                    <a:pt x="1445" y="2294"/>
                  </a:cubicBezTo>
                  <a:cubicBezTo>
                    <a:pt x="1445" y="2439"/>
                    <a:pt x="1396" y="2519"/>
                    <a:pt x="1316" y="2599"/>
                  </a:cubicBezTo>
                  <a:cubicBezTo>
                    <a:pt x="1236" y="2679"/>
                    <a:pt x="1140" y="2695"/>
                    <a:pt x="995" y="2695"/>
                  </a:cubicBezTo>
                  <a:lnTo>
                    <a:pt x="995" y="1877"/>
                  </a:lnTo>
                  <a:close/>
                  <a:moveTo>
                    <a:pt x="883" y="0"/>
                  </a:moveTo>
                  <a:lnTo>
                    <a:pt x="883" y="321"/>
                  </a:lnTo>
                  <a:cubicBezTo>
                    <a:pt x="690" y="321"/>
                    <a:pt x="562" y="353"/>
                    <a:pt x="418" y="401"/>
                  </a:cubicBezTo>
                  <a:cubicBezTo>
                    <a:pt x="273" y="465"/>
                    <a:pt x="177" y="546"/>
                    <a:pt x="113" y="674"/>
                  </a:cubicBezTo>
                  <a:cubicBezTo>
                    <a:pt x="33" y="770"/>
                    <a:pt x="1" y="915"/>
                    <a:pt x="1" y="1027"/>
                  </a:cubicBezTo>
                  <a:cubicBezTo>
                    <a:pt x="1" y="1203"/>
                    <a:pt x="33" y="1332"/>
                    <a:pt x="113" y="1444"/>
                  </a:cubicBezTo>
                  <a:cubicBezTo>
                    <a:pt x="193" y="1556"/>
                    <a:pt x="289" y="1637"/>
                    <a:pt x="402" y="1669"/>
                  </a:cubicBezTo>
                  <a:cubicBezTo>
                    <a:pt x="498" y="1717"/>
                    <a:pt x="658" y="1765"/>
                    <a:pt x="851" y="1829"/>
                  </a:cubicBezTo>
                  <a:lnTo>
                    <a:pt x="851" y="2679"/>
                  </a:lnTo>
                  <a:cubicBezTo>
                    <a:pt x="739" y="2647"/>
                    <a:pt x="642" y="2615"/>
                    <a:pt x="578" y="2535"/>
                  </a:cubicBezTo>
                  <a:cubicBezTo>
                    <a:pt x="514" y="2455"/>
                    <a:pt x="450" y="2375"/>
                    <a:pt x="450" y="2278"/>
                  </a:cubicBezTo>
                  <a:lnTo>
                    <a:pt x="1" y="2278"/>
                  </a:lnTo>
                  <a:cubicBezTo>
                    <a:pt x="17" y="2471"/>
                    <a:pt x="97" y="2647"/>
                    <a:pt x="257" y="2792"/>
                  </a:cubicBezTo>
                  <a:cubicBezTo>
                    <a:pt x="418" y="2936"/>
                    <a:pt x="610" y="3016"/>
                    <a:pt x="851" y="3032"/>
                  </a:cubicBezTo>
                  <a:lnTo>
                    <a:pt x="851" y="3337"/>
                  </a:lnTo>
                  <a:lnTo>
                    <a:pt x="979" y="3337"/>
                  </a:lnTo>
                  <a:lnTo>
                    <a:pt x="979" y="3032"/>
                  </a:lnTo>
                  <a:cubicBezTo>
                    <a:pt x="1172" y="3032"/>
                    <a:pt x="1332" y="3000"/>
                    <a:pt x="1461" y="2936"/>
                  </a:cubicBezTo>
                  <a:cubicBezTo>
                    <a:pt x="1605" y="2872"/>
                    <a:pt x="1701" y="2776"/>
                    <a:pt x="1765" y="2679"/>
                  </a:cubicBezTo>
                  <a:cubicBezTo>
                    <a:pt x="1814" y="2551"/>
                    <a:pt x="1862" y="2439"/>
                    <a:pt x="1862" y="2310"/>
                  </a:cubicBezTo>
                  <a:cubicBezTo>
                    <a:pt x="1862" y="2150"/>
                    <a:pt x="1814" y="2006"/>
                    <a:pt x="1733" y="1909"/>
                  </a:cubicBezTo>
                  <a:cubicBezTo>
                    <a:pt x="1653" y="1813"/>
                    <a:pt x="1621" y="1733"/>
                    <a:pt x="1493" y="1669"/>
                  </a:cubicBezTo>
                  <a:cubicBezTo>
                    <a:pt x="1396" y="1637"/>
                    <a:pt x="1236" y="1572"/>
                    <a:pt x="1076" y="1508"/>
                  </a:cubicBezTo>
                  <a:lnTo>
                    <a:pt x="995" y="1492"/>
                  </a:lnTo>
                  <a:lnTo>
                    <a:pt x="995" y="674"/>
                  </a:lnTo>
                  <a:cubicBezTo>
                    <a:pt x="1092" y="690"/>
                    <a:pt x="1204" y="722"/>
                    <a:pt x="1252" y="786"/>
                  </a:cubicBezTo>
                  <a:cubicBezTo>
                    <a:pt x="1316" y="850"/>
                    <a:pt x="1364" y="931"/>
                    <a:pt x="1380" y="1027"/>
                  </a:cubicBezTo>
                  <a:lnTo>
                    <a:pt x="1846" y="1027"/>
                  </a:lnTo>
                  <a:cubicBezTo>
                    <a:pt x="1814" y="834"/>
                    <a:pt x="1733" y="674"/>
                    <a:pt x="1573" y="546"/>
                  </a:cubicBezTo>
                  <a:cubicBezTo>
                    <a:pt x="1445" y="433"/>
                    <a:pt x="1236" y="353"/>
                    <a:pt x="995" y="321"/>
                  </a:cubicBezTo>
                  <a:lnTo>
                    <a:pt x="995" y="0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220375" y="1265375"/>
              <a:ext cx="143200" cy="143200"/>
            </a:xfrm>
            <a:custGeom>
              <a:avLst/>
              <a:gdLst/>
              <a:ahLst/>
              <a:cxnLst/>
              <a:rect l="l" t="t" r="r" b="b"/>
              <a:pathLst>
                <a:path w="5728" h="5728" extrusionOk="0">
                  <a:moveTo>
                    <a:pt x="2872" y="401"/>
                  </a:moveTo>
                  <a:cubicBezTo>
                    <a:pt x="4236" y="401"/>
                    <a:pt x="5327" y="1508"/>
                    <a:pt x="5327" y="2872"/>
                  </a:cubicBezTo>
                  <a:cubicBezTo>
                    <a:pt x="5327" y="4236"/>
                    <a:pt x="4236" y="5326"/>
                    <a:pt x="2872" y="5326"/>
                  </a:cubicBezTo>
                  <a:cubicBezTo>
                    <a:pt x="1492" y="5326"/>
                    <a:pt x="402" y="4236"/>
                    <a:pt x="402" y="2872"/>
                  </a:cubicBezTo>
                  <a:cubicBezTo>
                    <a:pt x="402" y="1508"/>
                    <a:pt x="1492" y="401"/>
                    <a:pt x="2872" y="401"/>
                  </a:cubicBezTo>
                  <a:close/>
                  <a:moveTo>
                    <a:pt x="2872" y="0"/>
                  </a:moveTo>
                  <a:cubicBezTo>
                    <a:pt x="1284" y="0"/>
                    <a:pt x="0" y="1284"/>
                    <a:pt x="0" y="2872"/>
                  </a:cubicBezTo>
                  <a:cubicBezTo>
                    <a:pt x="0" y="4444"/>
                    <a:pt x="1284" y="5728"/>
                    <a:pt x="2872" y="5728"/>
                  </a:cubicBezTo>
                  <a:cubicBezTo>
                    <a:pt x="4444" y="5728"/>
                    <a:pt x="5728" y="4444"/>
                    <a:pt x="5728" y="2872"/>
                  </a:cubicBezTo>
                  <a:cubicBezTo>
                    <a:pt x="5728" y="1284"/>
                    <a:pt x="4444" y="0"/>
                    <a:pt x="287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189900" y="1234875"/>
              <a:ext cx="204575" cy="204575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4091" y="402"/>
                  </a:moveTo>
                  <a:cubicBezTo>
                    <a:pt x="6113" y="402"/>
                    <a:pt x="7781" y="2054"/>
                    <a:pt x="7781" y="4092"/>
                  </a:cubicBezTo>
                  <a:cubicBezTo>
                    <a:pt x="7781" y="6113"/>
                    <a:pt x="6129" y="7782"/>
                    <a:pt x="4091" y="7782"/>
                  </a:cubicBezTo>
                  <a:cubicBezTo>
                    <a:pt x="2038" y="7782"/>
                    <a:pt x="401" y="6113"/>
                    <a:pt x="401" y="4092"/>
                  </a:cubicBezTo>
                  <a:cubicBezTo>
                    <a:pt x="401" y="2054"/>
                    <a:pt x="2054" y="402"/>
                    <a:pt x="4091" y="402"/>
                  </a:cubicBezTo>
                  <a:close/>
                  <a:moveTo>
                    <a:pt x="4091" y="1"/>
                  </a:moveTo>
                  <a:cubicBezTo>
                    <a:pt x="1813" y="1"/>
                    <a:pt x="0" y="1846"/>
                    <a:pt x="0" y="4092"/>
                  </a:cubicBezTo>
                  <a:cubicBezTo>
                    <a:pt x="0" y="6338"/>
                    <a:pt x="1829" y="8183"/>
                    <a:pt x="4091" y="8183"/>
                  </a:cubicBezTo>
                  <a:cubicBezTo>
                    <a:pt x="6337" y="8183"/>
                    <a:pt x="8182" y="6338"/>
                    <a:pt x="8182" y="4092"/>
                  </a:cubicBezTo>
                  <a:cubicBezTo>
                    <a:pt x="8182" y="1846"/>
                    <a:pt x="6353" y="1"/>
                    <a:pt x="4091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034675" y="1179125"/>
              <a:ext cx="513400" cy="435200"/>
            </a:xfrm>
            <a:custGeom>
              <a:avLst/>
              <a:gdLst/>
              <a:ahLst/>
              <a:cxnLst/>
              <a:rect l="l" t="t" r="r" b="b"/>
              <a:pathLst>
                <a:path w="20536" h="17408" extrusionOk="0">
                  <a:moveTo>
                    <a:pt x="17119" y="402"/>
                  </a:moveTo>
                  <a:cubicBezTo>
                    <a:pt x="18803" y="402"/>
                    <a:pt x="20151" y="1765"/>
                    <a:pt x="20151" y="3450"/>
                  </a:cubicBezTo>
                  <a:lnTo>
                    <a:pt x="20151" y="11488"/>
                  </a:lnTo>
                  <a:lnTo>
                    <a:pt x="433" y="11488"/>
                  </a:lnTo>
                  <a:lnTo>
                    <a:pt x="433" y="3450"/>
                  </a:lnTo>
                  <a:cubicBezTo>
                    <a:pt x="433" y="1765"/>
                    <a:pt x="1797" y="402"/>
                    <a:pt x="3482" y="402"/>
                  </a:cubicBezTo>
                  <a:close/>
                  <a:moveTo>
                    <a:pt x="20135" y="11905"/>
                  </a:moveTo>
                  <a:cubicBezTo>
                    <a:pt x="20103" y="13557"/>
                    <a:pt x="18739" y="14857"/>
                    <a:pt x="17087" y="14857"/>
                  </a:cubicBezTo>
                  <a:lnTo>
                    <a:pt x="3482" y="14857"/>
                  </a:lnTo>
                  <a:cubicBezTo>
                    <a:pt x="1829" y="14857"/>
                    <a:pt x="482" y="13541"/>
                    <a:pt x="433" y="11905"/>
                  </a:cubicBezTo>
                  <a:close/>
                  <a:moveTo>
                    <a:pt x="12354" y="15258"/>
                  </a:moveTo>
                  <a:lnTo>
                    <a:pt x="12354" y="16878"/>
                  </a:lnTo>
                  <a:lnTo>
                    <a:pt x="8247" y="16878"/>
                  </a:lnTo>
                  <a:lnTo>
                    <a:pt x="8247" y="15258"/>
                  </a:lnTo>
                  <a:close/>
                  <a:moveTo>
                    <a:pt x="3450" y="1"/>
                  </a:moveTo>
                  <a:cubicBezTo>
                    <a:pt x="1557" y="1"/>
                    <a:pt x="0" y="1541"/>
                    <a:pt x="0" y="3450"/>
                  </a:cubicBezTo>
                  <a:lnTo>
                    <a:pt x="0" y="11809"/>
                  </a:lnTo>
                  <a:cubicBezTo>
                    <a:pt x="0" y="13718"/>
                    <a:pt x="1557" y="15258"/>
                    <a:pt x="3450" y="15258"/>
                  </a:cubicBezTo>
                  <a:lnTo>
                    <a:pt x="7846" y="15258"/>
                  </a:lnTo>
                  <a:lnTo>
                    <a:pt x="7846" y="17007"/>
                  </a:lnTo>
                  <a:lnTo>
                    <a:pt x="6402" y="17007"/>
                  </a:lnTo>
                  <a:cubicBezTo>
                    <a:pt x="6289" y="17007"/>
                    <a:pt x="6209" y="17087"/>
                    <a:pt x="6209" y="17199"/>
                  </a:cubicBezTo>
                  <a:cubicBezTo>
                    <a:pt x="6209" y="17328"/>
                    <a:pt x="6289" y="17408"/>
                    <a:pt x="6402" y="17408"/>
                  </a:cubicBezTo>
                  <a:lnTo>
                    <a:pt x="14199" y="17408"/>
                  </a:lnTo>
                  <a:cubicBezTo>
                    <a:pt x="14311" y="17408"/>
                    <a:pt x="14391" y="17296"/>
                    <a:pt x="14391" y="17199"/>
                  </a:cubicBezTo>
                  <a:cubicBezTo>
                    <a:pt x="14391" y="17087"/>
                    <a:pt x="14311" y="17007"/>
                    <a:pt x="14183" y="17007"/>
                  </a:cubicBezTo>
                  <a:lnTo>
                    <a:pt x="12739" y="17007"/>
                  </a:lnTo>
                  <a:lnTo>
                    <a:pt x="12739" y="15258"/>
                  </a:lnTo>
                  <a:lnTo>
                    <a:pt x="17087" y="15258"/>
                  </a:lnTo>
                  <a:cubicBezTo>
                    <a:pt x="18996" y="15258"/>
                    <a:pt x="20536" y="13718"/>
                    <a:pt x="20536" y="11809"/>
                  </a:cubicBezTo>
                  <a:lnTo>
                    <a:pt x="20536" y="3450"/>
                  </a:lnTo>
                  <a:cubicBezTo>
                    <a:pt x="20536" y="1541"/>
                    <a:pt x="18996" y="1"/>
                    <a:pt x="1708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74125" y="1493575"/>
              <a:ext cx="36125" cy="35725"/>
            </a:xfrm>
            <a:custGeom>
              <a:avLst/>
              <a:gdLst/>
              <a:ahLst/>
              <a:cxnLst/>
              <a:rect l="l" t="t" r="r" b="b"/>
              <a:pathLst>
                <a:path w="1445" h="1429" extrusionOk="0">
                  <a:moveTo>
                    <a:pt x="722" y="1"/>
                  </a:moveTo>
                  <a:cubicBezTo>
                    <a:pt x="321" y="1"/>
                    <a:pt x="0" y="306"/>
                    <a:pt x="0" y="707"/>
                  </a:cubicBezTo>
                  <a:cubicBezTo>
                    <a:pt x="0" y="1108"/>
                    <a:pt x="321" y="1429"/>
                    <a:pt x="722" y="1429"/>
                  </a:cubicBezTo>
                  <a:cubicBezTo>
                    <a:pt x="1123" y="1429"/>
                    <a:pt x="1444" y="1108"/>
                    <a:pt x="1444" y="707"/>
                  </a:cubicBezTo>
                  <a:cubicBezTo>
                    <a:pt x="1444" y="306"/>
                    <a:pt x="1123" y="1"/>
                    <a:pt x="72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066675" y="1476325"/>
              <a:ext cx="289200" cy="237475"/>
            </a:xfrm>
            <a:custGeom>
              <a:avLst/>
              <a:gdLst/>
              <a:ahLst/>
              <a:cxnLst/>
              <a:rect l="l" t="t" r="r" b="b"/>
              <a:pathLst>
                <a:path w="11568" h="9499" extrusionOk="0">
                  <a:moveTo>
                    <a:pt x="7877" y="290"/>
                  </a:moveTo>
                  <a:cubicBezTo>
                    <a:pt x="8519" y="290"/>
                    <a:pt x="9097" y="530"/>
                    <a:pt x="9498" y="947"/>
                  </a:cubicBezTo>
                  <a:cubicBezTo>
                    <a:pt x="9540" y="979"/>
                    <a:pt x="9595" y="1003"/>
                    <a:pt x="9646" y="1003"/>
                  </a:cubicBezTo>
                  <a:cubicBezTo>
                    <a:pt x="9674" y="1003"/>
                    <a:pt x="9700" y="996"/>
                    <a:pt x="9722" y="980"/>
                  </a:cubicBezTo>
                  <a:lnTo>
                    <a:pt x="10332" y="707"/>
                  </a:lnTo>
                  <a:lnTo>
                    <a:pt x="10605" y="578"/>
                  </a:lnTo>
                  <a:lnTo>
                    <a:pt x="10605" y="578"/>
                  </a:lnTo>
                  <a:cubicBezTo>
                    <a:pt x="10428" y="803"/>
                    <a:pt x="10172" y="1060"/>
                    <a:pt x="9979" y="1204"/>
                  </a:cubicBezTo>
                  <a:cubicBezTo>
                    <a:pt x="9947" y="1236"/>
                    <a:pt x="9931" y="1284"/>
                    <a:pt x="9899" y="1316"/>
                  </a:cubicBezTo>
                  <a:lnTo>
                    <a:pt x="9899" y="1365"/>
                  </a:lnTo>
                  <a:cubicBezTo>
                    <a:pt x="9899" y="1429"/>
                    <a:pt x="9899" y="1477"/>
                    <a:pt x="9947" y="1525"/>
                  </a:cubicBezTo>
                  <a:cubicBezTo>
                    <a:pt x="9979" y="1573"/>
                    <a:pt x="10027" y="1605"/>
                    <a:pt x="10091" y="1605"/>
                  </a:cubicBezTo>
                  <a:cubicBezTo>
                    <a:pt x="10091" y="1605"/>
                    <a:pt x="10108" y="1607"/>
                    <a:pt x="10140" y="1607"/>
                  </a:cubicBezTo>
                  <a:cubicBezTo>
                    <a:pt x="10217" y="1607"/>
                    <a:pt x="10383" y="1598"/>
                    <a:pt x="10589" y="1541"/>
                  </a:cubicBezTo>
                  <a:cubicBezTo>
                    <a:pt x="10653" y="1525"/>
                    <a:pt x="10733" y="1509"/>
                    <a:pt x="10829" y="1461"/>
                  </a:cubicBezTo>
                  <a:lnTo>
                    <a:pt x="10829" y="1461"/>
                  </a:lnTo>
                  <a:cubicBezTo>
                    <a:pt x="10749" y="1541"/>
                    <a:pt x="10685" y="1637"/>
                    <a:pt x="10589" y="1718"/>
                  </a:cubicBezTo>
                  <a:cubicBezTo>
                    <a:pt x="10332" y="1990"/>
                    <a:pt x="10172" y="2103"/>
                    <a:pt x="10107" y="2151"/>
                  </a:cubicBezTo>
                  <a:cubicBezTo>
                    <a:pt x="10027" y="2167"/>
                    <a:pt x="9963" y="2247"/>
                    <a:pt x="9963" y="2327"/>
                  </a:cubicBezTo>
                  <a:cubicBezTo>
                    <a:pt x="9867" y="5456"/>
                    <a:pt x="7781" y="8729"/>
                    <a:pt x="4011" y="8921"/>
                  </a:cubicBezTo>
                  <a:cubicBezTo>
                    <a:pt x="3869" y="8937"/>
                    <a:pt x="3727" y="8944"/>
                    <a:pt x="3586" y="8944"/>
                  </a:cubicBezTo>
                  <a:cubicBezTo>
                    <a:pt x="2698" y="8944"/>
                    <a:pt x="1811" y="8649"/>
                    <a:pt x="995" y="8151"/>
                  </a:cubicBezTo>
                  <a:cubicBezTo>
                    <a:pt x="1123" y="8151"/>
                    <a:pt x="1219" y="8167"/>
                    <a:pt x="1348" y="8167"/>
                  </a:cubicBezTo>
                  <a:cubicBezTo>
                    <a:pt x="2118" y="8167"/>
                    <a:pt x="2920" y="7878"/>
                    <a:pt x="3626" y="7349"/>
                  </a:cubicBezTo>
                  <a:cubicBezTo>
                    <a:pt x="3690" y="7301"/>
                    <a:pt x="3706" y="7220"/>
                    <a:pt x="3706" y="7140"/>
                  </a:cubicBezTo>
                  <a:cubicBezTo>
                    <a:pt x="3690" y="7060"/>
                    <a:pt x="3642" y="6996"/>
                    <a:pt x="3562" y="6980"/>
                  </a:cubicBezTo>
                  <a:cubicBezTo>
                    <a:pt x="3080" y="6835"/>
                    <a:pt x="1813" y="6386"/>
                    <a:pt x="1621" y="5761"/>
                  </a:cubicBezTo>
                  <a:lnTo>
                    <a:pt x="2439" y="5744"/>
                  </a:lnTo>
                  <a:cubicBezTo>
                    <a:pt x="2551" y="5744"/>
                    <a:pt x="2615" y="5664"/>
                    <a:pt x="2647" y="5552"/>
                  </a:cubicBezTo>
                  <a:cubicBezTo>
                    <a:pt x="2663" y="5456"/>
                    <a:pt x="2599" y="5375"/>
                    <a:pt x="2503" y="5343"/>
                  </a:cubicBezTo>
                  <a:cubicBezTo>
                    <a:pt x="2503" y="5343"/>
                    <a:pt x="1877" y="5135"/>
                    <a:pt x="1556" y="4862"/>
                  </a:cubicBezTo>
                  <a:cubicBezTo>
                    <a:pt x="1075" y="4429"/>
                    <a:pt x="818" y="3899"/>
                    <a:pt x="786" y="3547"/>
                  </a:cubicBezTo>
                  <a:lnTo>
                    <a:pt x="786" y="3547"/>
                  </a:lnTo>
                  <a:cubicBezTo>
                    <a:pt x="834" y="3579"/>
                    <a:pt x="899" y="3595"/>
                    <a:pt x="979" y="3627"/>
                  </a:cubicBezTo>
                  <a:cubicBezTo>
                    <a:pt x="1248" y="3729"/>
                    <a:pt x="1497" y="3740"/>
                    <a:pt x="1594" y="3740"/>
                  </a:cubicBezTo>
                  <a:cubicBezTo>
                    <a:pt x="1619" y="3740"/>
                    <a:pt x="1633" y="3739"/>
                    <a:pt x="1637" y="3739"/>
                  </a:cubicBezTo>
                  <a:cubicBezTo>
                    <a:pt x="1717" y="3739"/>
                    <a:pt x="1797" y="3675"/>
                    <a:pt x="1829" y="3595"/>
                  </a:cubicBezTo>
                  <a:cubicBezTo>
                    <a:pt x="1845" y="3514"/>
                    <a:pt x="1829" y="3418"/>
                    <a:pt x="1749" y="3370"/>
                  </a:cubicBezTo>
                  <a:cubicBezTo>
                    <a:pt x="1588" y="3258"/>
                    <a:pt x="1123" y="2873"/>
                    <a:pt x="979" y="2504"/>
                  </a:cubicBezTo>
                  <a:cubicBezTo>
                    <a:pt x="786" y="1942"/>
                    <a:pt x="802" y="1268"/>
                    <a:pt x="947" y="867"/>
                  </a:cubicBezTo>
                  <a:lnTo>
                    <a:pt x="947" y="867"/>
                  </a:lnTo>
                  <a:cubicBezTo>
                    <a:pt x="1187" y="1172"/>
                    <a:pt x="1685" y="1653"/>
                    <a:pt x="2808" y="2215"/>
                  </a:cubicBezTo>
                  <a:cubicBezTo>
                    <a:pt x="3786" y="2712"/>
                    <a:pt x="4813" y="3017"/>
                    <a:pt x="5615" y="3049"/>
                  </a:cubicBezTo>
                  <a:cubicBezTo>
                    <a:pt x="5631" y="3065"/>
                    <a:pt x="5680" y="3065"/>
                    <a:pt x="5696" y="3065"/>
                  </a:cubicBezTo>
                  <a:cubicBezTo>
                    <a:pt x="5792" y="3065"/>
                    <a:pt x="5888" y="2969"/>
                    <a:pt x="5888" y="2857"/>
                  </a:cubicBezTo>
                  <a:cubicBezTo>
                    <a:pt x="5888" y="2809"/>
                    <a:pt x="5888" y="2792"/>
                    <a:pt x="5872" y="2744"/>
                  </a:cubicBezTo>
                  <a:cubicBezTo>
                    <a:pt x="5840" y="2584"/>
                    <a:pt x="5792" y="2295"/>
                    <a:pt x="5792" y="2087"/>
                  </a:cubicBezTo>
                  <a:cubicBezTo>
                    <a:pt x="5792" y="1092"/>
                    <a:pt x="6738" y="290"/>
                    <a:pt x="7877" y="290"/>
                  </a:cubicBezTo>
                  <a:close/>
                  <a:moveTo>
                    <a:pt x="7894" y="1"/>
                  </a:moveTo>
                  <a:cubicBezTo>
                    <a:pt x="6514" y="1"/>
                    <a:pt x="5407" y="980"/>
                    <a:pt x="5407" y="2199"/>
                  </a:cubicBezTo>
                  <a:cubicBezTo>
                    <a:pt x="5407" y="2327"/>
                    <a:pt x="5423" y="2552"/>
                    <a:pt x="5455" y="2744"/>
                  </a:cubicBezTo>
                  <a:cubicBezTo>
                    <a:pt x="4749" y="2664"/>
                    <a:pt x="3851" y="2391"/>
                    <a:pt x="3000" y="1958"/>
                  </a:cubicBezTo>
                  <a:cubicBezTo>
                    <a:pt x="1332" y="1124"/>
                    <a:pt x="1155" y="546"/>
                    <a:pt x="1155" y="546"/>
                  </a:cubicBezTo>
                  <a:cubicBezTo>
                    <a:pt x="1139" y="466"/>
                    <a:pt x="1091" y="402"/>
                    <a:pt x="1011" y="386"/>
                  </a:cubicBezTo>
                  <a:cubicBezTo>
                    <a:pt x="993" y="377"/>
                    <a:pt x="973" y="373"/>
                    <a:pt x="952" y="373"/>
                  </a:cubicBezTo>
                  <a:cubicBezTo>
                    <a:pt x="898" y="373"/>
                    <a:pt x="841" y="399"/>
                    <a:pt x="818" y="434"/>
                  </a:cubicBezTo>
                  <a:cubicBezTo>
                    <a:pt x="481" y="803"/>
                    <a:pt x="321" y="1910"/>
                    <a:pt x="642" y="2760"/>
                  </a:cubicBezTo>
                  <a:cubicBezTo>
                    <a:pt x="722" y="2969"/>
                    <a:pt x="834" y="3161"/>
                    <a:pt x="979" y="3322"/>
                  </a:cubicBezTo>
                  <a:cubicBezTo>
                    <a:pt x="834" y="3274"/>
                    <a:pt x="786" y="3226"/>
                    <a:pt x="786" y="3226"/>
                  </a:cubicBezTo>
                  <a:cubicBezTo>
                    <a:pt x="752" y="3203"/>
                    <a:pt x="702" y="3180"/>
                    <a:pt x="653" y="3180"/>
                  </a:cubicBezTo>
                  <a:cubicBezTo>
                    <a:pt x="633" y="3180"/>
                    <a:pt x="613" y="3184"/>
                    <a:pt x="594" y="3194"/>
                  </a:cubicBezTo>
                  <a:cubicBezTo>
                    <a:pt x="546" y="3210"/>
                    <a:pt x="481" y="3242"/>
                    <a:pt x="465" y="3306"/>
                  </a:cubicBezTo>
                  <a:cubicBezTo>
                    <a:pt x="241" y="3835"/>
                    <a:pt x="626" y="4686"/>
                    <a:pt x="1316" y="5311"/>
                  </a:cubicBezTo>
                  <a:cubicBezTo>
                    <a:pt x="1396" y="5392"/>
                    <a:pt x="1508" y="5456"/>
                    <a:pt x="1604" y="5520"/>
                  </a:cubicBezTo>
                  <a:lnTo>
                    <a:pt x="1444" y="5520"/>
                  </a:lnTo>
                  <a:cubicBezTo>
                    <a:pt x="1348" y="5520"/>
                    <a:pt x="1268" y="5600"/>
                    <a:pt x="1235" y="5696"/>
                  </a:cubicBezTo>
                  <a:cubicBezTo>
                    <a:pt x="1187" y="6579"/>
                    <a:pt x="2423" y="7140"/>
                    <a:pt x="3113" y="7381"/>
                  </a:cubicBezTo>
                  <a:cubicBezTo>
                    <a:pt x="2567" y="7718"/>
                    <a:pt x="1990" y="7894"/>
                    <a:pt x="1396" y="7894"/>
                  </a:cubicBezTo>
                  <a:cubicBezTo>
                    <a:pt x="1027" y="7894"/>
                    <a:pt x="642" y="7846"/>
                    <a:pt x="273" y="7734"/>
                  </a:cubicBezTo>
                  <a:cubicBezTo>
                    <a:pt x="260" y="7732"/>
                    <a:pt x="248" y="7731"/>
                    <a:pt x="236" y="7731"/>
                  </a:cubicBezTo>
                  <a:cubicBezTo>
                    <a:pt x="156" y="7731"/>
                    <a:pt x="88" y="7776"/>
                    <a:pt x="32" y="7846"/>
                  </a:cubicBezTo>
                  <a:cubicBezTo>
                    <a:pt x="0" y="7926"/>
                    <a:pt x="16" y="8023"/>
                    <a:pt x="80" y="8087"/>
                  </a:cubicBezTo>
                  <a:cubicBezTo>
                    <a:pt x="1203" y="9001"/>
                    <a:pt x="2519" y="9499"/>
                    <a:pt x="3802" y="9499"/>
                  </a:cubicBezTo>
                  <a:cubicBezTo>
                    <a:pt x="3835" y="9370"/>
                    <a:pt x="3931" y="9370"/>
                    <a:pt x="4011" y="9370"/>
                  </a:cubicBezTo>
                  <a:cubicBezTo>
                    <a:pt x="7974" y="9162"/>
                    <a:pt x="10188" y="5777"/>
                    <a:pt x="10348" y="2504"/>
                  </a:cubicBezTo>
                  <a:cubicBezTo>
                    <a:pt x="10444" y="2440"/>
                    <a:pt x="10605" y="2311"/>
                    <a:pt x="10862" y="2038"/>
                  </a:cubicBezTo>
                  <a:cubicBezTo>
                    <a:pt x="11263" y="1637"/>
                    <a:pt x="11535" y="1188"/>
                    <a:pt x="11535" y="1156"/>
                  </a:cubicBezTo>
                  <a:cubicBezTo>
                    <a:pt x="11567" y="1076"/>
                    <a:pt x="11551" y="996"/>
                    <a:pt x="11503" y="947"/>
                  </a:cubicBezTo>
                  <a:cubicBezTo>
                    <a:pt x="11482" y="905"/>
                    <a:pt x="11432" y="883"/>
                    <a:pt x="11377" y="883"/>
                  </a:cubicBezTo>
                  <a:cubicBezTo>
                    <a:pt x="11350" y="883"/>
                    <a:pt x="11321" y="889"/>
                    <a:pt x="11295" y="899"/>
                  </a:cubicBezTo>
                  <a:cubicBezTo>
                    <a:pt x="11166" y="947"/>
                    <a:pt x="10910" y="1060"/>
                    <a:pt x="10701" y="1140"/>
                  </a:cubicBezTo>
                  <a:cubicBezTo>
                    <a:pt x="10926" y="915"/>
                    <a:pt x="11134" y="659"/>
                    <a:pt x="11182" y="482"/>
                  </a:cubicBezTo>
                  <a:cubicBezTo>
                    <a:pt x="11231" y="386"/>
                    <a:pt x="11214" y="274"/>
                    <a:pt x="11166" y="193"/>
                  </a:cubicBezTo>
                  <a:cubicBezTo>
                    <a:pt x="11166" y="177"/>
                    <a:pt x="11150" y="177"/>
                    <a:pt x="11134" y="161"/>
                  </a:cubicBezTo>
                  <a:lnTo>
                    <a:pt x="11102" y="161"/>
                  </a:lnTo>
                  <a:lnTo>
                    <a:pt x="11086" y="145"/>
                  </a:lnTo>
                  <a:lnTo>
                    <a:pt x="10926" y="145"/>
                  </a:lnTo>
                  <a:lnTo>
                    <a:pt x="10188" y="466"/>
                  </a:lnTo>
                  <a:lnTo>
                    <a:pt x="9706" y="675"/>
                  </a:lnTo>
                  <a:cubicBezTo>
                    <a:pt x="9241" y="242"/>
                    <a:pt x="8583" y="1"/>
                    <a:pt x="789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82925" y="858250"/>
              <a:ext cx="321700" cy="218625"/>
            </a:xfrm>
            <a:custGeom>
              <a:avLst/>
              <a:gdLst/>
              <a:ahLst/>
              <a:cxnLst/>
              <a:rect l="l" t="t" r="r" b="b"/>
              <a:pathLst>
                <a:path w="12868" h="8745" extrusionOk="0">
                  <a:moveTo>
                    <a:pt x="12033" y="1"/>
                  </a:moveTo>
                  <a:cubicBezTo>
                    <a:pt x="12322" y="691"/>
                    <a:pt x="12498" y="1477"/>
                    <a:pt x="12498" y="2295"/>
                  </a:cubicBezTo>
                  <a:cubicBezTo>
                    <a:pt x="12498" y="5632"/>
                    <a:pt x="9787" y="8344"/>
                    <a:pt x="6450" y="8344"/>
                  </a:cubicBezTo>
                  <a:cubicBezTo>
                    <a:pt x="5407" y="8344"/>
                    <a:pt x="4364" y="8055"/>
                    <a:pt x="3450" y="7541"/>
                  </a:cubicBezTo>
                  <a:cubicBezTo>
                    <a:pt x="3401" y="7525"/>
                    <a:pt x="3385" y="7525"/>
                    <a:pt x="3353" y="7525"/>
                  </a:cubicBezTo>
                  <a:cubicBezTo>
                    <a:pt x="3321" y="7525"/>
                    <a:pt x="3305" y="7525"/>
                    <a:pt x="3289" y="7541"/>
                  </a:cubicBezTo>
                  <a:lnTo>
                    <a:pt x="1187" y="8263"/>
                  </a:lnTo>
                  <a:lnTo>
                    <a:pt x="1621" y="6033"/>
                  </a:lnTo>
                  <a:cubicBezTo>
                    <a:pt x="1637" y="5969"/>
                    <a:pt x="1621" y="5921"/>
                    <a:pt x="1588" y="5873"/>
                  </a:cubicBezTo>
                  <a:cubicBezTo>
                    <a:pt x="818" y="4830"/>
                    <a:pt x="417" y="3611"/>
                    <a:pt x="417" y="2327"/>
                  </a:cubicBezTo>
                  <a:cubicBezTo>
                    <a:pt x="417" y="1509"/>
                    <a:pt x="578" y="723"/>
                    <a:pt x="883" y="17"/>
                  </a:cubicBezTo>
                  <a:lnTo>
                    <a:pt x="465" y="17"/>
                  </a:lnTo>
                  <a:cubicBezTo>
                    <a:pt x="177" y="739"/>
                    <a:pt x="32" y="1525"/>
                    <a:pt x="32" y="2327"/>
                  </a:cubicBezTo>
                  <a:cubicBezTo>
                    <a:pt x="0" y="3675"/>
                    <a:pt x="401" y="4958"/>
                    <a:pt x="1187" y="6033"/>
                  </a:cubicBezTo>
                  <a:lnTo>
                    <a:pt x="690" y="8520"/>
                  </a:lnTo>
                  <a:cubicBezTo>
                    <a:pt x="674" y="8600"/>
                    <a:pt x="722" y="8664"/>
                    <a:pt x="754" y="8697"/>
                  </a:cubicBezTo>
                  <a:cubicBezTo>
                    <a:pt x="802" y="8745"/>
                    <a:pt x="834" y="8745"/>
                    <a:pt x="899" y="8745"/>
                  </a:cubicBezTo>
                  <a:cubicBezTo>
                    <a:pt x="915" y="8745"/>
                    <a:pt x="947" y="8745"/>
                    <a:pt x="963" y="8729"/>
                  </a:cubicBezTo>
                  <a:lnTo>
                    <a:pt x="3305" y="7926"/>
                  </a:lnTo>
                  <a:cubicBezTo>
                    <a:pt x="4268" y="8456"/>
                    <a:pt x="5327" y="8745"/>
                    <a:pt x="6434" y="8745"/>
                  </a:cubicBezTo>
                  <a:cubicBezTo>
                    <a:pt x="9979" y="8745"/>
                    <a:pt x="12867" y="5857"/>
                    <a:pt x="12867" y="2295"/>
                  </a:cubicBezTo>
                  <a:cubicBezTo>
                    <a:pt x="12867" y="1477"/>
                    <a:pt x="12707" y="723"/>
                    <a:pt x="12450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742675" y="858675"/>
              <a:ext cx="201375" cy="150425"/>
            </a:xfrm>
            <a:custGeom>
              <a:avLst/>
              <a:gdLst/>
              <a:ahLst/>
              <a:cxnLst/>
              <a:rect l="l" t="t" r="r" b="b"/>
              <a:pathLst>
                <a:path w="8055" h="6017" extrusionOk="0">
                  <a:moveTo>
                    <a:pt x="113" y="0"/>
                  </a:moveTo>
                  <a:cubicBezTo>
                    <a:pt x="1" y="321"/>
                    <a:pt x="33" y="738"/>
                    <a:pt x="177" y="1332"/>
                  </a:cubicBezTo>
                  <a:cubicBezTo>
                    <a:pt x="402" y="2326"/>
                    <a:pt x="1380" y="3417"/>
                    <a:pt x="2327" y="4332"/>
                  </a:cubicBezTo>
                  <a:cubicBezTo>
                    <a:pt x="3338" y="5359"/>
                    <a:pt x="5247" y="6016"/>
                    <a:pt x="6113" y="6016"/>
                  </a:cubicBezTo>
                  <a:cubicBezTo>
                    <a:pt x="6947" y="6016"/>
                    <a:pt x="7509" y="5455"/>
                    <a:pt x="7718" y="5262"/>
                  </a:cubicBezTo>
                  <a:lnTo>
                    <a:pt x="7734" y="5230"/>
                  </a:lnTo>
                  <a:cubicBezTo>
                    <a:pt x="7974" y="4990"/>
                    <a:pt x="8054" y="4364"/>
                    <a:pt x="8054" y="4171"/>
                  </a:cubicBezTo>
                  <a:cubicBezTo>
                    <a:pt x="8054" y="3915"/>
                    <a:pt x="7894" y="3770"/>
                    <a:pt x="7798" y="3722"/>
                  </a:cubicBezTo>
                  <a:cubicBezTo>
                    <a:pt x="7685" y="3674"/>
                    <a:pt x="6562" y="3128"/>
                    <a:pt x="6290" y="2984"/>
                  </a:cubicBezTo>
                  <a:cubicBezTo>
                    <a:pt x="6201" y="2942"/>
                    <a:pt x="6117" y="2925"/>
                    <a:pt x="6040" y="2925"/>
                  </a:cubicBezTo>
                  <a:cubicBezTo>
                    <a:pt x="5823" y="2925"/>
                    <a:pt x="5659" y="3057"/>
                    <a:pt x="5600" y="3128"/>
                  </a:cubicBezTo>
                  <a:cubicBezTo>
                    <a:pt x="5407" y="3385"/>
                    <a:pt x="5070" y="3802"/>
                    <a:pt x="5006" y="3866"/>
                  </a:cubicBezTo>
                  <a:cubicBezTo>
                    <a:pt x="4990" y="3883"/>
                    <a:pt x="4958" y="3883"/>
                    <a:pt x="4942" y="3883"/>
                  </a:cubicBezTo>
                  <a:cubicBezTo>
                    <a:pt x="4782" y="3834"/>
                    <a:pt x="3883" y="3465"/>
                    <a:pt x="3418" y="2984"/>
                  </a:cubicBezTo>
                  <a:cubicBezTo>
                    <a:pt x="2985" y="2551"/>
                    <a:pt x="2712" y="2166"/>
                    <a:pt x="2536" y="1925"/>
                  </a:cubicBezTo>
                  <a:cubicBezTo>
                    <a:pt x="2503" y="1861"/>
                    <a:pt x="2455" y="1829"/>
                    <a:pt x="2439" y="1781"/>
                  </a:cubicBezTo>
                  <a:cubicBezTo>
                    <a:pt x="2375" y="1685"/>
                    <a:pt x="2423" y="1604"/>
                    <a:pt x="2439" y="1588"/>
                  </a:cubicBezTo>
                  <a:cubicBezTo>
                    <a:pt x="2503" y="1524"/>
                    <a:pt x="2776" y="1235"/>
                    <a:pt x="2905" y="1043"/>
                  </a:cubicBezTo>
                  <a:cubicBezTo>
                    <a:pt x="3065" y="802"/>
                    <a:pt x="3017" y="545"/>
                    <a:pt x="2953" y="417"/>
                  </a:cubicBezTo>
                  <a:cubicBezTo>
                    <a:pt x="2953" y="401"/>
                    <a:pt x="2872" y="225"/>
                    <a:pt x="2776" y="0"/>
                  </a:cubicBezTo>
                  <a:lnTo>
                    <a:pt x="2343" y="0"/>
                  </a:lnTo>
                  <a:cubicBezTo>
                    <a:pt x="2439" y="225"/>
                    <a:pt x="2519" y="433"/>
                    <a:pt x="2584" y="578"/>
                  </a:cubicBezTo>
                  <a:cubicBezTo>
                    <a:pt x="2584" y="578"/>
                    <a:pt x="2616" y="722"/>
                    <a:pt x="2536" y="834"/>
                  </a:cubicBezTo>
                  <a:cubicBezTo>
                    <a:pt x="2423" y="1043"/>
                    <a:pt x="2118" y="1348"/>
                    <a:pt x="2118" y="1348"/>
                  </a:cubicBezTo>
                  <a:lnTo>
                    <a:pt x="2102" y="1364"/>
                  </a:lnTo>
                  <a:cubicBezTo>
                    <a:pt x="1990" y="1476"/>
                    <a:pt x="1878" y="1781"/>
                    <a:pt x="2102" y="2070"/>
                  </a:cubicBezTo>
                  <a:cubicBezTo>
                    <a:pt x="2118" y="2102"/>
                    <a:pt x="2150" y="2150"/>
                    <a:pt x="2199" y="2198"/>
                  </a:cubicBezTo>
                  <a:cubicBezTo>
                    <a:pt x="2375" y="2471"/>
                    <a:pt x="2632" y="2840"/>
                    <a:pt x="3113" y="3305"/>
                  </a:cubicBezTo>
                  <a:cubicBezTo>
                    <a:pt x="3707" y="3883"/>
                    <a:pt x="4766" y="4300"/>
                    <a:pt x="4830" y="4316"/>
                  </a:cubicBezTo>
                  <a:cubicBezTo>
                    <a:pt x="4846" y="4316"/>
                    <a:pt x="4846" y="4316"/>
                    <a:pt x="4862" y="4332"/>
                  </a:cubicBezTo>
                  <a:cubicBezTo>
                    <a:pt x="4865" y="4332"/>
                    <a:pt x="4873" y="4332"/>
                    <a:pt x="4887" y="4332"/>
                  </a:cubicBezTo>
                  <a:cubicBezTo>
                    <a:pt x="4956" y="4332"/>
                    <a:pt x="5145" y="4321"/>
                    <a:pt x="5279" y="4187"/>
                  </a:cubicBezTo>
                  <a:cubicBezTo>
                    <a:pt x="5391" y="4091"/>
                    <a:pt x="5824" y="3530"/>
                    <a:pt x="5921" y="3417"/>
                  </a:cubicBezTo>
                  <a:cubicBezTo>
                    <a:pt x="5945" y="3393"/>
                    <a:pt x="5998" y="3359"/>
                    <a:pt x="6072" y="3359"/>
                  </a:cubicBezTo>
                  <a:cubicBezTo>
                    <a:pt x="6095" y="3359"/>
                    <a:pt x="6119" y="3362"/>
                    <a:pt x="6145" y="3369"/>
                  </a:cubicBezTo>
                  <a:cubicBezTo>
                    <a:pt x="6434" y="3497"/>
                    <a:pt x="7637" y="4091"/>
                    <a:pt x="7653" y="4107"/>
                  </a:cubicBezTo>
                  <a:cubicBezTo>
                    <a:pt x="7653" y="4107"/>
                    <a:pt x="7669" y="4139"/>
                    <a:pt x="7669" y="4187"/>
                  </a:cubicBezTo>
                  <a:cubicBezTo>
                    <a:pt x="7669" y="4412"/>
                    <a:pt x="7573" y="4861"/>
                    <a:pt x="7477" y="4973"/>
                  </a:cubicBezTo>
                  <a:lnTo>
                    <a:pt x="7445" y="4990"/>
                  </a:lnTo>
                  <a:cubicBezTo>
                    <a:pt x="7268" y="5166"/>
                    <a:pt x="6803" y="5631"/>
                    <a:pt x="6129" y="5631"/>
                  </a:cubicBezTo>
                  <a:cubicBezTo>
                    <a:pt x="5439" y="5631"/>
                    <a:pt x="3594" y="5038"/>
                    <a:pt x="2632" y="4075"/>
                  </a:cubicBezTo>
                  <a:cubicBezTo>
                    <a:pt x="1749" y="3193"/>
                    <a:pt x="819" y="2150"/>
                    <a:pt x="610" y="1235"/>
                  </a:cubicBezTo>
                  <a:cubicBezTo>
                    <a:pt x="466" y="594"/>
                    <a:pt x="450" y="257"/>
                    <a:pt x="51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722125" y="863075"/>
              <a:ext cx="416350" cy="384275"/>
            </a:xfrm>
            <a:custGeom>
              <a:avLst/>
              <a:gdLst/>
              <a:ahLst/>
              <a:cxnLst/>
              <a:rect l="l" t="t" r="r" b="b"/>
              <a:pathLst>
                <a:path w="16654" h="15371" extrusionOk="0">
                  <a:moveTo>
                    <a:pt x="11007" y="418"/>
                  </a:moveTo>
                  <a:cubicBezTo>
                    <a:pt x="13894" y="418"/>
                    <a:pt x="16269" y="2776"/>
                    <a:pt x="16269" y="5680"/>
                  </a:cubicBezTo>
                  <a:cubicBezTo>
                    <a:pt x="16253" y="8552"/>
                    <a:pt x="13894" y="10894"/>
                    <a:pt x="11007" y="10894"/>
                  </a:cubicBezTo>
                  <a:cubicBezTo>
                    <a:pt x="10445" y="10894"/>
                    <a:pt x="9884" y="10798"/>
                    <a:pt x="9354" y="10621"/>
                  </a:cubicBezTo>
                  <a:cubicBezTo>
                    <a:pt x="9322" y="10621"/>
                    <a:pt x="9306" y="10589"/>
                    <a:pt x="9274" y="10589"/>
                  </a:cubicBezTo>
                  <a:cubicBezTo>
                    <a:pt x="9194" y="10573"/>
                    <a:pt x="9130" y="10541"/>
                    <a:pt x="9049" y="10509"/>
                  </a:cubicBezTo>
                  <a:cubicBezTo>
                    <a:pt x="9001" y="10493"/>
                    <a:pt x="8985" y="10493"/>
                    <a:pt x="8953" y="10477"/>
                  </a:cubicBezTo>
                  <a:cubicBezTo>
                    <a:pt x="8889" y="10461"/>
                    <a:pt x="8809" y="10413"/>
                    <a:pt x="8744" y="10381"/>
                  </a:cubicBezTo>
                  <a:cubicBezTo>
                    <a:pt x="8728" y="10349"/>
                    <a:pt x="8680" y="10349"/>
                    <a:pt x="8664" y="10332"/>
                  </a:cubicBezTo>
                  <a:cubicBezTo>
                    <a:pt x="8568" y="10300"/>
                    <a:pt x="8488" y="10236"/>
                    <a:pt x="8392" y="10188"/>
                  </a:cubicBezTo>
                  <a:cubicBezTo>
                    <a:pt x="8359" y="10172"/>
                    <a:pt x="8343" y="10172"/>
                    <a:pt x="8311" y="10172"/>
                  </a:cubicBezTo>
                  <a:lnTo>
                    <a:pt x="8263" y="10172"/>
                  </a:lnTo>
                  <a:cubicBezTo>
                    <a:pt x="8247" y="10172"/>
                    <a:pt x="8231" y="10172"/>
                    <a:pt x="8199" y="10188"/>
                  </a:cubicBezTo>
                  <a:lnTo>
                    <a:pt x="6418" y="10814"/>
                  </a:lnTo>
                  <a:lnTo>
                    <a:pt x="6418" y="10814"/>
                  </a:lnTo>
                  <a:lnTo>
                    <a:pt x="6787" y="8905"/>
                  </a:lnTo>
                  <a:cubicBezTo>
                    <a:pt x="6803" y="8856"/>
                    <a:pt x="6787" y="8792"/>
                    <a:pt x="6739" y="8744"/>
                  </a:cubicBezTo>
                  <a:cubicBezTo>
                    <a:pt x="6659" y="8648"/>
                    <a:pt x="6595" y="8552"/>
                    <a:pt x="6514" y="8423"/>
                  </a:cubicBezTo>
                  <a:cubicBezTo>
                    <a:pt x="6498" y="8391"/>
                    <a:pt x="6466" y="8327"/>
                    <a:pt x="6434" y="8295"/>
                  </a:cubicBezTo>
                  <a:cubicBezTo>
                    <a:pt x="6402" y="8231"/>
                    <a:pt x="6354" y="8167"/>
                    <a:pt x="6338" y="8102"/>
                  </a:cubicBezTo>
                  <a:cubicBezTo>
                    <a:pt x="6306" y="8054"/>
                    <a:pt x="6274" y="7990"/>
                    <a:pt x="6242" y="7926"/>
                  </a:cubicBezTo>
                  <a:cubicBezTo>
                    <a:pt x="6226" y="7878"/>
                    <a:pt x="6194" y="7830"/>
                    <a:pt x="6178" y="7782"/>
                  </a:cubicBezTo>
                  <a:cubicBezTo>
                    <a:pt x="6145" y="7701"/>
                    <a:pt x="6113" y="7637"/>
                    <a:pt x="6097" y="7557"/>
                  </a:cubicBezTo>
                  <a:cubicBezTo>
                    <a:pt x="6081" y="7525"/>
                    <a:pt x="6081" y="7477"/>
                    <a:pt x="6065" y="7445"/>
                  </a:cubicBezTo>
                  <a:cubicBezTo>
                    <a:pt x="6033" y="7364"/>
                    <a:pt x="6001" y="7284"/>
                    <a:pt x="5985" y="7204"/>
                  </a:cubicBezTo>
                  <a:cubicBezTo>
                    <a:pt x="5985" y="7188"/>
                    <a:pt x="5953" y="7140"/>
                    <a:pt x="5953" y="7124"/>
                  </a:cubicBezTo>
                  <a:cubicBezTo>
                    <a:pt x="5873" y="6819"/>
                    <a:pt x="5792" y="6498"/>
                    <a:pt x="5776" y="6177"/>
                  </a:cubicBezTo>
                  <a:cubicBezTo>
                    <a:pt x="5760" y="6017"/>
                    <a:pt x="5760" y="5840"/>
                    <a:pt x="5760" y="5680"/>
                  </a:cubicBezTo>
                  <a:cubicBezTo>
                    <a:pt x="5760" y="2792"/>
                    <a:pt x="8103" y="418"/>
                    <a:pt x="11007" y="418"/>
                  </a:cubicBezTo>
                  <a:close/>
                  <a:moveTo>
                    <a:pt x="4750" y="6273"/>
                  </a:moveTo>
                  <a:cubicBezTo>
                    <a:pt x="4974" y="6273"/>
                    <a:pt x="5183" y="6306"/>
                    <a:pt x="5391" y="6322"/>
                  </a:cubicBezTo>
                  <a:lnTo>
                    <a:pt x="5391" y="6386"/>
                  </a:lnTo>
                  <a:cubicBezTo>
                    <a:pt x="5423" y="6466"/>
                    <a:pt x="5423" y="6546"/>
                    <a:pt x="5440" y="6626"/>
                  </a:cubicBezTo>
                  <a:cubicBezTo>
                    <a:pt x="5440" y="6659"/>
                    <a:pt x="5456" y="6707"/>
                    <a:pt x="5456" y="6739"/>
                  </a:cubicBezTo>
                  <a:cubicBezTo>
                    <a:pt x="5472" y="6819"/>
                    <a:pt x="5488" y="6915"/>
                    <a:pt x="5520" y="6995"/>
                  </a:cubicBezTo>
                  <a:cubicBezTo>
                    <a:pt x="5552" y="7204"/>
                    <a:pt x="5632" y="7397"/>
                    <a:pt x="5696" y="7589"/>
                  </a:cubicBezTo>
                  <a:cubicBezTo>
                    <a:pt x="5712" y="7621"/>
                    <a:pt x="5712" y="7637"/>
                    <a:pt x="5728" y="7685"/>
                  </a:cubicBezTo>
                  <a:cubicBezTo>
                    <a:pt x="5760" y="7766"/>
                    <a:pt x="5792" y="7830"/>
                    <a:pt x="5841" y="7910"/>
                  </a:cubicBezTo>
                  <a:cubicBezTo>
                    <a:pt x="5857" y="7958"/>
                    <a:pt x="5873" y="8006"/>
                    <a:pt x="5889" y="8038"/>
                  </a:cubicBezTo>
                  <a:cubicBezTo>
                    <a:pt x="5921" y="8102"/>
                    <a:pt x="5953" y="8167"/>
                    <a:pt x="6001" y="8231"/>
                  </a:cubicBezTo>
                  <a:cubicBezTo>
                    <a:pt x="6033" y="8279"/>
                    <a:pt x="6065" y="8343"/>
                    <a:pt x="6097" y="8407"/>
                  </a:cubicBezTo>
                  <a:cubicBezTo>
                    <a:pt x="6113" y="8439"/>
                    <a:pt x="6161" y="8504"/>
                    <a:pt x="6178" y="8552"/>
                  </a:cubicBezTo>
                  <a:cubicBezTo>
                    <a:pt x="6242" y="8648"/>
                    <a:pt x="6322" y="8760"/>
                    <a:pt x="6370" y="8873"/>
                  </a:cubicBezTo>
                  <a:lnTo>
                    <a:pt x="6370" y="8889"/>
                  </a:lnTo>
                  <a:lnTo>
                    <a:pt x="6081" y="10445"/>
                  </a:lnTo>
                  <a:cubicBezTo>
                    <a:pt x="6033" y="10397"/>
                    <a:pt x="5953" y="10332"/>
                    <a:pt x="5873" y="10332"/>
                  </a:cubicBezTo>
                  <a:cubicBezTo>
                    <a:pt x="5728" y="10332"/>
                    <a:pt x="5616" y="10445"/>
                    <a:pt x="5616" y="10589"/>
                  </a:cubicBezTo>
                  <a:cubicBezTo>
                    <a:pt x="5616" y="10734"/>
                    <a:pt x="5728" y="10846"/>
                    <a:pt x="5873" y="10846"/>
                  </a:cubicBezTo>
                  <a:cubicBezTo>
                    <a:pt x="5937" y="10846"/>
                    <a:pt x="5969" y="10830"/>
                    <a:pt x="6017" y="10814"/>
                  </a:cubicBezTo>
                  <a:lnTo>
                    <a:pt x="6017" y="10814"/>
                  </a:lnTo>
                  <a:lnTo>
                    <a:pt x="5969" y="11054"/>
                  </a:lnTo>
                  <a:cubicBezTo>
                    <a:pt x="5953" y="11135"/>
                    <a:pt x="6001" y="11199"/>
                    <a:pt x="6033" y="11231"/>
                  </a:cubicBezTo>
                  <a:cubicBezTo>
                    <a:pt x="6065" y="11247"/>
                    <a:pt x="6081" y="11247"/>
                    <a:pt x="6097" y="11279"/>
                  </a:cubicBezTo>
                  <a:lnTo>
                    <a:pt x="6178" y="11279"/>
                  </a:lnTo>
                  <a:cubicBezTo>
                    <a:pt x="6194" y="11279"/>
                    <a:pt x="6226" y="11279"/>
                    <a:pt x="6242" y="11247"/>
                  </a:cubicBezTo>
                  <a:lnTo>
                    <a:pt x="8279" y="10557"/>
                  </a:lnTo>
                  <a:lnTo>
                    <a:pt x="8648" y="10734"/>
                  </a:lnTo>
                  <a:cubicBezTo>
                    <a:pt x="8680" y="10750"/>
                    <a:pt x="8728" y="10766"/>
                    <a:pt x="8744" y="10766"/>
                  </a:cubicBezTo>
                  <a:cubicBezTo>
                    <a:pt x="8841" y="10814"/>
                    <a:pt x="8921" y="10846"/>
                    <a:pt x="9033" y="10894"/>
                  </a:cubicBezTo>
                  <a:cubicBezTo>
                    <a:pt x="9049" y="10894"/>
                    <a:pt x="9065" y="10910"/>
                    <a:pt x="9081" y="10910"/>
                  </a:cubicBezTo>
                  <a:cubicBezTo>
                    <a:pt x="9001" y="11760"/>
                    <a:pt x="8728" y="12514"/>
                    <a:pt x="8263" y="13156"/>
                  </a:cubicBezTo>
                  <a:cubicBezTo>
                    <a:pt x="8231" y="13204"/>
                    <a:pt x="8231" y="13268"/>
                    <a:pt x="8231" y="13317"/>
                  </a:cubicBezTo>
                  <a:lnTo>
                    <a:pt x="8520" y="14841"/>
                  </a:lnTo>
                  <a:lnTo>
                    <a:pt x="8520" y="14841"/>
                  </a:lnTo>
                  <a:lnTo>
                    <a:pt x="7076" y="14343"/>
                  </a:lnTo>
                  <a:cubicBezTo>
                    <a:pt x="7056" y="14337"/>
                    <a:pt x="7033" y="14333"/>
                    <a:pt x="7010" y="14333"/>
                  </a:cubicBezTo>
                  <a:cubicBezTo>
                    <a:pt x="6977" y="14333"/>
                    <a:pt x="6944" y="14341"/>
                    <a:pt x="6916" y="14359"/>
                  </a:cubicBezTo>
                  <a:cubicBezTo>
                    <a:pt x="6258" y="14744"/>
                    <a:pt x="5520" y="14937"/>
                    <a:pt x="4750" y="14937"/>
                  </a:cubicBezTo>
                  <a:cubicBezTo>
                    <a:pt x="2375" y="14937"/>
                    <a:pt x="418" y="12996"/>
                    <a:pt x="418" y="10605"/>
                  </a:cubicBezTo>
                  <a:cubicBezTo>
                    <a:pt x="418" y="8231"/>
                    <a:pt x="2359" y="6273"/>
                    <a:pt x="4750" y="6273"/>
                  </a:cubicBezTo>
                  <a:close/>
                  <a:moveTo>
                    <a:pt x="10991" y="0"/>
                  </a:moveTo>
                  <a:cubicBezTo>
                    <a:pt x="7878" y="0"/>
                    <a:pt x="5343" y="2535"/>
                    <a:pt x="5343" y="5664"/>
                  </a:cubicBezTo>
                  <a:cubicBezTo>
                    <a:pt x="5343" y="5760"/>
                    <a:pt x="5343" y="5840"/>
                    <a:pt x="5359" y="5921"/>
                  </a:cubicBezTo>
                  <a:cubicBezTo>
                    <a:pt x="5151" y="5904"/>
                    <a:pt x="4958" y="5888"/>
                    <a:pt x="4734" y="5888"/>
                  </a:cubicBezTo>
                  <a:cubicBezTo>
                    <a:pt x="2135" y="5888"/>
                    <a:pt x="1" y="8006"/>
                    <a:pt x="1" y="10621"/>
                  </a:cubicBezTo>
                  <a:cubicBezTo>
                    <a:pt x="1" y="13220"/>
                    <a:pt x="2135" y="15354"/>
                    <a:pt x="4734" y="15354"/>
                  </a:cubicBezTo>
                  <a:cubicBezTo>
                    <a:pt x="5536" y="15354"/>
                    <a:pt x="6322" y="15145"/>
                    <a:pt x="7028" y="14760"/>
                  </a:cubicBezTo>
                  <a:lnTo>
                    <a:pt x="8712" y="15354"/>
                  </a:lnTo>
                  <a:cubicBezTo>
                    <a:pt x="8728" y="15354"/>
                    <a:pt x="8744" y="15370"/>
                    <a:pt x="8761" y="15370"/>
                  </a:cubicBezTo>
                  <a:cubicBezTo>
                    <a:pt x="8809" y="15370"/>
                    <a:pt x="8873" y="15354"/>
                    <a:pt x="8905" y="15322"/>
                  </a:cubicBezTo>
                  <a:cubicBezTo>
                    <a:pt x="8969" y="15290"/>
                    <a:pt x="8985" y="15210"/>
                    <a:pt x="8969" y="15145"/>
                  </a:cubicBezTo>
                  <a:lnTo>
                    <a:pt x="8632" y="13365"/>
                  </a:lnTo>
                  <a:cubicBezTo>
                    <a:pt x="9081" y="12691"/>
                    <a:pt x="9370" y="11937"/>
                    <a:pt x="9450" y="11119"/>
                  </a:cubicBezTo>
                  <a:cubicBezTo>
                    <a:pt x="9948" y="11247"/>
                    <a:pt x="10477" y="11327"/>
                    <a:pt x="10991" y="11327"/>
                  </a:cubicBezTo>
                  <a:cubicBezTo>
                    <a:pt x="14119" y="11295"/>
                    <a:pt x="16654" y="8776"/>
                    <a:pt x="16654" y="5664"/>
                  </a:cubicBezTo>
                  <a:cubicBezTo>
                    <a:pt x="16654" y="2551"/>
                    <a:pt x="14119" y="0"/>
                    <a:pt x="10991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926275" y="10379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0"/>
                  </a:moveTo>
                  <a:cubicBezTo>
                    <a:pt x="81" y="0"/>
                    <a:pt x="1" y="81"/>
                    <a:pt x="1" y="209"/>
                  </a:cubicBezTo>
                  <a:cubicBezTo>
                    <a:pt x="1" y="337"/>
                    <a:pt x="81" y="402"/>
                    <a:pt x="193" y="402"/>
                  </a:cubicBezTo>
                  <a:lnTo>
                    <a:pt x="5488" y="402"/>
                  </a:lnTo>
                  <a:cubicBezTo>
                    <a:pt x="5616" y="402"/>
                    <a:pt x="5696" y="337"/>
                    <a:pt x="5696" y="209"/>
                  </a:cubicBezTo>
                  <a:cubicBezTo>
                    <a:pt x="5696" y="81"/>
                    <a:pt x="5600" y="0"/>
                    <a:pt x="5488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926275" y="9994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0"/>
                  </a:moveTo>
                  <a:cubicBezTo>
                    <a:pt x="81" y="0"/>
                    <a:pt x="1" y="80"/>
                    <a:pt x="1" y="209"/>
                  </a:cubicBezTo>
                  <a:cubicBezTo>
                    <a:pt x="1" y="321"/>
                    <a:pt x="81" y="401"/>
                    <a:pt x="193" y="401"/>
                  </a:cubicBezTo>
                  <a:lnTo>
                    <a:pt x="5488" y="401"/>
                  </a:lnTo>
                  <a:cubicBezTo>
                    <a:pt x="5616" y="401"/>
                    <a:pt x="5696" y="321"/>
                    <a:pt x="5696" y="209"/>
                  </a:cubicBezTo>
                  <a:cubicBezTo>
                    <a:pt x="5696" y="80"/>
                    <a:pt x="5600" y="0"/>
                    <a:pt x="5488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926275" y="9605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0"/>
                  </a:moveTo>
                  <a:cubicBezTo>
                    <a:pt x="81" y="0"/>
                    <a:pt x="1" y="80"/>
                    <a:pt x="1" y="193"/>
                  </a:cubicBezTo>
                  <a:cubicBezTo>
                    <a:pt x="1" y="321"/>
                    <a:pt x="81" y="401"/>
                    <a:pt x="193" y="401"/>
                  </a:cubicBezTo>
                  <a:lnTo>
                    <a:pt x="5488" y="401"/>
                  </a:lnTo>
                  <a:cubicBezTo>
                    <a:pt x="5616" y="401"/>
                    <a:pt x="5696" y="321"/>
                    <a:pt x="5696" y="193"/>
                  </a:cubicBezTo>
                  <a:cubicBezTo>
                    <a:pt x="5696" y="80"/>
                    <a:pt x="5600" y="0"/>
                    <a:pt x="5488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802750" y="1121775"/>
              <a:ext cx="13250" cy="13250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57" y="1"/>
                  </a:moveTo>
                  <a:cubicBezTo>
                    <a:pt x="129" y="1"/>
                    <a:pt x="1" y="129"/>
                    <a:pt x="1" y="273"/>
                  </a:cubicBezTo>
                  <a:cubicBezTo>
                    <a:pt x="1" y="402"/>
                    <a:pt x="129" y="530"/>
                    <a:pt x="257" y="530"/>
                  </a:cubicBezTo>
                  <a:cubicBezTo>
                    <a:pt x="402" y="530"/>
                    <a:pt x="530" y="402"/>
                    <a:pt x="530" y="273"/>
                  </a:cubicBezTo>
                  <a:cubicBezTo>
                    <a:pt x="530" y="129"/>
                    <a:pt x="402" y="1"/>
                    <a:pt x="25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834425" y="1121775"/>
              <a:ext cx="13275" cy="13250"/>
            </a:xfrm>
            <a:custGeom>
              <a:avLst/>
              <a:gdLst/>
              <a:ahLst/>
              <a:cxnLst/>
              <a:rect l="l" t="t" r="r" b="b"/>
              <a:pathLst>
                <a:path w="531" h="530" extrusionOk="0">
                  <a:moveTo>
                    <a:pt x="258" y="1"/>
                  </a:moveTo>
                  <a:cubicBezTo>
                    <a:pt x="129" y="1"/>
                    <a:pt x="1" y="129"/>
                    <a:pt x="1" y="273"/>
                  </a:cubicBezTo>
                  <a:cubicBezTo>
                    <a:pt x="1" y="402"/>
                    <a:pt x="129" y="530"/>
                    <a:pt x="258" y="530"/>
                  </a:cubicBezTo>
                  <a:cubicBezTo>
                    <a:pt x="402" y="530"/>
                    <a:pt x="530" y="402"/>
                    <a:pt x="530" y="273"/>
                  </a:cubicBezTo>
                  <a:cubicBezTo>
                    <a:pt x="530" y="129"/>
                    <a:pt x="402" y="1"/>
                    <a:pt x="258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5809600" y="4252250"/>
              <a:ext cx="320100" cy="316875"/>
            </a:xfrm>
            <a:custGeom>
              <a:avLst/>
              <a:gdLst/>
              <a:ahLst/>
              <a:cxnLst/>
              <a:rect l="l" t="t" r="r" b="b"/>
              <a:pathLst>
                <a:path w="12804" h="12675" extrusionOk="0">
                  <a:moveTo>
                    <a:pt x="7782" y="514"/>
                  </a:moveTo>
                  <a:cubicBezTo>
                    <a:pt x="7830" y="530"/>
                    <a:pt x="7862" y="530"/>
                    <a:pt x="7878" y="546"/>
                  </a:cubicBezTo>
                  <a:cubicBezTo>
                    <a:pt x="7990" y="562"/>
                    <a:pt x="8087" y="610"/>
                    <a:pt x="8183" y="626"/>
                  </a:cubicBezTo>
                  <a:cubicBezTo>
                    <a:pt x="8263" y="642"/>
                    <a:pt x="8327" y="674"/>
                    <a:pt x="8407" y="706"/>
                  </a:cubicBezTo>
                  <a:cubicBezTo>
                    <a:pt x="8440" y="723"/>
                    <a:pt x="8488" y="755"/>
                    <a:pt x="8552" y="755"/>
                  </a:cubicBezTo>
                  <a:cubicBezTo>
                    <a:pt x="8664" y="787"/>
                    <a:pt x="8792" y="851"/>
                    <a:pt x="8889" y="883"/>
                  </a:cubicBezTo>
                  <a:cubicBezTo>
                    <a:pt x="8937" y="915"/>
                    <a:pt x="8985" y="931"/>
                    <a:pt x="9033" y="947"/>
                  </a:cubicBezTo>
                  <a:cubicBezTo>
                    <a:pt x="9081" y="995"/>
                    <a:pt x="9178" y="1011"/>
                    <a:pt x="9226" y="1043"/>
                  </a:cubicBezTo>
                  <a:cubicBezTo>
                    <a:pt x="9306" y="1092"/>
                    <a:pt x="9386" y="1124"/>
                    <a:pt x="9466" y="1188"/>
                  </a:cubicBezTo>
                  <a:lnTo>
                    <a:pt x="9659" y="1316"/>
                  </a:lnTo>
                  <a:cubicBezTo>
                    <a:pt x="9739" y="1348"/>
                    <a:pt x="9787" y="1412"/>
                    <a:pt x="9867" y="1444"/>
                  </a:cubicBezTo>
                  <a:cubicBezTo>
                    <a:pt x="9883" y="1477"/>
                    <a:pt x="9932" y="1493"/>
                    <a:pt x="9948" y="1509"/>
                  </a:cubicBezTo>
                  <a:cubicBezTo>
                    <a:pt x="9627" y="1749"/>
                    <a:pt x="9274" y="1958"/>
                    <a:pt x="8905" y="2118"/>
                  </a:cubicBezTo>
                  <a:cubicBezTo>
                    <a:pt x="8616" y="1428"/>
                    <a:pt x="8231" y="883"/>
                    <a:pt x="7782" y="514"/>
                  </a:cubicBezTo>
                  <a:close/>
                  <a:moveTo>
                    <a:pt x="5102" y="530"/>
                  </a:moveTo>
                  <a:cubicBezTo>
                    <a:pt x="4653" y="899"/>
                    <a:pt x="4300" y="1444"/>
                    <a:pt x="3979" y="2134"/>
                  </a:cubicBezTo>
                  <a:cubicBezTo>
                    <a:pt x="3610" y="1974"/>
                    <a:pt x="3274" y="1765"/>
                    <a:pt x="2937" y="1525"/>
                  </a:cubicBezTo>
                  <a:cubicBezTo>
                    <a:pt x="2921" y="1493"/>
                    <a:pt x="2937" y="1477"/>
                    <a:pt x="2969" y="1444"/>
                  </a:cubicBezTo>
                  <a:cubicBezTo>
                    <a:pt x="3049" y="1396"/>
                    <a:pt x="3113" y="1348"/>
                    <a:pt x="3193" y="1316"/>
                  </a:cubicBezTo>
                  <a:lnTo>
                    <a:pt x="3370" y="1188"/>
                  </a:lnTo>
                  <a:cubicBezTo>
                    <a:pt x="3450" y="1140"/>
                    <a:pt x="3530" y="1108"/>
                    <a:pt x="3610" y="1043"/>
                  </a:cubicBezTo>
                  <a:cubicBezTo>
                    <a:pt x="3675" y="1011"/>
                    <a:pt x="3739" y="995"/>
                    <a:pt x="3819" y="947"/>
                  </a:cubicBezTo>
                  <a:cubicBezTo>
                    <a:pt x="3851" y="931"/>
                    <a:pt x="3915" y="899"/>
                    <a:pt x="3963" y="883"/>
                  </a:cubicBezTo>
                  <a:cubicBezTo>
                    <a:pt x="4076" y="835"/>
                    <a:pt x="4204" y="787"/>
                    <a:pt x="4316" y="739"/>
                  </a:cubicBezTo>
                  <a:cubicBezTo>
                    <a:pt x="4364" y="723"/>
                    <a:pt x="4397" y="706"/>
                    <a:pt x="4461" y="706"/>
                  </a:cubicBezTo>
                  <a:cubicBezTo>
                    <a:pt x="4541" y="690"/>
                    <a:pt x="4605" y="642"/>
                    <a:pt x="4669" y="626"/>
                  </a:cubicBezTo>
                  <a:cubicBezTo>
                    <a:pt x="4782" y="578"/>
                    <a:pt x="4878" y="562"/>
                    <a:pt x="4974" y="546"/>
                  </a:cubicBezTo>
                  <a:cubicBezTo>
                    <a:pt x="5022" y="546"/>
                    <a:pt x="5054" y="530"/>
                    <a:pt x="5102" y="530"/>
                  </a:cubicBezTo>
                  <a:close/>
                  <a:moveTo>
                    <a:pt x="6209" y="370"/>
                  </a:moveTo>
                  <a:lnTo>
                    <a:pt x="6209" y="2648"/>
                  </a:lnTo>
                  <a:cubicBezTo>
                    <a:pt x="5536" y="2632"/>
                    <a:pt x="4894" y="2487"/>
                    <a:pt x="4284" y="2279"/>
                  </a:cubicBezTo>
                  <a:cubicBezTo>
                    <a:pt x="4766" y="1188"/>
                    <a:pt x="5439" y="466"/>
                    <a:pt x="6209" y="370"/>
                  </a:cubicBezTo>
                  <a:close/>
                  <a:moveTo>
                    <a:pt x="6611" y="370"/>
                  </a:moveTo>
                  <a:cubicBezTo>
                    <a:pt x="7365" y="466"/>
                    <a:pt x="8022" y="1188"/>
                    <a:pt x="8536" y="2279"/>
                  </a:cubicBezTo>
                  <a:cubicBezTo>
                    <a:pt x="7926" y="2519"/>
                    <a:pt x="7284" y="2632"/>
                    <a:pt x="6611" y="2648"/>
                  </a:cubicBezTo>
                  <a:lnTo>
                    <a:pt x="6611" y="370"/>
                  </a:lnTo>
                  <a:close/>
                  <a:moveTo>
                    <a:pt x="8664" y="2632"/>
                  </a:moveTo>
                  <a:cubicBezTo>
                    <a:pt x="9033" y="3594"/>
                    <a:pt x="9274" y="4798"/>
                    <a:pt x="9290" y="6097"/>
                  </a:cubicBezTo>
                  <a:lnTo>
                    <a:pt x="6595" y="6097"/>
                  </a:lnTo>
                  <a:lnTo>
                    <a:pt x="6595" y="3049"/>
                  </a:lnTo>
                  <a:lnTo>
                    <a:pt x="6611" y="3049"/>
                  </a:lnTo>
                  <a:cubicBezTo>
                    <a:pt x="7333" y="3033"/>
                    <a:pt x="8022" y="2888"/>
                    <a:pt x="8664" y="2632"/>
                  </a:cubicBezTo>
                  <a:close/>
                  <a:moveTo>
                    <a:pt x="2568" y="1765"/>
                  </a:moveTo>
                  <a:cubicBezTo>
                    <a:pt x="2953" y="2054"/>
                    <a:pt x="3354" y="2311"/>
                    <a:pt x="3771" y="2487"/>
                  </a:cubicBezTo>
                  <a:cubicBezTo>
                    <a:pt x="3386" y="3498"/>
                    <a:pt x="3161" y="4765"/>
                    <a:pt x="3129" y="6129"/>
                  </a:cubicBezTo>
                  <a:lnTo>
                    <a:pt x="450" y="6129"/>
                  </a:lnTo>
                  <a:cubicBezTo>
                    <a:pt x="514" y="4380"/>
                    <a:pt x="1316" y="2840"/>
                    <a:pt x="2568" y="1765"/>
                  </a:cubicBezTo>
                  <a:close/>
                  <a:moveTo>
                    <a:pt x="4140" y="2648"/>
                  </a:moveTo>
                  <a:cubicBezTo>
                    <a:pt x="4798" y="2888"/>
                    <a:pt x="5471" y="3033"/>
                    <a:pt x="6193" y="3081"/>
                  </a:cubicBezTo>
                  <a:lnTo>
                    <a:pt x="6193" y="6129"/>
                  </a:lnTo>
                  <a:lnTo>
                    <a:pt x="3514" y="6129"/>
                  </a:lnTo>
                  <a:cubicBezTo>
                    <a:pt x="3530" y="4814"/>
                    <a:pt x="3755" y="3610"/>
                    <a:pt x="4140" y="2648"/>
                  </a:cubicBezTo>
                  <a:close/>
                  <a:moveTo>
                    <a:pt x="10252" y="1765"/>
                  </a:moveTo>
                  <a:cubicBezTo>
                    <a:pt x="11488" y="2824"/>
                    <a:pt x="12322" y="4380"/>
                    <a:pt x="12370" y="6129"/>
                  </a:cubicBezTo>
                  <a:lnTo>
                    <a:pt x="9691" y="6129"/>
                  </a:lnTo>
                  <a:cubicBezTo>
                    <a:pt x="9675" y="4765"/>
                    <a:pt x="9434" y="3498"/>
                    <a:pt x="9049" y="2487"/>
                  </a:cubicBezTo>
                  <a:cubicBezTo>
                    <a:pt x="9466" y="2295"/>
                    <a:pt x="9867" y="2054"/>
                    <a:pt x="10252" y="1765"/>
                  </a:cubicBezTo>
                  <a:close/>
                  <a:moveTo>
                    <a:pt x="9290" y="6530"/>
                  </a:moveTo>
                  <a:cubicBezTo>
                    <a:pt x="9274" y="7830"/>
                    <a:pt x="9049" y="9033"/>
                    <a:pt x="8664" y="9996"/>
                  </a:cubicBezTo>
                  <a:cubicBezTo>
                    <a:pt x="8006" y="9755"/>
                    <a:pt x="7333" y="9611"/>
                    <a:pt x="6611" y="9562"/>
                  </a:cubicBezTo>
                  <a:lnTo>
                    <a:pt x="6611" y="6530"/>
                  </a:lnTo>
                  <a:close/>
                  <a:moveTo>
                    <a:pt x="6209" y="6546"/>
                  </a:moveTo>
                  <a:lnTo>
                    <a:pt x="6209" y="9595"/>
                  </a:lnTo>
                  <a:cubicBezTo>
                    <a:pt x="5488" y="9611"/>
                    <a:pt x="4782" y="9755"/>
                    <a:pt x="4140" y="10012"/>
                  </a:cubicBezTo>
                  <a:cubicBezTo>
                    <a:pt x="3771" y="9049"/>
                    <a:pt x="3530" y="7846"/>
                    <a:pt x="3514" y="6546"/>
                  </a:cubicBezTo>
                  <a:close/>
                  <a:moveTo>
                    <a:pt x="3129" y="6546"/>
                  </a:moveTo>
                  <a:cubicBezTo>
                    <a:pt x="3161" y="7910"/>
                    <a:pt x="3402" y="9177"/>
                    <a:pt x="3771" y="10172"/>
                  </a:cubicBezTo>
                  <a:cubicBezTo>
                    <a:pt x="3354" y="10349"/>
                    <a:pt x="2953" y="10589"/>
                    <a:pt x="2568" y="10894"/>
                  </a:cubicBezTo>
                  <a:cubicBezTo>
                    <a:pt x="1332" y="9835"/>
                    <a:pt x="514" y="8295"/>
                    <a:pt x="450" y="6546"/>
                  </a:cubicBezTo>
                  <a:close/>
                  <a:moveTo>
                    <a:pt x="12386" y="6546"/>
                  </a:moveTo>
                  <a:cubicBezTo>
                    <a:pt x="12322" y="8263"/>
                    <a:pt x="11520" y="9835"/>
                    <a:pt x="10252" y="10894"/>
                  </a:cubicBezTo>
                  <a:cubicBezTo>
                    <a:pt x="9867" y="10621"/>
                    <a:pt x="9466" y="10349"/>
                    <a:pt x="9049" y="10172"/>
                  </a:cubicBezTo>
                  <a:cubicBezTo>
                    <a:pt x="9434" y="9177"/>
                    <a:pt x="9675" y="7910"/>
                    <a:pt x="9691" y="6546"/>
                  </a:cubicBezTo>
                  <a:close/>
                  <a:moveTo>
                    <a:pt x="8873" y="10509"/>
                  </a:moveTo>
                  <a:cubicBezTo>
                    <a:pt x="9226" y="10669"/>
                    <a:pt x="9579" y="10878"/>
                    <a:pt x="9916" y="11119"/>
                  </a:cubicBezTo>
                  <a:cubicBezTo>
                    <a:pt x="9916" y="11151"/>
                    <a:pt x="9883" y="11183"/>
                    <a:pt x="9851" y="11199"/>
                  </a:cubicBezTo>
                  <a:cubicBezTo>
                    <a:pt x="9771" y="11263"/>
                    <a:pt x="9707" y="11295"/>
                    <a:pt x="9627" y="11343"/>
                  </a:cubicBezTo>
                  <a:lnTo>
                    <a:pt x="9450" y="11456"/>
                  </a:lnTo>
                  <a:cubicBezTo>
                    <a:pt x="9370" y="11504"/>
                    <a:pt x="9290" y="11536"/>
                    <a:pt x="9210" y="11600"/>
                  </a:cubicBezTo>
                  <a:cubicBezTo>
                    <a:pt x="9145" y="11632"/>
                    <a:pt x="9097" y="11664"/>
                    <a:pt x="9017" y="11696"/>
                  </a:cubicBezTo>
                  <a:cubicBezTo>
                    <a:pt x="8969" y="11712"/>
                    <a:pt x="8905" y="11744"/>
                    <a:pt x="8873" y="11760"/>
                  </a:cubicBezTo>
                  <a:cubicBezTo>
                    <a:pt x="8744" y="11825"/>
                    <a:pt x="8632" y="11857"/>
                    <a:pt x="8536" y="11905"/>
                  </a:cubicBezTo>
                  <a:cubicBezTo>
                    <a:pt x="8488" y="11921"/>
                    <a:pt x="8440" y="11937"/>
                    <a:pt x="8391" y="11937"/>
                  </a:cubicBezTo>
                  <a:cubicBezTo>
                    <a:pt x="8311" y="11953"/>
                    <a:pt x="8247" y="12001"/>
                    <a:pt x="8167" y="12017"/>
                  </a:cubicBezTo>
                  <a:cubicBezTo>
                    <a:pt x="8071" y="12065"/>
                    <a:pt x="7974" y="12081"/>
                    <a:pt x="7862" y="12097"/>
                  </a:cubicBezTo>
                  <a:cubicBezTo>
                    <a:pt x="7830" y="12097"/>
                    <a:pt x="7782" y="12113"/>
                    <a:pt x="7750" y="12113"/>
                  </a:cubicBezTo>
                  <a:cubicBezTo>
                    <a:pt x="8183" y="11744"/>
                    <a:pt x="8552" y="11199"/>
                    <a:pt x="8873" y="10509"/>
                  </a:cubicBezTo>
                  <a:close/>
                  <a:moveTo>
                    <a:pt x="3899" y="10557"/>
                  </a:moveTo>
                  <a:cubicBezTo>
                    <a:pt x="4201" y="11225"/>
                    <a:pt x="4566" y="11766"/>
                    <a:pt x="5009" y="12150"/>
                  </a:cubicBezTo>
                  <a:lnTo>
                    <a:pt x="5009" y="12150"/>
                  </a:lnTo>
                  <a:cubicBezTo>
                    <a:pt x="4988" y="12134"/>
                    <a:pt x="4955" y="12113"/>
                    <a:pt x="4942" y="12113"/>
                  </a:cubicBezTo>
                  <a:cubicBezTo>
                    <a:pt x="4846" y="12097"/>
                    <a:pt x="4733" y="12065"/>
                    <a:pt x="4637" y="12033"/>
                  </a:cubicBezTo>
                  <a:cubicBezTo>
                    <a:pt x="4557" y="12017"/>
                    <a:pt x="4493" y="12001"/>
                    <a:pt x="4413" y="11953"/>
                  </a:cubicBezTo>
                  <a:cubicBezTo>
                    <a:pt x="4381" y="11937"/>
                    <a:pt x="4332" y="11921"/>
                    <a:pt x="4284" y="11921"/>
                  </a:cubicBezTo>
                  <a:cubicBezTo>
                    <a:pt x="4156" y="11873"/>
                    <a:pt x="4044" y="11825"/>
                    <a:pt x="3915" y="11776"/>
                  </a:cubicBezTo>
                  <a:cubicBezTo>
                    <a:pt x="3883" y="11760"/>
                    <a:pt x="3819" y="11728"/>
                    <a:pt x="3771" y="11712"/>
                  </a:cubicBezTo>
                  <a:cubicBezTo>
                    <a:pt x="3723" y="11680"/>
                    <a:pt x="3643" y="11664"/>
                    <a:pt x="3578" y="11616"/>
                  </a:cubicBezTo>
                  <a:cubicBezTo>
                    <a:pt x="3498" y="11568"/>
                    <a:pt x="3418" y="11536"/>
                    <a:pt x="3338" y="11472"/>
                  </a:cubicBezTo>
                  <a:lnTo>
                    <a:pt x="3161" y="11359"/>
                  </a:lnTo>
                  <a:cubicBezTo>
                    <a:pt x="3065" y="11311"/>
                    <a:pt x="3017" y="11247"/>
                    <a:pt x="2937" y="11215"/>
                  </a:cubicBezTo>
                  <a:cubicBezTo>
                    <a:pt x="2921" y="11199"/>
                    <a:pt x="2872" y="11167"/>
                    <a:pt x="2856" y="11151"/>
                  </a:cubicBezTo>
                  <a:cubicBezTo>
                    <a:pt x="3177" y="10910"/>
                    <a:pt x="3530" y="10718"/>
                    <a:pt x="3899" y="10557"/>
                  </a:cubicBezTo>
                  <a:close/>
                  <a:moveTo>
                    <a:pt x="6209" y="9996"/>
                  </a:moveTo>
                  <a:lnTo>
                    <a:pt x="6209" y="12274"/>
                  </a:lnTo>
                  <a:cubicBezTo>
                    <a:pt x="5439" y="12178"/>
                    <a:pt x="4782" y="11456"/>
                    <a:pt x="4284" y="10381"/>
                  </a:cubicBezTo>
                  <a:cubicBezTo>
                    <a:pt x="4878" y="10140"/>
                    <a:pt x="5520" y="10012"/>
                    <a:pt x="6209" y="9996"/>
                  </a:cubicBezTo>
                  <a:close/>
                  <a:moveTo>
                    <a:pt x="6611" y="9996"/>
                  </a:moveTo>
                  <a:cubicBezTo>
                    <a:pt x="7268" y="10012"/>
                    <a:pt x="7910" y="10156"/>
                    <a:pt x="8536" y="10381"/>
                  </a:cubicBezTo>
                  <a:cubicBezTo>
                    <a:pt x="8054" y="11456"/>
                    <a:pt x="7365" y="12178"/>
                    <a:pt x="6611" y="12274"/>
                  </a:cubicBezTo>
                  <a:lnTo>
                    <a:pt x="6611" y="9996"/>
                  </a:lnTo>
                  <a:close/>
                  <a:moveTo>
                    <a:pt x="6402" y="1"/>
                  </a:moveTo>
                  <a:cubicBezTo>
                    <a:pt x="6242" y="1"/>
                    <a:pt x="6081" y="1"/>
                    <a:pt x="5921" y="33"/>
                  </a:cubicBezTo>
                  <a:lnTo>
                    <a:pt x="5808" y="33"/>
                  </a:lnTo>
                  <a:lnTo>
                    <a:pt x="5375" y="81"/>
                  </a:lnTo>
                  <a:cubicBezTo>
                    <a:pt x="5327" y="81"/>
                    <a:pt x="5279" y="113"/>
                    <a:pt x="5215" y="113"/>
                  </a:cubicBezTo>
                  <a:lnTo>
                    <a:pt x="4926" y="161"/>
                  </a:lnTo>
                  <a:cubicBezTo>
                    <a:pt x="4814" y="193"/>
                    <a:pt x="4733" y="209"/>
                    <a:pt x="4653" y="241"/>
                  </a:cubicBezTo>
                  <a:cubicBezTo>
                    <a:pt x="4573" y="273"/>
                    <a:pt x="4525" y="289"/>
                    <a:pt x="4445" y="305"/>
                  </a:cubicBezTo>
                  <a:cubicBezTo>
                    <a:pt x="4364" y="321"/>
                    <a:pt x="4252" y="370"/>
                    <a:pt x="4172" y="386"/>
                  </a:cubicBezTo>
                  <a:cubicBezTo>
                    <a:pt x="4076" y="434"/>
                    <a:pt x="3995" y="466"/>
                    <a:pt x="3899" y="482"/>
                  </a:cubicBezTo>
                  <a:cubicBezTo>
                    <a:pt x="3819" y="530"/>
                    <a:pt x="3755" y="546"/>
                    <a:pt x="3675" y="594"/>
                  </a:cubicBezTo>
                  <a:cubicBezTo>
                    <a:pt x="3594" y="626"/>
                    <a:pt x="3498" y="674"/>
                    <a:pt x="3418" y="706"/>
                  </a:cubicBezTo>
                  <a:cubicBezTo>
                    <a:pt x="3338" y="755"/>
                    <a:pt x="3274" y="787"/>
                    <a:pt x="3193" y="835"/>
                  </a:cubicBezTo>
                  <a:cubicBezTo>
                    <a:pt x="3113" y="867"/>
                    <a:pt x="3033" y="931"/>
                    <a:pt x="2937" y="995"/>
                  </a:cubicBezTo>
                  <a:cubicBezTo>
                    <a:pt x="2872" y="1027"/>
                    <a:pt x="2840" y="1043"/>
                    <a:pt x="2776" y="1092"/>
                  </a:cubicBezTo>
                  <a:cubicBezTo>
                    <a:pt x="2680" y="1172"/>
                    <a:pt x="2568" y="1236"/>
                    <a:pt x="2471" y="1316"/>
                  </a:cubicBezTo>
                  <a:cubicBezTo>
                    <a:pt x="2455" y="1332"/>
                    <a:pt x="2407" y="1348"/>
                    <a:pt x="2391" y="1364"/>
                  </a:cubicBezTo>
                  <a:lnTo>
                    <a:pt x="2391" y="1396"/>
                  </a:lnTo>
                  <a:cubicBezTo>
                    <a:pt x="947" y="2551"/>
                    <a:pt x="1" y="4364"/>
                    <a:pt x="1" y="6338"/>
                  </a:cubicBezTo>
                  <a:cubicBezTo>
                    <a:pt x="1" y="8327"/>
                    <a:pt x="931" y="10140"/>
                    <a:pt x="2391" y="11295"/>
                  </a:cubicBezTo>
                  <a:lnTo>
                    <a:pt x="2391" y="11311"/>
                  </a:lnTo>
                  <a:cubicBezTo>
                    <a:pt x="2407" y="11343"/>
                    <a:pt x="2455" y="11359"/>
                    <a:pt x="2471" y="11375"/>
                  </a:cubicBezTo>
                  <a:cubicBezTo>
                    <a:pt x="2568" y="11456"/>
                    <a:pt x="2680" y="11520"/>
                    <a:pt x="2776" y="11600"/>
                  </a:cubicBezTo>
                  <a:cubicBezTo>
                    <a:pt x="2840" y="11632"/>
                    <a:pt x="2872" y="11680"/>
                    <a:pt x="2937" y="11696"/>
                  </a:cubicBezTo>
                  <a:cubicBezTo>
                    <a:pt x="3017" y="11760"/>
                    <a:pt x="3097" y="11793"/>
                    <a:pt x="3193" y="11857"/>
                  </a:cubicBezTo>
                  <a:cubicBezTo>
                    <a:pt x="3274" y="11905"/>
                    <a:pt x="3338" y="11937"/>
                    <a:pt x="3418" y="11985"/>
                  </a:cubicBezTo>
                  <a:cubicBezTo>
                    <a:pt x="3498" y="12017"/>
                    <a:pt x="3594" y="12065"/>
                    <a:pt x="3675" y="12097"/>
                  </a:cubicBezTo>
                  <a:cubicBezTo>
                    <a:pt x="3755" y="12145"/>
                    <a:pt x="3819" y="12162"/>
                    <a:pt x="3899" y="12194"/>
                  </a:cubicBezTo>
                  <a:cubicBezTo>
                    <a:pt x="3979" y="12242"/>
                    <a:pt x="4076" y="12274"/>
                    <a:pt x="4172" y="12306"/>
                  </a:cubicBezTo>
                  <a:cubicBezTo>
                    <a:pt x="4252" y="12338"/>
                    <a:pt x="4332" y="12354"/>
                    <a:pt x="4445" y="12386"/>
                  </a:cubicBezTo>
                  <a:cubicBezTo>
                    <a:pt x="4525" y="12402"/>
                    <a:pt x="4573" y="12418"/>
                    <a:pt x="4653" y="12434"/>
                  </a:cubicBezTo>
                  <a:cubicBezTo>
                    <a:pt x="4733" y="12466"/>
                    <a:pt x="4846" y="12482"/>
                    <a:pt x="4926" y="12514"/>
                  </a:cubicBezTo>
                  <a:lnTo>
                    <a:pt x="5215" y="12579"/>
                  </a:lnTo>
                  <a:cubicBezTo>
                    <a:pt x="5279" y="12579"/>
                    <a:pt x="5327" y="12595"/>
                    <a:pt x="5375" y="12595"/>
                  </a:cubicBezTo>
                  <a:lnTo>
                    <a:pt x="5808" y="12659"/>
                  </a:lnTo>
                  <a:lnTo>
                    <a:pt x="5921" y="12659"/>
                  </a:lnTo>
                  <a:cubicBezTo>
                    <a:pt x="6081" y="12675"/>
                    <a:pt x="6242" y="12675"/>
                    <a:pt x="6402" y="12675"/>
                  </a:cubicBezTo>
                  <a:cubicBezTo>
                    <a:pt x="6562" y="12675"/>
                    <a:pt x="6723" y="12675"/>
                    <a:pt x="6883" y="12659"/>
                  </a:cubicBezTo>
                  <a:lnTo>
                    <a:pt x="7012" y="12659"/>
                  </a:lnTo>
                  <a:lnTo>
                    <a:pt x="7429" y="12595"/>
                  </a:lnTo>
                  <a:cubicBezTo>
                    <a:pt x="7493" y="12595"/>
                    <a:pt x="7525" y="12579"/>
                    <a:pt x="7589" y="12579"/>
                  </a:cubicBezTo>
                  <a:lnTo>
                    <a:pt x="7894" y="12514"/>
                  </a:lnTo>
                  <a:cubicBezTo>
                    <a:pt x="7990" y="12498"/>
                    <a:pt x="8071" y="12482"/>
                    <a:pt x="8151" y="12434"/>
                  </a:cubicBezTo>
                  <a:cubicBezTo>
                    <a:pt x="8231" y="12418"/>
                    <a:pt x="8295" y="12402"/>
                    <a:pt x="8375" y="12386"/>
                  </a:cubicBezTo>
                  <a:cubicBezTo>
                    <a:pt x="8456" y="12354"/>
                    <a:pt x="8552" y="12322"/>
                    <a:pt x="8632" y="12306"/>
                  </a:cubicBezTo>
                  <a:cubicBezTo>
                    <a:pt x="8728" y="12258"/>
                    <a:pt x="8809" y="12226"/>
                    <a:pt x="8905" y="12194"/>
                  </a:cubicBezTo>
                  <a:cubicBezTo>
                    <a:pt x="8985" y="12162"/>
                    <a:pt x="9049" y="12145"/>
                    <a:pt x="9129" y="12097"/>
                  </a:cubicBezTo>
                  <a:cubicBezTo>
                    <a:pt x="9210" y="12065"/>
                    <a:pt x="9306" y="12017"/>
                    <a:pt x="9386" y="11985"/>
                  </a:cubicBezTo>
                  <a:cubicBezTo>
                    <a:pt x="9466" y="11937"/>
                    <a:pt x="9530" y="11905"/>
                    <a:pt x="9611" y="11857"/>
                  </a:cubicBezTo>
                  <a:cubicBezTo>
                    <a:pt x="9691" y="11825"/>
                    <a:pt x="9771" y="11760"/>
                    <a:pt x="9867" y="11696"/>
                  </a:cubicBezTo>
                  <a:cubicBezTo>
                    <a:pt x="9932" y="11664"/>
                    <a:pt x="9980" y="11632"/>
                    <a:pt x="10028" y="11600"/>
                  </a:cubicBezTo>
                  <a:cubicBezTo>
                    <a:pt x="10140" y="11520"/>
                    <a:pt x="10236" y="11456"/>
                    <a:pt x="10333" y="11375"/>
                  </a:cubicBezTo>
                  <a:cubicBezTo>
                    <a:pt x="10349" y="11359"/>
                    <a:pt x="10397" y="11343"/>
                    <a:pt x="10413" y="11311"/>
                  </a:cubicBezTo>
                  <a:lnTo>
                    <a:pt x="10413" y="11295"/>
                  </a:lnTo>
                  <a:cubicBezTo>
                    <a:pt x="11857" y="10140"/>
                    <a:pt x="12803" y="8327"/>
                    <a:pt x="12803" y="6338"/>
                  </a:cubicBezTo>
                  <a:cubicBezTo>
                    <a:pt x="12803" y="4364"/>
                    <a:pt x="11857" y="2535"/>
                    <a:pt x="10413" y="1364"/>
                  </a:cubicBezTo>
                  <a:cubicBezTo>
                    <a:pt x="10381" y="1348"/>
                    <a:pt x="10349" y="1332"/>
                    <a:pt x="10333" y="1316"/>
                  </a:cubicBezTo>
                  <a:cubicBezTo>
                    <a:pt x="10236" y="1236"/>
                    <a:pt x="10140" y="1172"/>
                    <a:pt x="10028" y="1092"/>
                  </a:cubicBezTo>
                  <a:cubicBezTo>
                    <a:pt x="9980" y="1043"/>
                    <a:pt x="9932" y="1011"/>
                    <a:pt x="9867" y="995"/>
                  </a:cubicBezTo>
                  <a:cubicBezTo>
                    <a:pt x="9787" y="931"/>
                    <a:pt x="9707" y="883"/>
                    <a:pt x="9611" y="835"/>
                  </a:cubicBezTo>
                  <a:cubicBezTo>
                    <a:pt x="9530" y="787"/>
                    <a:pt x="9466" y="755"/>
                    <a:pt x="9386" y="706"/>
                  </a:cubicBezTo>
                  <a:cubicBezTo>
                    <a:pt x="9306" y="674"/>
                    <a:pt x="9210" y="626"/>
                    <a:pt x="9129" y="594"/>
                  </a:cubicBezTo>
                  <a:cubicBezTo>
                    <a:pt x="9049" y="546"/>
                    <a:pt x="8985" y="530"/>
                    <a:pt x="8905" y="482"/>
                  </a:cubicBezTo>
                  <a:cubicBezTo>
                    <a:pt x="8825" y="450"/>
                    <a:pt x="8728" y="402"/>
                    <a:pt x="8632" y="386"/>
                  </a:cubicBezTo>
                  <a:cubicBezTo>
                    <a:pt x="8552" y="354"/>
                    <a:pt x="8472" y="321"/>
                    <a:pt x="8375" y="305"/>
                  </a:cubicBezTo>
                  <a:cubicBezTo>
                    <a:pt x="8295" y="289"/>
                    <a:pt x="8231" y="273"/>
                    <a:pt x="8151" y="241"/>
                  </a:cubicBezTo>
                  <a:cubicBezTo>
                    <a:pt x="8071" y="225"/>
                    <a:pt x="7974" y="209"/>
                    <a:pt x="7894" y="161"/>
                  </a:cubicBezTo>
                  <a:lnTo>
                    <a:pt x="7589" y="113"/>
                  </a:lnTo>
                  <a:cubicBezTo>
                    <a:pt x="7525" y="113"/>
                    <a:pt x="7493" y="81"/>
                    <a:pt x="7429" y="81"/>
                  </a:cubicBezTo>
                  <a:lnTo>
                    <a:pt x="7012" y="33"/>
                  </a:lnTo>
                  <a:lnTo>
                    <a:pt x="6883" y="33"/>
                  </a:lnTo>
                  <a:cubicBezTo>
                    <a:pt x="6723" y="1"/>
                    <a:pt x="6562" y="1"/>
                    <a:pt x="640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238525" y="4091425"/>
              <a:ext cx="336925" cy="205775"/>
            </a:xfrm>
            <a:custGeom>
              <a:avLst/>
              <a:gdLst/>
              <a:ahLst/>
              <a:cxnLst/>
              <a:rect l="l" t="t" r="r" b="b"/>
              <a:pathLst>
                <a:path w="13477" h="8231" extrusionOk="0">
                  <a:moveTo>
                    <a:pt x="7813" y="417"/>
                  </a:moveTo>
                  <a:cubicBezTo>
                    <a:pt x="9530" y="417"/>
                    <a:pt x="10958" y="1829"/>
                    <a:pt x="10958" y="3578"/>
                  </a:cubicBezTo>
                  <a:cubicBezTo>
                    <a:pt x="10958" y="3674"/>
                    <a:pt x="11038" y="3770"/>
                    <a:pt x="11150" y="3770"/>
                  </a:cubicBezTo>
                  <a:cubicBezTo>
                    <a:pt x="12257" y="3819"/>
                    <a:pt x="13108" y="4717"/>
                    <a:pt x="13108" y="5824"/>
                  </a:cubicBezTo>
                  <a:cubicBezTo>
                    <a:pt x="13108" y="6947"/>
                    <a:pt x="12177" y="7861"/>
                    <a:pt x="11054" y="7861"/>
                  </a:cubicBezTo>
                  <a:lnTo>
                    <a:pt x="2455" y="7861"/>
                  </a:lnTo>
                  <a:cubicBezTo>
                    <a:pt x="1332" y="7845"/>
                    <a:pt x="401" y="6947"/>
                    <a:pt x="401" y="5792"/>
                  </a:cubicBezTo>
                  <a:cubicBezTo>
                    <a:pt x="401" y="4781"/>
                    <a:pt x="1171" y="3915"/>
                    <a:pt x="2166" y="3770"/>
                  </a:cubicBezTo>
                  <a:cubicBezTo>
                    <a:pt x="2278" y="3754"/>
                    <a:pt x="2358" y="3674"/>
                    <a:pt x="2358" y="3578"/>
                  </a:cubicBezTo>
                  <a:lnTo>
                    <a:pt x="2358" y="3546"/>
                  </a:lnTo>
                  <a:cubicBezTo>
                    <a:pt x="2358" y="2712"/>
                    <a:pt x="3032" y="2022"/>
                    <a:pt x="3867" y="2022"/>
                  </a:cubicBezTo>
                  <a:cubicBezTo>
                    <a:pt x="4155" y="2022"/>
                    <a:pt x="4444" y="2102"/>
                    <a:pt x="4701" y="2262"/>
                  </a:cubicBezTo>
                  <a:cubicBezTo>
                    <a:pt x="4721" y="2293"/>
                    <a:pt x="4754" y="2304"/>
                    <a:pt x="4792" y="2304"/>
                  </a:cubicBezTo>
                  <a:cubicBezTo>
                    <a:pt x="4814" y="2304"/>
                    <a:pt x="4838" y="2300"/>
                    <a:pt x="4861" y="2294"/>
                  </a:cubicBezTo>
                  <a:cubicBezTo>
                    <a:pt x="4925" y="2262"/>
                    <a:pt x="4957" y="2230"/>
                    <a:pt x="4974" y="2182"/>
                  </a:cubicBezTo>
                  <a:cubicBezTo>
                    <a:pt x="5503" y="1107"/>
                    <a:pt x="6578" y="417"/>
                    <a:pt x="7813" y="417"/>
                  </a:cubicBezTo>
                  <a:close/>
                  <a:moveTo>
                    <a:pt x="7797" y="0"/>
                  </a:moveTo>
                  <a:cubicBezTo>
                    <a:pt x="6498" y="0"/>
                    <a:pt x="5343" y="690"/>
                    <a:pt x="4717" y="1813"/>
                  </a:cubicBezTo>
                  <a:cubicBezTo>
                    <a:pt x="4460" y="1685"/>
                    <a:pt x="4171" y="1605"/>
                    <a:pt x="3867" y="1605"/>
                  </a:cubicBezTo>
                  <a:cubicBezTo>
                    <a:pt x="2856" y="1605"/>
                    <a:pt x="2022" y="2391"/>
                    <a:pt x="1941" y="3385"/>
                  </a:cubicBezTo>
                  <a:cubicBezTo>
                    <a:pt x="818" y="3626"/>
                    <a:pt x="0" y="4621"/>
                    <a:pt x="0" y="5776"/>
                  </a:cubicBezTo>
                  <a:cubicBezTo>
                    <a:pt x="0" y="7123"/>
                    <a:pt x="1107" y="8230"/>
                    <a:pt x="2455" y="8230"/>
                  </a:cubicBezTo>
                  <a:lnTo>
                    <a:pt x="11054" y="8230"/>
                  </a:lnTo>
                  <a:cubicBezTo>
                    <a:pt x="11064" y="8231"/>
                    <a:pt x="11073" y="8231"/>
                    <a:pt x="11083" y="8231"/>
                  </a:cubicBezTo>
                  <a:cubicBezTo>
                    <a:pt x="12401" y="8231"/>
                    <a:pt x="13477" y="7146"/>
                    <a:pt x="13477" y="5792"/>
                  </a:cubicBezTo>
                  <a:cubicBezTo>
                    <a:pt x="13477" y="4556"/>
                    <a:pt x="12562" y="3514"/>
                    <a:pt x="11327" y="3369"/>
                  </a:cubicBezTo>
                  <a:cubicBezTo>
                    <a:pt x="11230" y="1508"/>
                    <a:pt x="9690" y="0"/>
                    <a:pt x="779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318650" y="3944625"/>
              <a:ext cx="304850" cy="304850"/>
            </a:xfrm>
            <a:custGeom>
              <a:avLst/>
              <a:gdLst/>
              <a:ahLst/>
              <a:cxnLst/>
              <a:rect l="l" t="t" r="r" b="b"/>
              <a:pathLst>
                <a:path w="12194" h="12194" extrusionOk="0">
                  <a:moveTo>
                    <a:pt x="6097" y="1765"/>
                  </a:moveTo>
                  <a:cubicBezTo>
                    <a:pt x="6658" y="3867"/>
                    <a:pt x="8327" y="5551"/>
                    <a:pt x="10428" y="6097"/>
                  </a:cubicBezTo>
                  <a:cubicBezTo>
                    <a:pt x="8327" y="6658"/>
                    <a:pt x="6658" y="8327"/>
                    <a:pt x="6097" y="10428"/>
                  </a:cubicBezTo>
                  <a:cubicBezTo>
                    <a:pt x="5535" y="8327"/>
                    <a:pt x="3867" y="6642"/>
                    <a:pt x="1765" y="6097"/>
                  </a:cubicBezTo>
                  <a:cubicBezTo>
                    <a:pt x="3867" y="5535"/>
                    <a:pt x="5551" y="3867"/>
                    <a:pt x="6097" y="1765"/>
                  </a:cubicBezTo>
                  <a:close/>
                  <a:moveTo>
                    <a:pt x="6097" y="0"/>
                  </a:moveTo>
                  <a:cubicBezTo>
                    <a:pt x="5968" y="0"/>
                    <a:pt x="5888" y="80"/>
                    <a:pt x="5888" y="193"/>
                  </a:cubicBezTo>
                  <a:cubicBezTo>
                    <a:pt x="5888" y="3321"/>
                    <a:pt x="3353" y="5888"/>
                    <a:pt x="193" y="5888"/>
                  </a:cubicBezTo>
                  <a:cubicBezTo>
                    <a:pt x="80" y="5888"/>
                    <a:pt x="0" y="5968"/>
                    <a:pt x="0" y="6097"/>
                  </a:cubicBezTo>
                  <a:cubicBezTo>
                    <a:pt x="0" y="6209"/>
                    <a:pt x="80" y="6289"/>
                    <a:pt x="193" y="6289"/>
                  </a:cubicBezTo>
                  <a:cubicBezTo>
                    <a:pt x="3321" y="6289"/>
                    <a:pt x="5888" y="8840"/>
                    <a:pt x="5888" y="11985"/>
                  </a:cubicBezTo>
                  <a:cubicBezTo>
                    <a:pt x="5888" y="12113"/>
                    <a:pt x="5968" y="12193"/>
                    <a:pt x="6097" y="12193"/>
                  </a:cubicBezTo>
                  <a:cubicBezTo>
                    <a:pt x="6209" y="12193"/>
                    <a:pt x="6289" y="12113"/>
                    <a:pt x="6289" y="11985"/>
                  </a:cubicBezTo>
                  <a:cubicBezTo>
                    <a:pt x="6289" y="8840"/>
                    <a:pt x="8856" y="6289"/>
                    <a:pt x="11985" y="6289"/>
                  </a:cubicBezTo>
                  <a:cubicBezTo>
                    <a:pt x="12113" y="6289"/>
                    <a:pt x="12193" y="6209"/>
                    <a:pt x="12193" y="6097"/>
                  </a:cubicBezTo>
                  <a:cubicBezTo>
                    <a:pt x="12193" y="5968"/>
                    <a:pt x="12113" y="5888"/>
                    <a:pt x="11985" y="5888"/>
                  </a:cubicBezTo>
                  <a:cubicBezTo>
                    <a:pt x="8856" y="5888"/>
                    <a:pt x="6289" y="3337"/>
                    <a:pt x="6289" y="193"/>
                  </a:cubicBezTo>
                  <a:cubicBezTo>
                    <a:pt x="6289" y="80"/>
                    <a:pt x="6209" y="0"/>
                    <a:pt x="609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241225" y="4305600"/>
              <a:ext cx="108325" cy="108325"/>
            </a:xfrm>
            <a:custGeom>
              <a:avLst/>
              <a:gdLst/>
              <a:ahLst/>
              <a:cxnLst/>
              <a:rect l="l" t="t" r="r" b="b"/>
              <a:pathLst>
                <a:path w="4333" h="4333" extrusionOk="0">
                  <a:moveTo>
                    <a:pt x="2167" y="1123"/>
                  </a:moveTo>
                  <a:cubicBezTo>
                    <a:pt x="2391" y="1573"/>
                    <a:pt x="2760" y="1958"/>
                    <a:pt x="3209" y="2166"/>
                  </a:cubicBezTo>
                  <a:cubicBezTo>
                    <a:pt x="2776" y="2391"/>
                    <a:pt x="2391" y="2744"/>
                    <a:pt x="2167" y="3209"/>
                  </a:cubicBezTo>
                  <a:cubicBezTo>
                    <a:pt x="1958" y="2744"/>
                    <a:pt x="1589" y="2359"/>
                    <a:pt x="1124" y="2166"/>
                  </a:cubicBezTo>
                  <a:cubicBezTo>
                    <a:pt x="1589" y="1942"/>
                    <a:pt x="1974" y="1589"/>
                    <a:pt x="2167" y="1123"/>
                  </a:cubicBezTo>
                  <a:close/>
                  <a:moveTo>
                    <a:pt x="2167" y="0"/>
                  </a:moveTo>
                  <a:cubicBezTo>
                    <a:pt x="2054" y="0"/>
                    <a:pt x="1974" y="81"/>
                    <a:pt x="1974" y="193"/>
                  </a:cubicBezTo>
                  <a:cubicBezTo>
                    <a:pt x="1974" y="1155"/>
                    <a:pt x="1188" y="1958"/>
                    <a:pt x="209" y="1958"/>
                  </a:cubicBezTo>
                  <a:cubicBezTo>
                    <a:pt x="81" y="1958"/>
                    <a:pt x="1" y="2038"/>
                    <a:pt x="1" y="2166"/>
                  </a:cubicBezTo>
                  <a:cubicBezTo>
                    <a:pt x="1" y="2279"/>
                    <a:pt x="81" y="2359"/>
                    <a:pt x="209" y="2359"/>
                  </a:cubicBezTo>
                  <a:cubicBezTo>
                    <a:pt x="1172" y="2359"/>
                    <a:pt x="1974" y="3145"/>
                    <a:pt x="1974" y="4124"/>
                  </a:cubicBezTo>
                  <a:cubicBezTo>
                    <a:pt x="1974" y="4252"/>
                    <a:pt x="2054" y="4332"/>
                    <a:pt x="2167" y="4332"/>
                  </a:cubicBezTo>
                  <a:cubicBezTo>
                    <a:pt x="2295" y="4332"/>
                    <a:pt x="2375" y="4252"/>
                    <a:pt x="2375" y="4124"/>
                  </a:cubicBezTo>
                  <a:cubicBezTo>
                    <a:pt x="2375" y="3161"/>
                    <a:pt x="3161" y="2359"/>
                    <a:pt x="4140" y="2359"/>
                  </a:cubicBezTo>
                  <a:cubicBezTo>
                    <a:pt x="4252" y="2359"/>
                    <a:pt x="4332" y="2279"/>
                    <a:pt x="4332" y="2166"/>
                  </a:cubicBezTo>
                  <a:cubicBezTo>
                    <a:pt x="4332" y="2038"/>
                    <a:pt x="4252" y="1958"/>
                    <a:pt x="4140" y="1958"/>
                  </a:cubicBezTo>
                  <a:cubicBezTo>
                    <a:pt x="3177" y="1958"/>
                    <a:pt x="2375" y="1188"/>
                    <a:pt x="2375" y="193"/>
                  </a:cubicBezTo>
                  <a:cubicBezTo>
                    <a:pt x="2375" y="81"/>
                    <a:pt x="2295" y="0"/>
                    <a:pt x="216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694950" y="4256275"/>
              <a:ext cx="108325" cy="108300"/>
            </a:xfrm>
            <a:custGeom>
              <a:avLst/>
              <a:gdLst/>
              <a:ahLst/>
              <a:cxnLst/>
              <a:rect l="l" t="t" r="r" b="b"/>
              <a:pathLst>
                <a:path w="4333" h="4332" extrusionOk="0">
                  <a:moveTo>
                    <a:pt x="2182" y="1139"/>
                  </a:moveTo>
                  <a:cubicBezTo>
                    <a:pt x="2407" y="1604"/>
                    <a:pt x="2760" y="1989"/>
                    <a:pt x="3225" y="2182"/>
                  </a:cubicBezTo>
                  <a:cubicBezTo>
                    <a:pt x="2760" y="2390"/>
                    <a:pt x="2391" y="2776"/>
                    <a:pt x="2182" y="3241"/>
                  </a:cubicBezTo>
                  <a:cubicBezTo>
                    <a:pt x="1958" y="2776"/>
                    <a:pt x="1605" y="2390"/>
                    <a:pt x="1140" y="2182"/>
                  </a:cubicBezTo>
                  <a:cubicBezTo>
                    <a:pt x="1605" y="1973"/>
                    <a:pt x="1990" y="1604"/>
                    <a:pt x="2182" y="1139"/>
                  </a:cubicBezTo>
                  <a:close/>
                  <a:moveTo>
                    <a:pt x="2166" y="0"/>
                  </a:moveTo>
                  <a:cubicBezTo>
                    <a:pt x="2038" y="0"/>
                    <a:pt x="1958" y="80"/>
                    <a:pt x="1958" y="209"/>
                  </a:cubicBezTo>
                  <a:cubicBezTo>
                    <a:pt x="1958" y="1171"/>
                    <a:pt x="1188" y="1973"/>
                    <a:pt x="193" y="1973"/>
                  </a:cubicBezTo>
                  <a:cubicBezTo>
                    <a:pt x="81" y="1973"/>
                    <a:pt x="0" y="2054"/>
                    <a:pt x="0" y="2166"/>
                  </a:cubicBezTo>
                  <a:cubicBezTo>
                    <a:pt x="0" y="2294"/>
                    <a:pt x="81" y="2374"/>
                    <a:pt x="193" y="2374"/>
                  </a:cubicBezTo>
                  <a:cubicBezTo>
                    <a:pt x="1156" y="2374"/>
                    <a:pt x="1958" y="3161"/>
                    <a:pt x="1958" y="4139"/>
                  </a:cubicBezTo>
                  <a:cubicBezTo>
                    <a:pt x="1958" y="4252"/>
                    <a:pt x="2038" y="4332"/>
                    <a:pt x="2166" y="4332"/>
                  </a:cubicBezTo>
                  <a:cubicBezTo>
                    <a:pt x="2279" y="4332"/>
                    <a:pt x="2359" y="4252"/>
                    <a:pt x="2359" y="4139"/>
                  </a:cubicBezTo>
                  <a:cubicBezTo>
                    <a:pt x="2359" y="3177"/>
                    <a:pt x="3145" y="2374"/>
                    <a:pt x="4124" y="2374"/>
                  </a:cubicBezTo>
                  <a:cubicBezTo>
                    <a:pt x="4252" y="2374"/>
                    <a:pt x="4332" y="2294"/>
                    <a:pt x="4332" y="2166"/>
                  </a:cubicBezTo>
                  <a:cubicBezTo>
                    <a:pt x="4332" y="2054"/>
                    <a:pt x="4252" y="1973"/>
                    <a:pt x="4124" y="1973"/>
                  </a:cubicBezTo>
                  <a:cubicBezTo>
                    <a:pt x="3161" y="1973"/>
                    <a:pt x="2359" y="1187"/>
                    <a:pt x="2359" y="209"/>
                  </a:cubicBezTo>
                  <a:cubicBezTo>
                    <a:pt x="2359" y="80"/>
                    <a:pt x="2279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691650" y="4361750"/>
              <a:ext cx="104300" cy="104300"/>
            </a:xfrm>
            <a:custGeom>
              <a:avLst/>
              <a:gdLst/>
              <a:ahLst/>
              <a:cxnLst/>
              <a:rect l="l" t="t" r="r" b="b"/>
              <a:pathLst>
                <a:path w="4172" h="4172" extrusionOk="0">
                  <a:moveTo>
                    <a:pt x="2086" y="385"/>
                  </a:moveTo>
                  <a:cubicBezTo>
                    <a:pt x="3033" y="385"/>
                    <a:pt x="3771" y="1140"/>
                    <a:pt x="3771" y="2070"/>
                  </a:cubicBezTo>
                  <a:cubicBezTo>
                    <a:pt x="3771" y="2985"/>
                    <a:pt x="3001" y="3755"/>
                    <a:pt x="2086" y="3755"/>
                  </a:cubicBezTo>
                  <a:cubicBezTo>
                    <a:pt x="1156" y="3755"/>
                    <a:pt x="402" y="2985"/>
                    <a:pt x="402" y="2070"/>
                  </a:cubicBezTo>
                  <a:cubicBezTo>
                    <a:pt x="402" y="1140"/>
                    <a:pt x="1156" y="385"/>
                    <a:pt x="2086" y="385"/>
                  </a:cubicBezTo>
                  <a:close/>
                  <a:moveTo>
                    <a:pt x="2086" y="0"/>
                  </a:moveTo>
                  <a:cubicBezTo>
                    <a:pt x="947" y="0"/>
                    <a:pt x="0" y="947"/>
                    <a:pt x="0" y="2086"/>
                  </a:cubicBezTo>
                  <a:cubicBezTo>
                    <a:pt x="0" y="3225"/>
                    <a:pt x="947" y="4172"/>
                    <a:pt x="2086" y="4172"/>
                  </a:cubicBezTo>
                  <a:cubicBezTo>
                    <a:pt x="3241" y="4172"/>
                    <a:pt x="4172" y="3225"/>
                    <a:pt x="4172" y="2086"/>
                  </a:cubicBezTo>
                  <a:cubicBezTo>
                    <a:pt x="4172" y="915"/>
                    <a:pt x="3225" y="0"/>
                    <a:pt x="208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637500" y="4482075"/>
              <a:ext cx="212600" cy="111125"/>
            </a:xfrm>
            <a:custGeom>
              <a:avLst/>
              <a:gdLst/>
              <a:ahLst/>
              <a:cxnLst/>
              <a:rect l="l" t="t" r="r" b="b"/>
              <a:pathLst>
                <a:path w="8504" h="4445" extrusionOk="0">
                  <a:moveTo>
                    <a:pt x="4252" y="402"/>
                  </a:moveTo>
                  <a:cubicBezTo>
                    <a:pt x="6322" y="402"/>
                    <a:pt x="7974" y="2022"/>
                    <a:pt x="8103" y="4043"/>
                  </a:cubicBezTo>
                  <a:lnTo>
                    <a:pt x="402" y="4043"/>
                  </a:lnTo>
                  <a:cubicBezTo>
                    <a:pt x="498" y="2022"/>
                    <a:pt x="2183" y="402"/>
                    <a:pt x="4252" y="402"/>
                  </a:cubicBezTo>
                  <a:close/>
                  <a:moveTo>
                    <a:pt x="4252" y="0"/>
                  </a:moveTo>
                  <a:cubicBezTo>
                    <a:pt x="1910" y="0"/>
                    <a:pt x="1" y="1910"/>
                    <a:pt x="1" y="4252"/>
                  </a:cubicBezTo>
                  <a:cubicBezTo>
                    <a:pt x="1" y="4364"/>
                    <a:pt x="81" y="4445"/>
                    <a:pt x="193" y="4445"/>
                  </a:cubicBezTo>
                  <a:lnTo>
                    <a:pt x="8295" y="4445"/>
                  </a:lnTo>
                  <a:cubicBezTo>
                    <a:pt x="8423" y="4445"/>
                    <a:pt x="8504" y="4364"/>
                    <a:pt x="8504" y="4252"/>
                  </a:cubicBezTo>
                  <a:cubicBezTo>
                    <a:pt x="8504" y="1910"/>
                    <a:pt x="6594" y="0"/>
                    <a:pt x="425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489100" y="4649325"/>
              <a:ext cx="104300" cy="104300"/>
            </a:xfrm>
            <a:custGeom>
              <a:avLst/>
              <a:gdLst/>
              <a:ahLst/>
              <a:cxnLst/>
              <a:rect l="l" t="t" r="r" b="b"/>
              <a:pathLst>
                <a:path w="4172" h="4172" extrusionOk="0">
                  <a:moveTo>
                    <a:pt x="2086" y="402"/>
                  </a:moveTo>
                  <a:cubicBezTo>
                    <a:pt x="3017" y="402"/>
                    <a:pt x="3771" y="1172"/>
                    <a:pt x="3771" y="2086"/>
                  </a:cubicBezTo>
                  <a:cubicBezTo>
                    <a:pt x="3771" y="3017"/>
                    <a:pt x="3033" y="3771"/>
                    <a:pt x="2086" y="3771"/>
                  </a:cubicBezTo>
                  <a:cubicBezTo>
                    <a:pt x="1140" y="3771"/>
                    <a:pt x="402" y="3017"/>
                    <a:pt x="402" y="2086"/>
                  </a:cubicBezTo>
                  <a:cubicBezTo>
                    <a:pt x="402" y="1172"/>
                    <a:pt x="1156" y="402"/>
                    <a:pt x="2086" y="402"/>
                  </a:cubicBezTo>
                  <a:close/>
                  <a:moveTo>
                    <a:pt x="2086" y="1"/>
                  </a:moveTo>
                  <a:cubicBezTo>
                    <a:pt x="915" y="1"/>
                    <a:pt x="1" y="947"/>
                    <a:pt x="1" y="2086"/>
                  </a:cubicBezTo>
                  <a:cubicBezTo>
                    <a:pt x="1" y="3241"/>
                    <a:pt x="931" y="4172"/>
                    <a:pt x="2086" y="4172"/>
                  </a:cubicBezTo>
                  <a:cubicBezTo>
                    <a:pt x="3241" y="4172"/>
                    <a:pt x="4172" y="3241"/>
                    <a:pt x="4172" y="2086"/>
                  </a:cubicBezTo>
                  <a:cubicBezTo>
                    <a:pt x="4172" y="947"/>
                    <a:pt x="3241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438975" y="4770450"/>
              <a:ext cx="204575" cy="77450"/>
            </a:xfrm>
            <a:custGeom>
              <a:avLst/>
              <a:gdLst/>
              <a:ahLst/>
              <a:cxnLst/>
              <a:rect l="l" t="t" r="r" b="b"/>
              <a:pathLst>
                <a:path w="8183" h="3098" extrusionOk="0">
                  <a:moveTo>
                    <a:pt x="4091" y="1"/>
                  </a:moveTo>
                  <a:cubicBezTo>
                    <a:pt x="2150" y="1"/>
                    <a:pt x="497" y="1316"/>
                    <a:pt x="0" y="3097"/>
                  </a:cubicBezTo>
                  <a:lnTo>
                    <a:pt x="417" y="3097"/>
                  </a:lnTo>
                  <a:cubicBezTo>
                    <a:pt x="899" y="1541"/>
                    <a:pt x="2358" y="402"/>
                    <a:pt x="4091" y="402"/>
                  </a:cubicBezTo>
                  <a:cubicBezTo>
                    <a:pt x="5808" y="402"/>
                    <a:pt x="7268" y="1541"/>
                    <a:pt x="7765" y="3097"/>
                  </a:cubicBezTo>
                  <a:lnTo>
                    <a:pt x="8182" y="3097"/>
                  </a:lnTo>
                  <a:cubicBezTo>
                    <a:pt x="7701" y="1316"/>
                    <a:pt x="6048" y="1"/>
                    <a:pt x="4091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894200" y="4649325"/>
              <a:ext cx="104300" cy="104300"/>
            </a:xfrm>
            <a:custGeom>
              <a:avLst/>
              <a:gdLst/>
              <a:ahLst/>
              <a:cxnLst/>
              <a:rect l="l" t="t" r="r" b="b"/>
              <a:pathLst>
                <a:path w="4172" h="4172" extrusionOk="0">
                  <a:moveTo>
                    <a:pt x="2086" y="402"/>
                  </a:moveTo>
                  <a:cubicBezTo>
                    <a:pt x="3001" y="402"/>
                    <a:pt x="3771" y="1172"/>
                    <a:pt x="3771" y="2086"/>
                  </a:cubicBezTo>
                  <a:cubicBezTo>
                    <a:pt x="3771" y="3017"/>
                    <a:pt x="3001" y="3771"/>
                    <a:pt x="2086" y="3771"/>
                  </a:cubicBezTo>
                  <a:cubicBezTo>
                    <a:pt x="1140" y="3771"/>
                    <a:pt x="402" y="3017"/>
                    <a:pt x="402" y="2086"/>
                  </a:cubicBezTo>
                  <a:cubicBezTo>
                    <a:pt x="402" y="1172"/>
                    <a:pt x="1156" y="402"/>
                    <a:pt x="2086" y="402"/>
                  </a:cubicBezTo>
                  <a:close/>
                  <a:moveTo>
                    <a:pt x="2086" y="1"/>
                  </a:moveTo>
                  <a:cubicBezTo>
                    <a:pt x="915" y="1"/>
                    <a:pt x="0" y="947"/>
                    <a:pt x="0" y="2086"/>
                  </a:cubicBezTo>
                  <a:cubicBezTo>
                    <a:pt x="0" y="3241"/>
                    <a:pt x="947" y="4172"/>
                    <a:pt x="2086" y="4172"/>
                  </a:cubicBezTo>
                  <a:cubicBezTo>
                    <a:pt x="3241" y="4172"/>
                    <a:pt x="4172" y="3241"/>
                    <a:pt x="4172" y="2086"/>
                  </a:cubicBezTo>
                  <a:cubicBezTo>
                    <a:pt x="4172" y="947"/>
                    <a:pt x="3225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844075" y="4770450"/>
              <a:ext cx="204575" cy="77450"/>
            </a:xfrm>
            <a:custGeom>
              <a:avLst/>
              <a:gdLst/>
              <a:ahLst/>
              <a:cxnLst/>
              <a:rect l="l" t="t" r="r" b="b"/>
              <a:pathLst>
                <a:path w="8183" h="3098" extrusionOk="0">
                  <a:moveTo>
                    <a:pt x="4091" y="1"/>
                  </a:moveTo>
                  <a:cubicBezTo>
                    <a:pt x="2150" y="1"/>
                    <a:pt x="497" y="1316"/>
                    <a:pt x="0" y="3097"/>
                  </a:cubicBezTo>
                  <a:lnTo>
                    <a:pt x="417" y="3097"/>
                  </a:lnTo>
                  <a:cubicBezTo>
                    <a:pt x="898" y="1541"/>
                    <a:pt x="2358" y="402"/>
                    <a:pt x="4091" y="402"/>
                  </a:cubicBezTo>
                  <a:cubicBezTo>
                    <a:pt x="5808" y="402"/>
                    <a:pt x="7284" y="1541"/>
                    <a:pt x="7765" y="3097"/>
                  </a:cubicBezTo>
                  <a:lnTo>
                    <a:pt x="8182" y="3097"/>
                  </a:lnTo>
                  <a:cubicBezTo>
                    <a:pt x="7685" y="1316"/>
                    <a:pt x="6032" y="1"/>
                    <a:pt x="4091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676000" y="4642100"/>
              <a:ext cx="137200" cy="159675"/>
            </a:xfrm>
            <a:custGeom>
              <a:avLst/>
              <a:gdLst/>
              <a:ahLst/>
              <a:cxnLst/>
              <a:rect l="l" t="t" r="r" b="b"/>
              <a:pathLst>
                <a:path w="5488" h="6387" extrusionOk="0">
                  <a:moveTo>
                    <a:pt x="2744" y="1"/>
                  </a:moveTo>
                  <a:cubicBezTo>
                    <a:pt x="2632" y="1"/>
                    <a:pt x="2552" y="81"/>
                    <a:pt x="2552" y="193"/>
                  </a:cubicBezTo>
                  <a:lnTo>
                    <a:pt x="2552" y="3578"/>
                  </a:lnTo>
                  <a:lnTo>
                    <a:pt x="81" y="6049"/>
                  </a:lnTo>
                  <a:cubicBezTo>
                    <a:pt x="1" y="6129"/>
                    <a:pt x="1" y="6258"/>
                    <a:pt x="81" y="6338"/>
                  </a:cubicBezTo>
                  <a:cubicBezTo>
                    <a:pt x="121" y="6370"/>
                    <a:pt x="173" y="6386"/>
                    <a:pt x="223" y="6386"/>
                  </a:cubicBezTo>
                  <a:cubicBezTo>
                    <a:pt x="274" y="6386"/>
                    <a:pt x="322" y="6370"/>
                    <a:pt x="354" y="6338"/>
                  </a:cubicBezTo>
                  <a:lnTo>
                    <a:pt x="2744" y="3947"/>
                  </a:lnTo>
                  <a:lnTo>
                    <a:pt x="5135" y="6338"/>
                  </a:lnTo>
                  <a:cubicBezTo>
                    <a:pt x="5167" y="6370"/>
                    <a:pt x="5231" y="6386"/>
                    <a:pt x="5279" y="6386"/>
                  </a:cubicBezTo>
                  <a:cubicBezTo>
                    <a:pt x="5311" y="6386"/>
                    <a:pt x="5375" y="6370"/>
                    <a:pt x="5407" y="6338"/>
                  </a:cubicBezTo>
                  <a:cubicBezTo>
                    <a:pt x="5488" y="6258"/>
                    <a:pt x="5488" y="6129"/>
                    <a:pt x="5407" y="6049"/>
                  </a:cubicBezTo>
                  <a:lnTo>
                    <a:pt x="2953" y="3578"/>
                  </a:lnTo>
                  <a:lnTo>
                    <a:pt x="2953" y="193"/>
                  </a:lnTo>
                  <a:cubicBezTo>
                    <a:pt x="2953" y="81"/>
                    <a:pt x="2873" y="1"/>
                    <a:pt x="274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719825" y="4782500"/>
              <a:ext cx="108300" cy="65400"/>
            </a:xfrm>
            <a:custGeom>
              <a:avLst/>
              <a:gdLst/>
              <a:ahLst/>
              <a:cxnLst/>
              <a:rect l="l" t="t" r="r" b="b"/>
              <a:pathLst>
                <a:path w="4332" h="2616" extrusionOk="0">
                  <a:moveTo>
                    <a:pt x="2166" y="0"/>
                  </a:moveTo>
                  <a:cubicBezTo>
                    <a:pt x="2054" y="0"/>
                    <a:pt x="1974" y="80"/>
                    <a:pt x="1974" y="193"/>
                  </a:cubicBezTo>
                  <a:cubicBezTo>
                    <a:pt x="1974" y="1155"/>
                    <a:pt x="1187" y="1957"/>
                    <a:pt x="209" y="1957"/>
                  </a:cubicBezTo>
                  <a:cubicBezTo>
                    <a:pt x="80" y="1957"/>
                    <a:pt x="0" y="2038"/>
                    <a:pt x="0" y="2166"/>
                  </a:cubicBezTo>
                  <a:cubicBezTo>
                    <a:pt x="0" y="2278"/>
                    <a:pt x="80" y="2358"/>
                    <a:pt x="209" y="2358"/>
                  </a:cubicBezTo>
                  <a:cubicBezTo>
                    <a:pt x="546" y="2358"/>
                    <a:pt x="850" y="2455"/>
                    <a:pt x="1107" y="2615"/>
                  </a:cubicBezTo>
                  <a:lnTo>
                    <a:pt x="1749" y="2615"/>
                  </a:lnTo>
                  <a:cubicBezTo>
                    <a:pt x="1572" y="2439"/>
                    <a:pt x="1348" y="2278"/>
                    <a:pt x="1107" y="2166"/>
                  </a:cubicBezTo>
                  <a:cubicBezTo>
                    <a:pt x="1572" y="1941"/>
                    <a:pt x="1957" y="1572"/>
                    <a:pt x="2150" y="1123"/>
                  </a:cubicBezTo>
                  <a:cubicBezTo>
                    <a:pt x="2375" y="1572"/>
                    <a:pt x="2728" y="1957"/>
                    <a:pt x="3193" y="2166"/>
                  </a:cubicBezTo>
                  <a:cubicBezTo>
                    <a:pt x="2952" y="2278"/>
                    <a:pt x="2728" y="2423"/>
                    <a:pt x="2551" y="2615"/>
                  </a:cubicBezTo>
                  <a:lnTo>
                    <a:pt x="3193" y="2615"/>
                  </a:lnTo>
                  <a:cubicBezTo>
                    <a:pt x="3450" y="2455"/>
                    <a:pt x="3770" y="2358"/>
                    <a:pt x="4091" y="2358"/>
                  </a:cubicBezTo>
                  <a:cubicBezTo>
                    <a:pt x="4236" y="2358"/>
                    <a:pt x="4332" y="2278"/>
                    <a:pt x="4332" y="2166"/>
                  </a:cubicBezTo>
                  <a:cubicBezTo>
                    <a:pt x="4332" y="2038"/>
                    <a:pt x="4252" y="1957"/>
                    <a:pt x="4139" y="1957"/>
                  </a:cubicBezTo>
                  <a:cubicBezTo>
                    <a:pt x="3177" y="1957"/>
                    <a:pt x="2375" y="1171"/>
                    <a:pt x="2375" y="193"/>
                  </a:cubicBezTo>
                  <a:cubicBezTo>
                    <a:pt x="2375" y="80"/>
                    <a:pt x="2294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092825" y="4500925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72" y="434"/>
                  </a:moveTo>
                  <a:cubicBezTo>
                    <a:pt x="1589" y="434"/>
                    <a:pt x="1926" y="771"/>
                    <a:pt x="1926" y="1188"/>
                  </a:cubicBezTo>
                  <a:cubicBezTo>
                    <a:pt x="1926" y="1589"/>
                    <a:pt x="1589" y="1958"/>
                    <a:pt x="1172" y="1958"/>
                  </a:cubicBezTo>
                  <a:cubicBezTo>
                    <a:pt x="755" y="1958"/>
                    <a:pt x="402" y="1605"/>
                    <a:pt x="402" y="1188"/>
                  </a:cubicBezTo>
                  <a:cubicBezTo>
                    <a:pt x="402" y="771"/>
                    <a:pt x="755" y="434"/>
                    <a:pt x="1172" y="434"/>
                  </a:cubicBezTo>
                  <a:close/>
                  <a:moveTo>
                    <a:pt x="1172" y="1"/>
                  </a:moveTo>
                  <a:cubicBezTo>
                    <a:pt x="530" y="1"/>
                    <a:pt x="1" y="530"/>
                    <a:pt x="1" y="1172"/>
                  </a:cubicBezTo>
                  <a:cubicBezTo>
                    <a:pt x="1" y="1813"/>
                    <a:pt x="530" y="2327"/>
                    <a:pt x="1172" y="2327"/>
                  </a:cubicBezTo>
                  <a:cubicBezTo>
                    <a:pt x="1814" y="2327"/>
                    <a:pt x="2327" y="1813"/>
                    <a:pt x="2327" y="1172"/>
                  </a:cubicBezTo>
                  <a:cubicBezTo>
                    <a:pt x="2327" y="530"/>
                    <a:pt x="1814" y="1"/>
                    <a:pt x="117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613450" y="4239825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55" y="401"/>
                  </a:moveTo>
                  <a:cubicBezTo>
                    <a:pt x="1588" y="401"/>
                    <a:pt x="1925" y="738"/>
                    <a:pt x="1925" y="1171"/>
                  </a:cubicBezTo>
                  <a:cubicBezTo>
                    <a:pt x="1925" y="1589"/>
                    <a:pt x="1588" y="1925"/>
                    <a:pt x="1155" y="1925"/>
                  </a:cubicBezTo>
                  <a:cubicBezTo>
                    <a:pt x="738" y="1925"/>
                    <a:pt x="401" y="1589"/>
                    <a:pt x="401" y="1171"/>
                  </a:cubicBezTo>
                  <a:cubicBezTo>
                    <a:pt x="401" y="738"/>
                    <a:pt x="738" y="401"/>
                    <a:pt x="1155" y="401"/>
                  </a:cubicBezTo>
                  <a:close/>
                  <a:moveTo>
                    <a:pt x="1155" y="0"/>
                  </a:moveTo>
                  <a:cubicBezTo>
                    <a:pt x="513" y="0"/>
                    <a:pt x="0" y="530"/>
                    <a:pt x="0" y="1171"/>
                  </a:cubicBezTo>
                  <a:cubicBezTo>
                    <a:pt x="0" y="1813"/>
                    <a:pt x="513" y="2327"/>
                    <a:pt x="1155" y="2327"/>
                  </a:cubicBezTo>
                  <a:cubicBezTo>
                    <a:pt x="1797" y="2327"/>
                    <a:pt x="2326" y="1813"/>
                    <a:pt x="2326" y="1171"/>
                  </a:cubicBezTo>
                  <a:cubicBezTo>
                    <a:pt x="2326" y="530"/>
                    <a:pt x="1797" y="0"/>
                    <a:pt x="115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160925" y="4605200"/>
              <a:ext cx="58175" cy="58200"/>
            </a:xfrm>
            <a:custGeom>
              <a:avLst/>
              <a:gdLst/>
              <a:ahLst/>
              <a:cxnLst/>
              <a:rect l="l" t="t" r="r" b="b"/>
              <a:pathLst>
                <a:path w="2327" h="2328" extrusionOk="0">
                  <a:moveTo>
                    <a:pt x="1155" y="434"/>
                  </a:moveTo>
                  <a:cubicBezTo>
                    <a:pt x="1589" y="434"/>
                    <a:pt x="1926" y="771"/>
                    <a:pt x="1926" y="1188"/>
                  </a:cubicBezTo>
                  <a:cubicBezTo>
                    <a:pt x="1926" y="1589"/>
                    <a:pt x="1589" y="1958"/>
                    <a:pt x="1155" y="1958"/>
                  </a:cubicBezTo>
                  <a:cubicBezTo>
                    <a:pt x="738" y="1958"/>
                    <a:pt x="401" y="1605"/>
                    <a:pt x="401" y="1188"/>
                  </a:cubicBezTo>
                  <a:cubicBezTo>
                    <a:pt x="401" y="771"/>
                    <a:pt x="738" y="434"/>
                    <a:pt x="1155" y="434"/>
                  </a:cubicBezTo>
                  <a:close/>
                  <a:moveTo>
                    <a:pt x="1155" y="1"/>
                  </a:moveTo>
                  <a:cubicBezTo>
                    <a:pt x="514" y="1"/>
                    <a:pt x="0" y="530"/>
                    <a:pt x="0" y="1172"/>
                  </a:cubicBezTo>
                  <a:cubicBezTo>
                    <a:pt x="0" y="1814"/>
                    <a:pt x="514" y="2327"/>
                    <a:pt x="1155" y="2327"/>
                  </a:cubicBezTo>
                  <a:cubicBezTo>
                    <a:pt x="1797" y="2327"/>
                    <a:pt x="2327" y="1814"/>
                    <a:pt x="2327" y="1172"/>
                  </a:cubicBezTo>
                  <a:cubicBezTo>
                    <a:pt x="2327" y="530"/>
                    <a:pt x="1797" y="1"/>
                    <a:pt x="115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2094750" y="4163600"/>
              <a:ext cx="158050" cy="294425"/>
            </a:xfrm>
            <a:custGeom>
              <a:avLst/>
              <a:gdLst/>
              <a:ahLst/>
              <a:cxnLst/>
              <a:rect l="l" t="t" r="r" b="b"/>
              <a:pathLst>
                <a:path w="6322" h="11777" extrusionOk="0">
                  <a:moveTo>
                    <a:pt x="4557" y="402"/>
                  </a:moveTo>
                  <a:cubicBezTo>
                    <a:pt x="5118" y="402"/>
                    <a:pt x="5631" y="450"/>
                    <a:pt x="5920" y="466"/>
                  </a:cubicBezTo>
                  <a:lnTo>
                    <a:pt x="5920" y="1894"/>
                  </a:lnTo>
                  <a:lnTo>
                    <a:pt x="5054" y="1894"/>
                  </a:lnTo>
                  <a:cubicBezTo>
                    <a:pt x="3995" y="1894"/>
                    <a:pt x="3851" y="2536"/>
                    <a:pt x="3851" y="3065"/>
                  </a:cubicBezTo>
                  <a:lnTo>
                    <a:pt x="3851" y="4349"/>
                  </a:lnTo>
                  <a:cubicBezTo>
                    <a:pt x="3851" y="4477"/>
                    <a:pt x="3931" y="4557"/>
                    <a:pt x="4043" y="4557"/>
                  </a:cubicBezTo>
                  <a:lnTo>
                    <a:pt x="5840" y="4557"/>
                  </a:lnTo>
                  <a:lnTo>
                    <a:pt x="5631" y="6178"/>
                  </a:lnTo>
                  <a:lnTo>
                    <a:pt x="4075" y="6178"/>
                  </a:lnTo>
                  <a:cubicBezTo>
                    <a:pt x="3947" y="6178"/>
                    <a:pt x="3867" y="6258"/>
                    <a:pt x="3867" y="6386"/>
                  </a:cubicBezTo>
                  <a:lnTo>
                    <a:pt x="3867" y="11376"/>
                  </a:lnTo>
                  <a:lnTo>
                    <a:pt x="2150" y="11376"/>
                  </a:lnTo>
                  <a:lnTo>
                    <a:pt x="2150" y="6386"/>
                  </a:lnTo>
                  <a:cubicBezTo>
                    <a:pt x="2150" y="6258"/>
                    <a:pt x="2070" y="6178"/>
                    <a:pt x="1941" y="6178"/>
                  </a:cubicBezTo>
                  <a:lnTo>
                    <a:pt x="401" y="6178"/>
                  </a:lnTo>
                  <a:lnTo>
                    <a:pt x="401" y="4557"/>
                  </a:lnTo>
                  <a:lnTo>
                    <a:pt x="1941" y="4557"/>
                  </a:lnTo>
                  <a:cubicBezTo>
                    <a:pt x="2070" y="4557"/>
                    <a:pt x="2150" y="4477"/>
                    <a:pt x="2150" y="4349"/>
                  </a:cubicBezTo>
                  <a:lnTo>
                    <a:pt x="2150" y="2873"/>
                  </a:lnTo>
                  <a:cubicBezTo>
                    <a:pt x="2150" y="1333"/>
                    <a:pt x="3048" y="402"/>
                    <a:pt x="4557" y="402"/>
                  </a:cubicBezTo>
                  <a:close/>
                  <a:moveTo>
                    <a:pt x="4557" y="1"/>
                  </a:moveTo>
                  <a:cubicBezTo>
                    <a:pt x="2824" y="1"/>
                    <a:pt x="1749" y="1108"/>
                    <a:pt x="1749" y="2873"/>
                  </a:cubicBezTo>
                  <a:lnTo>
                    <a:pt x="1749" y="4156"/>
                  </a:lnTo>
                  <a:lnTo>
                    <a:pt x="193" y="4156"/>
                  </a:lnTo>
                  <a:cubicBezTo>
                    <a:pt x="80" y="4156"/>
                    <a:pt x="0" y="4236"/>
                    <a:pt x="0" y="4349"/>
                  </a:cubicBezTo>
                  <a:lnTo>
                    <a:pt x="0" y="6386"/>
                  </a:lnTo>
                  <a:cubicBezTo>
                    <a:pt x="0" y="6499"/>
                    <a:pt x="80" y="6579"/>
                    <a:pt x="193" y="6579"/>
                  </a:cubicBezTo>
                  <a:lnTo>
                    <a:pt x="1749" y="6579"/>
                  </a:lnTo>
                  <a:lnTo>
                    <a:pt x="1749" y="11568"/>
                  </a:lnTo>
                  <a:cubicBezTo>
                    <a:pt x="1749" y="11697"/>
                    <a:pt x="1829" y="11777"/>
                    <a:pt x="1941" y="11777"/>
                  </a:cubicBezTo>
                  <a:lnTo>
                    <a:pt x="4027" y="11777"/>
                  </a:lnTo>
                  <a:cubicBezTo>
                    <a:pt x="4155" y="11777"/>
                    <a:pt x="4236" y="11697"/>
                    <a:pt x="4236" y="11568"/>
                  </a:cubicBezTo>
                  <a:lnTo>
                    <a:pt x="4236" y="6579"/>
                  </a:lnTo>
                  <a:lnTo>
                    <a:pt x="5776" y="6579"/>
                  </a:lnTo>
                  <a:cubicBezTo>
                    <a:pt x="5872" y="6579"/>
                    <a:pt x="5952" y="6499"/>
                    <a:pt x="5968" y="6402"/>
                  </a:cubicBezTo>
                  <a:lnTo>
                    <a:pt x="6241" y="4381"/>
                  </a:lnTo>
                  <a:cubicBezTo>
                    <a:pt x="6241" y="4317"/>
                    <a:pt x="6209" y="4252"/>
                    <a:pt x="6193" y="4220"/>
                  </a:cubicBezTo>
                  <a:cubicBezTo>
                    <a:pt x="6177" y="4172"/>
                    <a:pt x="6097" y="4156"/>
                    <a:pt x="6033" y="4156"/>
                  </a:cubicBezTo>
                  <a:lnTo>
                    <a:pt x="4236" y="4156"/>
                  </a:lnTo>
                  <a:lnTo>
                    <a:pt x="4236" y="3065"/>
                  </a:lnTo>
                  <a:cubicBezTo>
                    <a:pt x="4236" y="2552"/>
                    <a:pt x="4348" y="2295"/>
                    <a:pt x="5038" y="2295"/>
                  </a:cubicBezTo>
                  <a:lnTo>
                    <a:pt x="6097" y="2295"/>
                  </a:lnTo>
                  <a:cubicBezTo>
                    <a:pt x="6209" y="2295"/>
                    <a:pt x="6289" y="2215"/>
                    <a:pt x="6289" y="2087"/>
                  </a:cubicBezTo>
                  <a:lnTo>
                    <a:pt x="6289" y="290"/>
                  </a:lnTo>
                  <a:cubicBezTo>
                    <a:pt x="6321" y="161"/>
                    <a:pt x="6241" y="81"/>
                    <a:pt x="6129" y="81"/>
                  </a:cubicBezTo>
                  <a:cubicBezTo>
                    <a:pt x="5936" y="65"/>
                    <a:pt x="5278" y="1"/>
                    <a:pt x="455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114875" y="4691450"/>
              <a:ext cx="32925" cy="32100"/>
            </a:xfrm>
            <a:custGeom>
              <a:avLst/>
              <a:gdLst/>
              <a:ahLst/>
              <a:cxnLst/>
              <a:rect l="l" t="t" r="r" b="b"/>
              <a:pathLst>
                <a:path w="1317" h="1284" extrusionOk="0">
                  <a:moveTo>
                    <a:pt x="643" y="0"/>
                  </a:moveTo>
                  <a:cubicBezTo>
                    <a:pt x="290" y="0"/>
                    <a:pt x="1" y="289"/>
                    <a:pt x="1" y="642"/>
                  </a:cubicBezTo>
                  <a:cubicBezTo>
                    <a:pt x="1" y="1011"/>
                    <a:pt x="290" y="1284"/>
                    <a:pt x="643" y="1284"/>
                  </a:cubicBezTo>
                  <a:cubicBezTo>
                    <a:pt x="1012" y="1284"/>
                    <a:pt x="1284" y="1011"/>
                    <a:pt x="1284" y="642"/>
                  </a:cubicBezTo>
                  <a:cubicBezTo>
                    <a:pt x="1317" y="305"/>
                    <a:pt x="1012" y="0"/>
                    <a:pt x="643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976100" y="4715100"/>
              <a:ext cx="149650" cy="132800"/>
            </a:xfrm>
            <a:custGeom>
              <a:avLst/>
              <a:gdLst/>
              <a:ahLst/>
              <a:cxnLst/>
              <a:rect l="l" t="t" r="r" b="b"/>
              <a:pathLst>
                <a:path w="5986" h="5312" extrusionOk="0">
                  <a:moveTo>
                    <a:pt x="2985" y="1"/>
                  </a:moveTo>
                  <a:cubicBezTo>
                    <a:pt x="1349" y="1"/>
                    <a:pt x="1" y="1348"/>
                    <a:pt x="1" y="2985"/>
                  </a:cubicBezTo>
                  <a:cubicBezTo>
                    <a:pt x="1" y="3931"/>
                    <a:pt x="434" y="4782"/>
                    <a:pt x="1124" y="5311"/>
                  </a:cubicBezTo>
                  <a:lnTo>
                    <a:pt x="1862" y="5311"/>
                  </a:lnTo>
                  <a:cubicBezTo>
                    <a:pt x="996" y="4894"/>
                    <a:pt x="402" y="4012"/>
                    <a:pt x="402" y="2985"/>
                  </a:cubicBezTo>
                  <a:cubicBezTo>
                    <a:pt x="402" y="1573"/>
                    <a:pt x="1557" y="402"/>
                    <a:pt x="2985" y="402"/>
                  </a:cubicBezTo>
                  <a:cubicBezTo>
                    <a:pt x="4413" y="402"/>
                    <a:pt x="5584" y="1573"/>
                    <a:pt x="5584" y="2985"/>
                  </a:cubicBezTo>
                  <a:cubicBezTo>
                    <a:pt x="5584" y="4012"/>
                    <a:pt x="4974" y="4894"/>
                    <a:pt x="4108" y="5311"/>
                  </a:cubicBezTo>
                  <a:lnTo>
                    <a:pt x="4846" y="5311"/>
                  </a:lnTo>
                  <a:cubicBezTo>
                    <a:pt x="5536" y="4782"/>
                    <a:pt x="5985" y="3931"/>
                    <a:pt x="5985" y="2985"/>
                  </a:cubicBezTo>
                  <a:cubicBezTo>
                    <a:pt x="5985" y="1348"/>
                    <a:pt x="4638" y="1"/>
                    <a:pt x="298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903925" y="4648925"/>
              <a:ext cx="295225" cy="199775"/>
            </a:xfrm>
            <a:custGeom>
              <a:avLst/>
              <a:gdLst/>
              <a:ahLst/>
              <a:cxnLst/>
              <a:rect l="l" t="t" r="r" b="b"/>
              <a:pathLst>
                <a:path w="11809" h="7991" extrusionOk="0">
                  <a:moveTo>
                    <a:pt x="4252" y="1"/>
                  </a:moveTo>
                  <a:cubicBezTo>
                    <a:pt x="1909" y="1"/>
                    <a:pt x="0" y="1910"/>
                    <a:pt x="0" y="4252"/>
                  </a:cubicBezTo>
                  <a:lnTo>
                    <a:pt x="0" y="6995"/>
                  </a:lnTo>
                  <a:cubicBezTo>
                    <a:pt x="0" y="7348"/>
                    <a:pt x="48" y="7669"/>
                    <a:pt x="128" y="7990"/>
                  </a:cubicBezTo>
                  <a:lnTo>
                    <a:pt x="546" y="7990"/>
                  </a:lnTo>
                  <a:cubicBezTo>
                    <a:pt x="465" y="7669"/>
                    <a:pt x="417" y="7348"/>
                    <a:pt x="417" y="6995"/>
                  </a:cubicBezTo>
                  <a:lnTo>
                    <a:pt x="417" y="4252"/>
                  </a:lnTo>
                  <a:cubicBezTo>
                    <a:pt x="417" y="2134"/>
                    <a:pt x="2150" y="402"/>
                    <a:pt x="4268" y="402"/>
                  </a:cubicBezTo>
                  <a:lnTo>
                    <a:pt x="7541" y="402"/>
                  </a:lnTo>
                  <a:cubicBezTo>
                    <a:pt x="9674" y="402"/>
                    <a:pt x="11391" y="2134"/>
                    <a:pt x="11391" y="4252"/>
                  </a:cubicBezTo>
                  <a:lnTo>
                    <a:pt x="11391" y="6995"/>
                  </a:lnTo>
                  <a:cubicBezTo>
                    <a:pt x="11391" y="7348"/>
                    <a:pt x="11359" y="7669"/>
                    <a:pt x="11279" y="7990"/>
                  </a:cubicBezTo>
                  <a:lnTo>
                    <a:pt x="11696" y="7990"/>
                  </a:lnTo>
                  <a:cubicBezTo>
                    <a:pt x="11776" y="7669"/>
                    <a:pt x="11808" y="7348"/>
                    <a:pt x="11808" y="6995"/>
                  </a:cubicBezTo>
                  <a:lnTo>
                    <a:pt x="11808" y="4252"/>
                  </a:lnTo>
                  <a:lnTo>
                    <a:pt x="11760" y="4252"/>
                  </a:lnTo>
                  <a:cubicBezTo>
                    <a:pt x="11760" y="1910"/>
                    <a:pt x="9851" y="1"/>
                    <a:pt x="7508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368875" y="4407475"/>
              <a:ext cx="319675" cy="317675"/>
            </a:xfrm>
            <a:custGeom>
              <a:avLst/>
              <a:gdLst/>
              <a:ahLst/>
              <a:cxnLst/>
              <a:rect l="l" t="t" r="r" b="b"/>
              <a:pathLst>
                <a:path w="12787" h="12707" extrusionOk="0">
                  <a:moveTo>
                    <a:pt x="5054" y="498"/>
                  </a:moveTo>
                  <a:cubicBezTo>
                    <a:pt x="4621" y="883"/>
                    <a:pt x="4252" y="1412"/>
                    <a:pt x="3931" y="2102"/>
                  </a:cubicBezTo>
                  <a:cubicBezTo>
                    <a:pt x="3578" y="1942"/>
                    <a:pt x="3241" y="1733"/>
                    <a:pt x="2888" y="1492"/>
                  </a:cubicBezTo>
                  <a:lnTo>
                    <a:pt x="2952" y="1444"/>
                  </a:lnTo>
                  <a:cubicBezTo>
                    <a:pt x="3032" y="1380"/>
                    <a:pt x="3097" y="1332"/>
                    <a:pt x="3177" y="1300"/>
                  </a:cubicBezTo>
                  <a:lnTo>
                    <a:pt x="3353" y="1172"/>
                  </a:lnTo>
                  <a:cubicBezTo>
                    <a:pt x="3433" y="1139"/>
                    <a:pt x="3514" y="1075"/>
                    <a:pt x="3594" y="1027"/>
                  </a:cubicBezTo>
                  <a:cubicBezTo>
                    <a:pt x="3658" y="995"/>
                    <a:pt x="3722" y="979"/>
                    <a:pt x="3802" y="931"/>
                  </a:cubicBezTo>
                  <a:cubicBezTo>
                    <a:pt x="3835" y="915"/>
                    <a:pt x="3899" y="899"/>
                    <a:pt x="3931" y="883"/>
                  </a:cubicBezTo>
                  <a:cubicBezTo>
                    <a:pt x="4059" y="819"/>
                    <a:pt x="4155" y="770"/>
                    <a:pt x="4284" y="738"/>
                  </a:cubicBezTo>
                  <a:cubicBezTo>
                    <a:pt x="4316" y="706"/>
                    <a:pt x="4364" y="690"/>
                    <a:pt x="4412" y="674"/>
                  </a:cubicBezTo>
                  <a:cubicBezTo>
                    <a:pt x="4492" y="658"/>
                    <a:pt x="4557" y="610"/>
                    <a:pt x="4637" y="594"/>
                  </a:cubicBezTo>
                  <a:cubicBezTo>
                    <a:pt x="4733" y="546"/>
                    <a:pt x="4845" y="530"/>
                    <a:pt x="4942" y="514"/>
                  </a:cubicBezTo>
                  <a:cubicBezTo>
                    <a:pt x="4974" y="514"/>
                    <a:pt x="5022" y="498"/>
                    <a:pt x="5054" y="498"/>
                  </a:cubicBezTo>
                  <a:close/>
                  <a:moveTo>
                    <a:pt x="7781" y="498"/>
                  </a:moveTo>
                  <a:lnTo>
                    <a:pt x="7781" y="498"/>
                  </a:lnTo>
                  <a:cubicBezTo>
                    <a:pt x="7813" y="514"/>
                    <a:pt x="7845" y="514"/>
                    <a:pt x="7894" y="530"/>
                  </a:cubicBezTo>
                  <a:cubicBezTo>
                    <a:pt x="7990" y="562"/>
                    <a:pt x="8086" y="594"/>
                    <a:pt x="8182" y="610"/>
                  </a:cubicBezTo>
                  <a:cubicBezTo>
                    <a:pt x="8263" y="642"/>
                    <a:pt x="8327" y="658"/>
                    <a:pt x="8407" y="690"/>
                  </a:cubicBezTo>
                  <a:cubicBezTo>
                    <a:pt x="8455" y="722"/>
                    <a:pt x="8487" y="738"/>
                    <a:pt x="8551" y="738"/>
                  </a:cubicBezTo>
                  <a:cubicBezTo>
                    <a:pt x="8664" y="770"/>
                    <a:pt x="8792" y="835"/>
                    <a:pt x="8888" y="883"/>
                  </a:cubicBezTo>
                  <a:cubicBezTo>
                    <a:pt x="8936" y="899"/>
                    <a:pt x="8985" y="915"/>
                    <a:pt x="9033" y="931"/>
                  </a:cubicBezTo>
                  <a:cubicBezTo>
                    <a:pt x="9097" y="979"/>
                    <a:pt x="9177" y="995"/>
                    <a:pt x="9225" y="1043"/>
                  </a:cubicBezTo>
                  <a:cubicBezTo>
                    <a:pt x="9305" y="1075"/>
                    <a:pt x="9386" y="1123"/>
                    <a:pt x="9466" y="1172"/>
                  </a:cubicBezTo>
                  <a:lnTo>
                    <a:pt x="9658" y="1300"/>
                  </a:lnTo>
                  <a:cubicBezTo>
                    <a:pt x="9739" y="1332"/>
                    <a:pt x="9787" y="1396"/>
                    <a:pt x="9867" y="1444"/>
                  </a:cubicBezTo>
                  <a:cubicBezTo>
                    <a:pt x="9899" y="1460"/>
                    <a:pt x="9931" y="1476"/>
                    <a:pt x="9947" y="1492"/>
                  </a:cubicBezTo>
                  <a:cubicBezTo>
                    <a:pt x="9626" y="1733"/>
                    <a:pt x="9273" y="1942"/>
                    <a:pt x="8904" y="2102"/>
                  </a:cubicBezTo>
                  <a:cubicBezTo>
                    <a:pt x="8616" y="1412"/>
                    <a:pt x="8230" y="883"/>
                    <a:pt x="7781" y="498"/>
                  </a:cubicBezTo>
                  <a:close/>
                  <a:moveTo>
                    <a:pt x="6209" y="353"/>
                  </a:moveTo>
                  <a:lnTo>
                    <a:pt x="6209" y="2648"/>
                  </a:lnTo>
                  <a:cubicBezTo>
                    <a:pt x="5535" y="2615"/>
                    <a:pt x="4893" y="2487"/>
                    <a:pt x="4284" y="2263"/>
                  </a:cubicBezTo>
                  <a:cubicBezTo>
                    <a:pt x="4765" y="1172"/>
                    <a:pt x="5439" y="450"/>
                    <a:pt x="6209" y="353"/>
                  </a:cubicBezTo>
                  <a:close/>
                  <a:moveTo>
                    <a:pt x="6610" y="353"/>
                  </a:moveTo>
                  <a:cubicBezTo>
                    <a:pt x="7364" y="450"/>
                    <a:pt x="8022" y="1172"/>
                    <a:pt x="8519" y="2263"/>
                  </a:cubicBezTo>
                  <a:cubicBezTo>
                    <a:pt x="7926" y="2503"/>
                    <a:pt x="7284" y="2615"/>
                    <a:pt x="6594" y="2648"/>
                  </a:cubicBezTo>
                  <a:lnTo>
                    <a:pt x="6594" y="353"/>
                  </a:lnTo>
                  <a:close/>
                  <a:moveTo>
                    <a:pt x="8664" y="2615"/>
                  </a:moveTo>
                  <a:cubicBezTo>
                    <a:pt x="9033" y="3578"/>
                    <a:pt x="9273" y="4781"/>
                    <a:pt x="9289" y="6097"/>
                  </a:cubicBezTo>
                  <a:lnTo>
                    <a:pt x="6610" y="6097"/>
                  </a:lnTo>
                  <a:lnTo>
                    <a:pt x="6610" y="3049"/>
                  </a:lnTo>
                  <a:cubicBezTo>
                    <a:pt x="7332" y="3017"/>
                    <a:pt x="8022" y="2888"/>
                    <a:pt x="8664" y="2615"/>
                  </a:cubicBezTo>
                  <a:close/>
                  <a:moveTo>
                    <a:pt x="2551" y="1765"/>
                  </a:moveTo>
                  <a:cubicBezTo>
                    <a:pt x="2936" y="2038"/>
                    <a:pt x="3337" y="2295"/>
                    <a:pt x="3754" y="2487"/>
                  </a:cubicBezTo>
                  <a:cubicBezTo>
                    <a:pt x="3369" y="3482"/>
                    <a:pt x="3129" y="4749"/>
                    <a:pt x="3113" y="6113"/>
                  </a:cubicBezTo>
                  <a:lnTo>
                    <a:pt x="449" y="6113"/>
                  </a:lnTo>
                  <a:cubicBezTo>
                    <a:pt x="514" y="4364"/>
                    <a:pt x="1316" y="2808"/>
                    <a:pt x="2551" y="1765"/>
                  </a:cubicBezTo>
                  <a:close/>
                  <a:moveTo>
                    <a:pt x="4139" y="2648"/>
                  </a:moveTo>
                  <a:cubicBezTo>
                    <a:pt x="4797" y="2888"/>
                    <a:pt x="5487" y="3017"/>
                    <a:pt x="6209" y="3065"/>
                  </a:cubicBezTo>
                  <a:lnTo>
                    <a:pt x="6209" y="6113"/>
                  </a:lnTo>
                  <a:lnTo>
                    <a:pt x="3514" y="6113"/>
                  </a:lnTo>
                  <a:cubicBezTo>
                    <a:pt x="3530" y="4813"/>
                    <a:pt x="3754" y="3610"/>
                    <a:pt x="4139" y="2648"/>
                  </a:cubicBezTo>
                  <a:close/>
                  <a:moveTo>
                    <a:pt x="10252" y="1749"/>
                  </a:moveTo>
                  <a:cubicBezTo>
                    <a:pt x="11503" y="2824"/>
                    <a:pt x="12322" y="4364"/>
                    <a:pt x="12386" y="6113"/>
                  </a:cubicBezTo>
                  <a:lnTo>
                    <a:pt x="9690" y="6113"/>
                  </a:lnTo>
                  <a:cubicBezTo>
                    <a:pt x="9674" y="4749"/>
                    <a:pt x="9434" y="3482"/>
                    <a:pt x="9049" y="2487"/>
                  </a:cubicBezTo>
                  <a:cubicBezTo>
                    <a:pt x="9466" y="2279"/>
                    <a:pt x="9867" y="2038"/>
                    <a:pt x="10252" y="1749"/>
                  </a:cubicBezTo>
                  <a:close/>
                  <a:moveTo>
                    <a:pt x="9289" y="6514"/>
                  </a:moveTo>
                  <a:cubicBezTo>
                    <a:pt x="9273" y="7814"/>
                    <a:pt x="9049" y="9017"/>
                    <a:pt x="8664" y="9979"/>
                  </a:cubicBezTo>
                  <a:cubicBezTo>
                    <a:pt x="8006" y="9739"/>
                    <a:pt x="7332" y="9594"/>
                    <a:pt x="6610" y="9562"/>
                  </a:cubicBezTo>
                  <a:lnTo>
                    <a:pt x="6610" y="6514"/>
                  </a:lnTo>
                  <a:close/>
                  <a:moveTo>
                    <a:pt x="6209" y="6530"/>
                  </a:moveTo>
                  <a:lnTo>
                    <a:pt x="6209" y="9578"/>
                  </a:lnTo>
                  <a:cubicBezTo>
                    <a:pt x="5487" y="9594"/>
                    <a:pt x="4781" y="9739"/>
                    <a:pt x="4139" y="9995"/>
                  </a:cubicBezTo>
                  <a:cubicBezTo>
                    <a:pt x="3770" y="9033"/>
                    <a:pt x="3530" y="7830"/>
                    <a:pt x="3514" y="6530"/>
                  </a:cubicBezTo>
                  <a:close/>
                  <a:moveTo>
                    <a:pt x="3113" y="6530"/>
                  </a:moveTo>
                  <a:cubicBezTo>
                    <a:pt x="3129" y="7894"/>
                    <a:pt x="3369" y="9161"/>
                    <a:pt x="3754" y="10156"/>
                  </a:cubicBezTo>
                  <a:cubicBezTo>
                    <a:pt x="3337" y="10348"/>
                    <a:pt x="2936" y="10589"/>
                    <a:pt x="2551" y="10878"/>
                  </a:cubicBezTo>
                  <a:cubicBezTo>
                    <a:pt x="1300" y="9819"/>
                    <a:pt x="481" y="8279"/>
                    <a:pt x="417" y="6530"/>
                  </a:cubicBezTo>
                  <a:close/>
                  <a:moveTo>
                    <a:pt x="12386" y="6530"/>
                  </a:moveTo>
                  <a:cubicBezTo>
                    <a:pt x="12322" y="8263"/>
                    <a:pt x="11503" y="9819"/>
                    <a:pt x="10252" y="10878"/>
                  </a:cubicBezTo>
                  <a:cubicBezTo>
                    <a:pt x="9867" y="10605"/>
                    <a:pt x="9466" y="10348"/>
                    <a:pt x="9049" y="10156"/>
                  </a:cubicBezTo>
                  <a:cubicBezTo>
                    <a:pt x="9434" y="9161"/>
                    <a:pt x="9674" y="7894"/>
                    <a:pt x="9690" y="6530"/>
                  </a:cubicBezTo>
                  <a:close/>
                  <a:moveTo>
                    <a:pt x="8872" y="10509"/>
                  </a:moveTo>
                  <a:cubicBezTo>
                    <a:pt x="9225" y="10669"/>
                    <a:pt x="9578" y="10862"/>
                    <a:pt x="9915" y="11102"/>
                  </a:cubicBezTo>
                  <a:cubicBezTo>
                    <a:pt x="9915" y="11151"/>
                    <a:pt x="9867" y="11167"/>
                    <a:pt x="9851" y="11183"/>
                  </a:cubicBezTo>
                  <a:cubicBezTo>
                    <a:pt x="9771" y="11247"/>
                    <a:pt x="9706" y="11279"/>
                    <a:pt x="9626" y="11327"/>
                  </a:cubicBezTo>
                  <a:lnTo>
                    <a:pt x="9450" y="11439"/>
                  </a:lnTo>
                  <a:cubicBezTo>
                    <a:pt x="9370" y="11488"/>
                    <a:pt x="9289" y="11552"/>
                    <a:pt x="9209" y="11584"/>
                  </a:cubicBezTo>
                  <a:cubicBezTo>
                    <a:pt x="9145" y="11632"/>
                    <a:pt x="9097" y="11648"/>
                    <a:pt x="9017" y="11680"/>
                  </a:cubicBezTo>
                  <a:cubicBezTo>
                    <a:pt x="8968" y="11712"/>
                    <a:pt x="8904" y="11728"/>
                    <a:pt x="8872" y="11744"/>
                  </a:cubicBezTo>
                  <a:cubicBezTo>
                    <a:pt x="8744" y="11808"/>
                    <a:pt x="8632" y="11840"/>
                    <a:pt x="8519" y="11889"/>
                  </a:cubicBezTo>
                  <a:cubicBezTo>
                    <a:pt x="8487" y="11905"/>
                    <a:pt x="8439" y="11921"/>
                    <a:pt x="8391" y="11921"/>
                  </a:cubicBezTo>
                  <a:cubicBezTo>
                    <a:pt x="8311" y="11953"/>
                    <a:pt x="8247" y="11985"/>
                    <a:pt x="8166" y="12001"/>
                  </a:cubicBezTo>
                  <a:cubicBezTo>
                    <a:pt x="8070" y="12049"/>
                    <a:pt x="7974" y="12065"/>
                    <a:pt x="7861" y="12081"/>
                  </a:cubicBezTo>
                  <a:cubicBezTo>
                    <a:pt x="7829" y="12081"/>
                    <a:pt x="7781" y="12113"/>
                    <a:pt x="7749" y="12113"/>
                  </a:cubicBezTo>
                  <a:cubicBezTo>
                    <a:pt x="8182" y="11728"/>
                    <a:pt x="8551" y="11183"/>
                    <a:pt x="8872" y="10509"/>
                  </a:cubicBezTo>
                  <a:close/>
                  <a:moveTo>
                    <a:pt x="3899" y="10541"/>
                  </a:moveTo>
                  <a:cubicBezTo>
                    <a:pt x="4186" y="11228"/>
                    <a:pt x="4570" y="11757"/>
                    <a:pt x="5017" y="12141"/>
                  </a:cubicBezTo>
                  <a:lnTo>
                    <a:pt x="5017" y="12141"/>
                  </a:lnTo>
                  <a:cubicBezTo>
                    <a:pt x="4998" y="12127"/>
                    <a:pt x="4955" y="12113"/>
                    <a:pt x="4926" y="12113"/>
                  </a:cubicBezTo>
                  <a:cubicBezTo>
                    <a:pt x="4813" y="12081"/>
                    <a:pt x="4717" y="12049"/>
                    <a:pt x="4621" y="12033"/>
                  </a:cubicBezTo>
                  <a:cubicBezTo>
                    <a:pt x="4540" y="12001"/>
                    <a:pt x="4476" y="11985"/>
                    <a:pt x="4396" y="11953"/>
                  </a:cubicBezTo>
                  <a:cubicBezTo>
                    <a:pt x="4364" y="11921"/>
                    <a:pt x="4316" y="11905"/>
                    <a:pt x="4252" y="11889"/>
                  </a:cubicBezTo>
                  <a:cubicBezTo>
                    <a:pt x="4139" y="11840"/>
                    <a:pt x="4011" y="11792"/>
                    <a:pt x="3915" y="11744"/>
                  </a:cubicBezTo>
                  <a:cubicBezTo>
                    <a:pt x="3867" y="11728"/>
                    <a:pt x="3819" y="11712"/>
                    <a:pt x="3770" y="11680"/>
                  </a:cubicBezTo>
                  <a:cubicBezTo>
                    <a:pt x="3706" y="11648"/>
                    <a:pt x="3658" y="11632"/>
                    <a:pt x="3578" y="11584"/>
                  </a:cubicBezTo>
                  <a:cubicBezTo>
                    <a:pt x="3498" y="11552"/>
                    <a:pt x="3417" y="11504"/>
                    <a:pt x="3337" y="11439"/>
                  </a:cubicBezTo>
                  <a:cubicBezTo>
                    <a:pt x="3273" y="11407"/>
                    <a:pt x="3209" y="11359"/>
                    <a:pt x="3145" y="11343"/>
                  </a:cubicBezTo>
                  <a:cubicBezTo>
                    <a:pt x="3064" y="11311"/>
                    <a:pt x="3016" y="11247"/>
                    <a:pt x="2936" y="11199"/>
                  </a:cubicBezTo>
                  <a:cubicBezTo>
                    <a:pt x="2904" y="11183"/>
                    <a:pt x="2872" y="11167"/>
                    <a:pt x="2856" y="11151"/>
                  </a:cubicBezTo>
                  <a:cubicBezTo>
                    <a:pt x="3177" y="10910"/>
                    <a:pt x="3530" y="10701"/>
                    <a:pt x="3899" y="10541"/>
                  </a:cubicBezTo>
                  <a:close/>
                  <a:moveTo>
                    <a:pt x="6209" y="9979"/>
                  </a:moveTo>
                  <a:lnTo>
                    <a:pt x="6209" y="12274"/>
                  </a:lnTo>
                  <a:cubicBezTo>
                    <a:pt x="5439" y="12161"/>
                    <a:pt x="4781" y="11439"/>
                    <a:pt x="4284" y="10364"/>
                  </a:cubicBezTo>
                  <a:cubicBezTo>
                    <a:pt x="4877" y="10124"/>
                    <a:pt x="5519" y="9995"/>
                    <a:pt x="6209" y="9979"/>
                  </a:cubicBezTo>
                  <a:close/>
                  <a:moveTo>
                    <a:pt x="6610" y="9979"/>
                  </a:moveTo>
                  <a:cubicBezTo>
                    <a:pt x="7268" y="9995"/>
                    <a:pt x="7910" y="10140"/>
                    <a:pt x="8519" y="10364"/>
                  </a:cubicBezTo>
                  <a:cubicBezTo>
                    <a:pt x="8054" y="11439"/>
                    <a:pt x="7364" y="12161"/>
                    <a:pt x="6610" y="12274"/>
                  </a:cubicBezTo>
                  <a:lnTo>
                    <a:pt x="6610" y="9979"/>
                  </a:lnTo>
                  <a:close/>
                  <a:moveTo>
                    <a:pt x="6385" y="0"/>
                  </a:moveTo>
                  <a:cubicBezTo>
                    <a:pt x="6225" y="0"/>
                    <a:pt x="6065" y="0"/>
                    <a:pt x="5904" y="16"/>
                  </a:cubicBezTo>
                  <a:lnTo>
                    <a:pt x="5776" y="16"/>
                  </a:lnTo>
                  <a:lnTo>
                    <a:pt x="5359" y="81"/>
                  </a:lnTo>
                  <a:cubicBezTo>
                    <a:pt x="5295" y="81"/>
                    <a:pt x="5262" y="97"/>
                    <a:pt x="5198" y="97"/>
                  </a:cubicBezTo>
                  <a:lnTo>
                    <a:pt x="4893" y="161"/>
                  </a:lnTo>
                  <a:cubicBezTo>
                    <a:pt x="4813" y="177"/>
                    <a:pt x="4717" y="193"/>
                    <a:pt x="4637" y="209"/>
                  </a:cubicBezTo>
                  <a:cubicBezTo>
                    <a:pt x="4557" y="241"/>
                    <a:pt x="4476" y="257"/>
                    <a:pt x="4412" y="273"/>
                  </a:cubicBezTo>
                  <a:cubicBezTo>
                    <a:pt x="4332" y="289"/>
                    <a:pt x="4252" y="337"/>
                    <a:pt x="4171" y="353"/>
                  </a:cubicBezTo>
                  <a:cubicBezTo>
                    <a:pt x="4075" y="401"/>
                    <a:pt x="3979" y="434"/>
                    <a:pt x="3899" y="482"/>
                  </a:cubicBezTo>
                  <a:cubicBezTo>
                    <a:pt x="3819" y="514"/>
                    <a:pt x="3754" y="530"/>
                    <a:pt x="3674" y="578"/>
                  </a:cubicBezTo>
                  <a:cubicBezTo>
                    <a:pt x="3594" y="610"/>
                    <a:pt x="3498" y="658"/>
                    <a:pt x="3417" y="722"/>
                  </a:cubicBezTo>
                  <a:cubicBezTo>
                    <a:pt x="3337" y="754"/>
                    <a:pt x="3273" y="803"/>
                    <a:pt x="3193" y="835"/>
                  </a:cubicBezTo>
                  <a:cubicBezTo>
                    <a:pt x="3113" y="899"/>
                    <a:pt x="3016" y="931"/>
                    <a:pt x="2936" y="995"/>
                  </a:cubicBezTo>
                  <a:cubicBezTo>
                    <a:pt x="2872" y="1043"/>
                    <a:pt x="2840" y="1059"/>
                    <a:pt x="2776" y="1091"/>
                  </a:cubicBezTo>
                  <a:cubicBezTo>
                    <a:pt x="2679" y="1172"/>
                    <a:pt x="2567" y="1236"/>
                    <a:pt x="2471" y="1316"/>
                  </a:cubicBezTo>
                  <a:cubicBezTo>
                    <a:pt x="2455" y="1332"/>
                    <a:pt x="2407" y="1364"/>
                    <a:pt x="2391" y="1380"/>
                  </a:cubicBezTo>
                  <a:lnTo>
                    <a:pt x="2391" y="1396"/>
                  </a:lnTo>
                  <a:cubicBezTo>
                    <a:pt x="947" y="2567"/>
                    <a:pt x="0" y="4364"/>
                    <a:pt x="0" y="6354"/>
                  </a:cubicBezTo>
                  <a:cubicBezTo>
                    <a:pt x="0" y="8359"/>
                    <a:pt x="931" y="10140"/>
                    <a:pt x="2391" y="11311"/>
                  </a:cubicBezTo>
                  <a:lnTo>
                    <a:pt x="2391" y="11327"/>
                  </a:lnTo>
                  <a:cubicBezTo>
                    <a:pt x="2407" y="11343"/>
                    <a:pt x="2455" y="11359"/>
                    <a:pt x="2471" y="11391"/>
                  </a:cubicBezTo>
                  <a:cubicBezTo>
                    <a:pt x="2567" y="11471"/>
                    <a:pt x="2679" y="11552"/>
                    <a:pt x="2776" y="11600"/>
                  </a:cubicBezTo>
                  <a:cubicBezTo>
                    <a:pt x="2840" y="11648"/>
                    <a:pt x="2872" y="11664"/>
                    <a:pt x="2936" y="11712"/>
                  </a:cubicBezTo>
                  <a:cubicBezTo>
                    <a:pt x="3016" y="11760"/>
                    <a:pt x="3097" y="11808"/>
                    <a:pt x="3193" y="11873"/>
                  </a:cubicBezTo>
                  <a:cubicBezTo>
                    <a:pt x="3273" y="11905"/>
                    <a:pt x="3337" y="11953"/>
                    <a:pt x="3417" y="11985"/>
                  </a:cubicBezTo>
                  <a:cubicBezTo>
                    <a:pt x="3498" y="12033"/>
                    <a:pt x="3594" y="12081"/>
                    <a:pt x="3674" y="12129"/>
                  </a:cubicBezTo>
                  <a:cubicBezTo>
                    <a:pt x="3738" y="12161"/>
                    <a:pt x="3819" y="12193"/>
                    <a:pt x="3899" y="12225"/>
                  </a:cubicBezTo>
                  <a:cubicBezTo>
                    <a:pt x="3995" y="12274"/>
                    <a:pt x="4075" y="12306"/>
                    <a:pt x="4171" y="12354"/>
                  </a:cubicBezTo>
                  <a:cubicBezTo>
                    <a:pt x="4252" y="12370"/>
                    <a:pt x="4332" y="12402"/>
                    <a:pt x="4412" y="12434"/>
                  </a:cubicBezTo>
                  <a:cubicBezTo>
                    <a:pt x="4492" y="12450"/>
                    <a:pt x="4557" y="12466"/>
                    <a:pt x="4637" y="12482"/>
                  </a:cubicBezTo>
                  <a:cubicBezTo>
                    <a:pt x="4717" y="12514"/>
                    <a:pt x="4813" y="12530"/>
                    <a:pt x="4893" y="12546"/>
                  </a:cubicBezTo>
                  <a:lnTo>
                    <a:pt x="5198" y="12611"/>
                  </a:lnTo>
                  <a:cubicBezTo>
                    <a:pt x="5262" y="12611"/>
                    <a:pt x="5295" y="12627"/>
                    <a:pt x="5359" y="12627"/>
                  </a:cubicBezTo>
                  <a:lnTo>
                    <a:pt x="5776" y="12691"/>
                  </a:lnTo>
                  <a:lnTo>
                    <a:pt x="5904" y="12691"/>
                  </a:lnTo>
                  <a:cubicBezTo>
                    <a:pt x="6065" y="12707"/>
                    <a:pt x="6225" y="12707"/>
                    <a:pt x="6385" y="12707"/>
                  </a:cubicBezTo>
                  <a:cubicBezTo>
                    <a:pt x="6546" y="12707"/>
                    <a:pt x="6706" y="12707"/>
                    <a:pt x="6867" y="12691"/>
                  </a:cubicBezTo>
                  <a:lnTo>
                    <a:pt x="6979" y="12691"/>
                  </a:lnTo>
                  <a:lnTo>
                    <a:pt x="7412" y="12627"/>
                  </a:lnTo>
                  <a:cubicBezTo>
                    <a:pt x="7460" y="12627"/>
                    <a:pt x="7509" y="12611"/>
                    <a:pt x="7573" y="12611"/>
                  </a:cubicBezTo>
                  <a:lnTo>
                    <a:pt x="7861" y="12546"/>
                  </a:lnTo>
                  <a:cubicBezTo>
                    <a:pt x="7974" y="12530"/>
                    <a:pt x="8054" y="12514"/>
                    <a:pt x="8134" y="12466"/>
                  </a:cubicBezTo>
                  <a:cubicBezTo>
                    <a:pt x="8214" y="12450"/>
                    <a:pt x="8263" y="12434"/>
                    <a:pt x="8343" y="12402"/>
                  </a:cubicBezTo>
                  <a:cubicBezTo>
                    <a:pt x="8423" y="12386"/>
                    <a:pt x="8535" y="12354"/>
                    <a:pt x="8616" y="12322"/>
                  </a:cubicBezTo>
                  <a:cubicBezTo>
                    <a:pt x="8712" y="12290"/>
                    <a:pt x="8792" y="12242"/>
                    <a:pt x="8888" y="12225"/>
                  </a:cubicBezTo>
                  <a:cubicBezTo>
                    <a:pt x="8968" y="12193"/>
                    <a:pt x="9033" y="12161"/>
                    <a:pt x="9113" y="12129"/>
                  </a:cubicBezTo>
                  <a:cubicBezTo>
                    <a:pt x="9193" y="12081"/>
                    <a:pt x="9289" y="12049"/>
                    <a:pt x="9370" y="12001"/>
                  </a:cubicBezTo>
                  <a:cubicBezTo>
                    <a:pt x="9450" y="11969"/>
                    <a:pt x="9514" y="11921"/>
                    <a:pt x="9594" y="11889"/>
                  </a:cubicBezTo>
                  <a:cubicBezTo>
                    <a:pt x="9674" y="11840"/>
                    <a:pt x="9755" y="11792"/>
                    <a:pt x="9851" y="11728"/>
                  </a:cubicBezTo>
                  <a:cubicBezTo>
                    <a:pt x="9915" y="11680"/>
                    <a:pt x="9947" y="11664"/>
                    <a:pt x="10011" y="11632"/>
                  </a:cubicBezTo>
                  <a:cubicBezTo>
                    <a:pt x="10108" y="11552"/>
                    <a:pt x="10220" y="11488"/>
                    <a:pt x="10316" y="11407"/>
                  </a:cubicBezTo>
                  <a:cubicBezTo>
                    <a:pt x="10332" y="11391"/>
                    <a:pt x="10380" y="11359"/>
                    <a:pt x="10396" y="11343"/>
                  </a:cubicBezTo>
                  <a:lnTo>
                    <a:pt x="10396" y="11327"/>
                  </a:lnTo>
                  <a:cubicBezTo>
                    <a:pt x="11840" y="10156"/>
                    <a:pt x="12787" y="8359"/>
                    <a:pt x="12787" y="6370"/>
                  </a:cubicBezTo>
                  <a:cubicBezTo>
                    <a:pt x="12787" y="4300"/>
                    <a:pt x="11840" y="2519"/>
                    <a:pt x="10396" y="1364"/>
                  </a:cubicBezTo>
                  <a:cubicBezTo>
                    <a:pt x="10348" y="1332"/>
                    <a:pt x="10332" y="1316"/>
                    <a:pt x="10316" y="1300"/>
                  </a:cubicBezTo>
                  <a:cubicBezTo>
                    <a:pt x="10220" y="1220"/>
                    <a:pt x="10108" y="1156"/>
                    <a:pt x="10011" y="1075"/>
                  </a:cubicBezTo>
                  <a:cubicBezTo>
                    <a:pt x="9947" y="1043"/>
                    <a:pt x="9915" y="995"/>
                    <a:pt x="9851" y="979"/>
                  </a:cubicBezTo>
                  <a:cubicBezTo>
                    <a:pt x="9771" y="915"/>
                    <a:pt x="9690" y="883"/>
                    <a:pt x="9594" y="819"/>
                  </a:cubicBezTo>
                  <a:cubicBezTo>
                    <a:pt x="9514" y="770"/>
                    <a:pt x="9450" y="738"/>
                    <a:pt x="9370" y="690"/>
                  </a:cubicBezTo>
                  <a:cubicBezTo>
                    <a:pt x="9289" y="658"/>
                    <a:pt x="9193" y="610"/>
                    <a:pt x="9113" y="578"/>
                  </a:cubicBezTo>
                  <a:cubicBezTo>
                    <a:pt x="9033" y="530"/>
                    <a:pt x="8968" y="514"/>
                    <a:pt x="8888" y="482"/>
                  </a:cubicBezTo>
                  <a:cubicBezTo>
                    <a:pt x="8808" y="434"/>
                    <a:pt x="8712" y="401"/>
                    <a:pt x="8616" y="369"/>
                  </a:cubicBezTo>
                  <a:cubicBezTo>
                    <a:pt x="8535" y="337"/>
                    <a:pt x="8455" y="321"/>
                    <a:pt x="8343" y="289"/>
                  </a:cubicBezTo>
                  <a:cubicBezTo>
                    <a:pt x="8263" y="273"/>
                    <a:pt x="8214" y="257"/>
                    <a:pt x="8134" y="241"/>
                  </a:cubicBezTo>
                  <a:cubicBezTo>
                    <a:pt x="8054" y="209"/>
                    <a:pt x="7942" y="193"/>
                    <a:pt x="7861" y="161"/>
                  </a:cubicBezTo>
                  <a:lnTo>
                    <a:pt x="7573" y="97"/>
                  </a:lnTo>
                  <a:cubicBezTo>
                    <a:pt x="7509" y="97"/>
                    <a:pt x="7460" y="81"/>
                    <a:pt x="7412" y="81"/>
                  </a:cubicBezTo>
                  <a:lnTo>
                    <a:pt x="6979" y="16"/>
                  </a:lnTo>
                  <a:lnTo>
                    <a:pt x="6867" y="16"/>
                  </a:lnTo>
                  <a:cubicBezTo>
                    <a:pt x="6706" y="0"/>
                    <a:pt x="6546" y="0"/>
                    <a:pt x="638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2544350" y="909600"/>
              <a:ext cx="337350" cy="206175"/>
            </a:xfrm>
            <a:custGeom>
              <a:avLst/>
              <a:gdLst/>
              <a:ahLst/>
              <a:cxnLst/>
              <a:rect l="l" t="t" r="r" b="b"/>
              <a:pathLst>
                <a:path w="13494" h="8247" extrusionOk="0">
                  <a:moveTo>
                    <a:pt x="7798" y="450"/>
                  </a:moveTo>
                  <a:cubicBezTo>
                    <a:pt x="9531" y="450"/>
                    <a:pt x="10959" y="1846"/>
                    <a:pt x="10959" y="3594"/>
                  </a:cubicBezTo>
                  <a:cubicBezTo>
                    <a:pt x="10959" y="3707"/>
                    <a:pt x="11039" y="3803"/>
                    <a:pt x="11151" y="3803"/>
                  </a:cubicBezTo>
                  <a:cubicBezTo>
                    <a:pt x="12258" y="3835"/>
                    <a:pt x="13092" y="4733"/>
                    <a:pt x="13092" y="5840"/>
                  </a:cubicBezTo>
                  <a:cubicBezTo>
                    <a:pt x="13092" y="6963"/>
                    <a:pt x="12178" y="7894"/>
                    <a:pt x="11055" y="7894"/>
                  </a:cubicBezTo>
                  <a:lnTo>
                    <a:pt x="2456" y="7894"/>
                  </a:lnTo>
                  <a:cubicBezTo>
                    <a:pt x="1332" y="7894"/>
                    <a:pt x="402" y="6963"/>
                    <a:pt x="402" y="5840"/>
                  </a:cubicBezTo>
                  <a:cubicBezTo>
                    <a:pt x="402" y="4798"/>
                    <a:pt x="1172" y="3947"/>
                    <a:pt x="2167" y="3803"/>
                  </a:cubicBezTo>
                  <a:cubicBezTo>
                    <a:pt x="2263" y="3787"/>
                    <a:pt x="2343" y="3707"/>
                    <a:pt x="2343" y="3594"/>
                  </a:cubicBezTo>
                  <a:lnTo>
                    <a:pt x="2343" y="3578"/>
                  </a:lnTo>
                  <a:cubicBezTo>
                    <a:pt x="2343" y="2744"/>
                    <a:pt x="3033" y="2054"/>
                    <a:pt x="3867" y="2054"/>
                  </a:cubicBezTo>
                  <a:cubicBezTo>
                    <a:pt x="4156" y="2054"/>
                    <a:pt x="4429" y="2134"/>
                    <a:pt x="4702" y="2295"/>
                  </a:cubicBezTo>
                  <a:cubicBezTo>
                    <a:pt x="4720" y="2314"/>
                    <a:pt x="4750" y="2321"/>
                    <a:pt x="4785" y="2321"/>
                  </a:cubicBezTo>
                  <a:cubicBezTo>
                    <a:pt x="4809" y="2321"/>
                    <a:pt x="4835" y="2317"/>
                    <a:pt x="4862" y="2311"/>
                  </a:cubicBezTo>
                  <a:cubicBezTo>
                    <a:pt x="4910" y="2295"/>
                    <a:pt x="4958" y="2263"/>
                    <a:pt x="4974" y="2215"/>
                  </a:cubicBezTo>
                  <a:cubicBezTo>
                    <a:pt x="5504" y="1140"/>
                    <a:pt x="6579" y="450"/>
                    <a:pt x="7798" y="450"/>
                  </a:cubicBezTo>
                  <a:close/>
                  <a:moveTo>
                    <a:pt x="7830" y="1"/>
                  </a:moveTo>
                  <a:cubicBezTo>
                    <a:pt x="6515" y="1"/>
                    <a:pt x="5359" y="690"/>
                    <a:pt x="4734" y="1813"/>
                  </a:cubicBezTo>
                  <a:cubicBezTo>
                    <a:pt x="4477" y="1685"/>
                    <a:pt x="4188" y="1605"/>
                    <a:pt x="3899" y="1605"/>
                  </a:cubicBezTo>
                  <a:cubicBezTo>
                    <a:pt x="2873" y="1605"/>
                    <a:pt x="2054" y="2391"/>
                    <a:pt x="1974" y="3402"/>
                  </a:cubicBezTo>
                  <a:cubicBezTo>
                    <a:pt x="851" y="3642"/>
                    <a:pt x="17" y="4621"/>
                    <a:pt x="17" y="5776"/>
                  </a:cubicBezTo>
                  <a:cubicBezTo>
                    <a:pt x="1" y="7172"/>
                    <a:pt x="1108" y="8247"/>
                    <a:pt x="2456" y="8247"/>
                  </a:cubicBezTo>
                  <a:lnTo>
                    <a:pt x="11055" y="8247"/>
                  </a:lnTo>
                  <a:cubicBezTo>
                    <a:pt x="12402" y="8247"/>
                    <a:pt x="13493" y="7156"/>
                    <a:pt x="13493" y="5808"/>
                  </a:cubicBezTo>
                  <a:cubicBezTo>
                    <a:pt x="13493" y="4557"/>
                    <a:pt x="12579" y="3514"/>
                    <a:pt x="11360" y="3370"/>
                  </a:cubicBezTo>
                  <a:cubicBezTo>
                    <a:pt x="11247" y="1509"/>
                    <a:pt x="9707" y="1"/>
                    <a:pt x="7830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3624875" y="858675"/>
              <a:ext cx="304850" cy="208975"/>
            </a:xfrm>
            <a:custGeom>
              <a:avLst/>
              <a:gdLst/>
              <a:ahLst/>
              <a:cxnLst/>
              <a:rect l="l" t="t" r="r" b="b"/>
              <a:pathLst>
                <a:path w="12194" h="8359" extrusionOk="0">
                  <a:moveTo>
                    <a:pt x="4589" y="0"/>
                  </a:moveTo>
                  <a:cubicBezTo>
                    <a:pt x="3531" y="1267"/>
                    <a:pt x="1958" y="2070"/>
                    <a:pt x="193" y="2070"/>
                  </a:cubicBezTo>
                  <a:cubicBezTo>
                    <a:pt x="81" y="2070"/>
                    <a:pt x="1" y="2150"/>
                    <a:pt x="1" y="2262"/>
                  </a:cubicBezTo>
                  <a:cubicBezTo>
                    <a:pt x="1" y="2390"/>
                    <a:pt x="81" y="2471"/>
                    <a:pt x="193" y="2471"/>
                  </a:cubicBezTo>
                  <a:cubicBezTo>
                    <a:pt x="3322" y="2471"/>
                    <a:pt x="5889" y="5022"/>
                    <a:pt x="5889" y="8166"/>
                  </a:cubicBezTo>
                  <a:cubicBezTo>
                    <a:pt x="5889" y="8278"/>
                    <a:pt x="5969" y="8359"/>
                    <a:pt x="6097" y="8359"/>
                  </a:cubicBezTo>
                  <a:cubicBezTo>
                    <a:pt x="6210" y="8359"/>
                    <a:pt x="6290" y="8278"/>
                    <a:pt x="6290" y="8166"/>
                  </a:cubicBezTo>
                  <a:cubicBezTo>
                    <a:pt x="6290" y="5038"/>
                    <a:pt x="8841" y="2471"/>
                    <a:pt x="11985" y="2471"/>
                  </a:cubicBezTo>
                  <a:cubicBezTo>
                    <a:pt x="12114" y="2471"/>
                    <a:pt x="12194" y="2390"/>
                    <a:pt x="12194" y="2262"/>
                  </a:cubicBezTo>
                  <a:cubicBezTo>
                    <a:pt x="12194" y="2150"/>
                    <a:pt x="12114" y="2070"/>
                    <a:pt x="11985" y="2070"/>
                  </a:cubicBezTo>
                  <a:cubicBezTo>
                    <a:pt x="10221" y="2070"/>
                    <a:pt x="8664" y="1267"/>
                    <a:pt x="7622" y="0"/>
                  </a:cubicBezTo>
                  <a:lnTo>
                    <a:pt x="7124" y="0"/>
                  </a:lnTo>
                  <a:cubicBezTo>
                    <a:pt x="7942" y="1107"/>
                    <a:pt x="9098" y="1909"/>
                    <a:pt x="10445" y="2262"/>
                  </a:cubicBezTo>
                  <a:cubicBezTo>
                    <a:pt x="8344" y="2824"/>
                    <a:pt x="6659" y="4492"/>
                    <a:pt x="6114" y="6594"/>
                  </a:cubicBezTo>
                  <a:cubicBezTo>
                    <a:pt x="5552" y="4492"/>
                    <a:pt x="3883" y="2808"/>
                    <a:pt x="1782" y="2262"/>
                  </a:cubicBezTo>
                  <a:cubicBezTo>
                    <a:pt x="3113" y="1909"/>
                    <a:pt x="4269" y="1107"/>
                    <a:pt x="508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3547475" y="1123775"/>
              <a:ext cx="108325" cy="108325"/>
            </a:xfrm>
            <a:custGeom>
              <a:avLst/>
              <a:gdLst/>
              <a:ahLst/>
              <a:cxnLst/>
              <a:rect l="l" t="t" r="r" b="b"/>
              <a:pathLst>
                <a:path w="4333" h="4333" extrusionOk="0">
                  <a:moveTo>
                    <a:pt x="2166" y="1108"/>
                  </a:moveTo>
                  <a:cubicBezTo>
                    <a:pt x="2391" y="1573"/>
                    <a:pt x="2760" y="1958"/>
                    <a:pt x="3209" y="2151"/>
                  </a:cubicBezTo>
                  <a:cubicBezTo>
                    <a:pt x="2760" y="2375"/>
                    <a:pt x="2375" y="2728"/>
                    <a:pt x="2166" y="3193"/>
                  </a:cubicBezTo>
                  <a:cubicBezTo>
                    <a:pt x="1958" y="2728"/>
                    <a:pt x="1589" y="2343"/>
                    <a:pt x="1124" y="2151"/>
                  </a:cubicBezTo>
                  <a:cubicBezTo>
                    <a:pt x="1589" y="1958"/>
                    <a:pt x="1958" y="1573"/>
                    <a:pt x="2166" y="1108"/>
                  </a:cubicBezTo>
                  <a:close/>
                  <a:moveTo>
                    <a:pt x="2166" y="1"/>
                  </a:moveTo>
                  <a:cubicBezTo>
                    <a:pt x="2054" y="1"/>
                    <a:pt x="1974" y="81"/>
                    <a:pt x="1974" y="209"/>
                  </a:cubicBezTo>
                  <a:cubicBezTo>
                    <a:pt x="1974" y="1172"/>
                    <a:pt x="1188" y="1974"/>
                    <a:pt x="209" y="1974"/>
                  </a:cubicBezTo>
                  <a:cubicBezTo>
                    <a:pt x="81" y="1974"/>
                    <a:pt x="1" y="2054"/>
                    <a:pt x="1" y="2167"/>
                  </a:cubicBezTo>
                  <a:cubicBezTo>
                    <a:pt x="1" y="2295"/>
                    <a:pt x="113" y="2375"/>
                    <a:pt x="209" y="2375"/>
                  </a:cubicBezTo>
                  <a:cubicBezTo>
                    <a:pt x="1172" y="2375"/>
                    <a:pt x="1974" y="3161"/>
                    <a:pt x="1974" y="4140"/>
                  </a:cubicBezTo>
                  <a:cubicBezTo>
                    <a:pt x="1974" y="4252"/>
                    <a:pt x="2054" y="4332"/>
                    <a:pt x="2166" y="4332"/>
                  </a:cubicBezTo>
                  <a:cubicBezTo>
                    <a:pt x="2295" y="4332"/>
                    <a:pt x="2375" y="4252"/>
                    <a:pt x="2375" y="4140"/>
                  </a:cubicBezTo>
                  <a:cubicBezTo>
                    <a:pt x="2375" y="3177"/>
                    <a:pt x="3161" y="2375"/>
                    <a:pt x="4140" y="2375"/>
                  </a:cubicBezTo>
                  <a:cubicBezTo>
                    <a:pt x="4252" y="2375"/>
                    <a:pt x="4332" y="2295"/>
                    <a:pt x="4332" y="2167"/>
                  </a:cubicBezTo>
                  <a:cubicBezTo>
                    <a:pt x="4332" y="2054"/>
                    <a:pt x="4252" y="1974"/>
                    <a:pt x="4140" y="1974"/>
                  </a:cubicBezTo>
                  <a:cubicBezTo>
                    <a:pt x="3177" y="1974"/>
                    <a:pt x="2375" y="1188"/>
                    <a:pt x="2375" y="209"/>
                  </a:cubicBezTo>
                  <a:cubicBezTo>
                    <a:pt x="2375" y="81"/>
                    <a:pt x="2295" y="1"/>
                    <a:pt x="216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3001200" y="1074850"/>
              <a:ext cx="108325" cy="108325"/>
            </a:xfrm>
            <a:custGeom>
              <a:avLst/>
              <a:gdLst/>
              <a:ahLst/>
              <a:cxnLst/>
              <a:rect l="l" t="t" r="r" b="b"/>
              <a:pathLst>
                <a:path w="4333" h="4333" extrusionOk="0">
                  <a:moveTo>
                    <a:pt x="2166" y="1123"/>
                  </a:moveTo>
                  <a:cubicBezTo>
                    <a:pt x="2391" y="1589"/>
                    <a:pt x="2744" y="1958"/>
                    <a:pt x="3209" y="2166"/>
                  </a:cubicBezTo>
                  <a:cubicBezTo>
                    <a:pt x="2744" y="2391"/>
                    <a:pt x="2359" y="2744"/>
                    <a:pt x="2166" y="3209"/>
                  </a:cubicBezTo>
                  <a:cubicBezTo>
                    <a:pt x="1942" y="2744"/>
                    <a:pt x="1589" y="2359"/>
                    <a:pt x="1123" y="2166"/>
                  </a:cubicBezTo>
                  <a:cubicBezTo>
                    <a:pt x="1589" y="1942"/>
                    <a:pt x="1942" y="1589"/>
                    <a:pt x="2166" y="1123"/>
                  </a:cubicBezTo>
                  <a:close/>
                  <a:moveTo>
                    <a:pt x="2166" y="0"/>
                  </a:moveTo>
                  <a:cubicBezTo>
                    <a:pt x="2038" y="0"/>
                    <a:pt x="1958" y="81"/>
                    <a:pt x="1958" y="193"/>
                  </a:cubicBezTo>
                  <a:cubicBezTo>
                    <a:pt x="1958" y="1156"/>
                    <a:pt x="1188" y="1958"/>
                    <a:pt x="193" y="1958"/>
                  </a:cubicBezTo>
                  <a:cubicBezTo>
                    <a:pt x="81" y="1958"/>
                    <a:pt x="0" y="2038"/>
                    <a:pt x="0" y="2166"/>
                  </a:cubicBezTo>
                  <a:cubicBezTo>
                    <a:pt x="0" y="2279"/>
                    <a:pt x="97" y="2359"/>
                    <a:pt x="193" y="2359"/>
                  </a:cubicBezTo>
                  <a:cubicBezTo>
                    <a:pt x="1156" y="2359"/>
                    <a:pt x="1958" y="3145"/>
                    <a:pt x="1958" y="4124"/>
                  </a:cubicBezTo>
                  <a:cubicBezTo>
                    <a:pt x="1958" y="4252"/>
                    <a:pt x="2038" y="4332"/>
                    <a:pt x="2166" y="4332"/>
                  </a:cubicBezTo>
                  <a:cubicBezTo>
                    <a:pt x="2279" y="4332"/>
                    <a:pt x="2359" y="4252"/>
                    <a:pt x="2359" y="4124"/>
                  </a:cubicBezTo>
                  <a:cubicBezTo>
                    <a:pt x="2359" y="3161"/>
                    <a:pt x="3145" y="2359"/>
                    <a:pt x="4124" y="2359"/>
                  </a:cubicBezTo>
                  <a:cubicBezTo>
                    <a:pt x="4252" y="2359"/>
                    <a:pt x="4332" y="2279"/>
                    <a:pt x="4332" y="2166"/>
                  </a:cubicBezTo>
                  <a:cubicBezTo>
                    <a:pt x="4332" y="2038"/>
                    <a:pt x="4252" y="1958"/>
                    <a:pt x="4124" y="1958"/>
                  </a:cubicBezTo>
                  <a:cubicBezTo>
                    <a:pt x="3161" y="1958"/>
                    <a:pt x="2359" y="1188"/>
                    <a:pt x="2359" y="193"/>
                  </a:cubicBezTo>
                  <a:cubicBezTo>
                    <a:pt x="2359" y="81"/>
                    <a:pt x="2279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3997900" y="1179525"/>
              <a:ext cx="104300" cy="104725"/>
            </a:xfrm>
            <a:custGeom>
              <a:avLst/>
              <a:gdLst/>
              <a:ahLst/>
              <a:cxnLst/>
              <a:rect l="l" t="t" r="r" b="b"/>
              <a:pathLst>
                <a:path w="4172" h="4189" extrusionOk="0">
                  <a:moveTo>
                    <a:pt x="2086" y="402"/>
                  </a:moveTo>
                  <a:cubicBezTo>
                    <a:pt x="3033" y="402"/>
                    <a:pt x="3771" y="1172"/>
                    <a:pt x="3771" y="2086"/>
                  </a:cubicBezTo>
                  <a:cubicBezTo>
                    <a:pt x="3771" y="3017"/>
                    <a:pt x="3000" y="3771"/>
                    <a:pt x="2086" y="3771"/>
                  </a:cubicBezTo>
                  <a:cubicBezTo>
                    <a:pt x="1155" y="3771"/>
                    <a:pt x="401" y="3017"/>
                    <a:pt x="401" y="2086"/>
                  </a:cubicBezTo>
                  <a:cubicBezTo>
                    <a:pt x="401" y="1172"/>
                    <a:pt x="1139" y="402"/>
                    <a:pt x="2086" y="402"/>
                  </a:cubicBezTo>
                  <a:close/>
                  <a:moveTo>
                    <a:pt x="2086" y="1"/>
                  </a:moveTo>
                  <a:cubicBezTo>
                    <a:pt x="931" y="1"/>
                    <a:pt x="0" y="947"/>
                    <a:pt x="0" y="2086"/>
                  </a:cubicBezTo>
                  <a:cubicBezTo>
                    <a:pt x="0" y="3225"/>
                    <a:pt x="915" y="4188"/>
                    <a:pt x="2086" y="4188"/>
                  </a:cubicBezTo>
                  <a:cubicBezTo>
                    <a:pt x="3241" y="4188"/>
                    <a:pt x="4172" y="3258"/>
                    <a:pt x="4172" y="2102"/>
                  </a:cubicBezTo>
                  <a:cubicBezTo>
                    <a:pt x="4172" y="963"/>
                    <a:pt x="3225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3943750" y="1300250"/>
              <a:ext cx="212600" cy="111525"/>
            </a:xfrm>
            <a:custGeom>
              <a:avLst/>
              <a:gdLst/>
              <a:ahLst/>
              <a:cxnLst/>
              <a:rect l="l" t="t" r="r" b="b"/>
              <a:pathLst>
                <a:path w="8504" h="4461" extrusionOk="0">
                  <a:moveTo>
                    <a:pt x="4252" y="402"/>
                  </a:moveTo>
                  <a:cubicBezTo>
                    <a:pt x="6322" y="402"/>
                    <a:pt x="7974" y="2038"/>
                    <a:pt x="8086" y="4060"/>
                  </a:cubicBezTo>
                  <a:lnTo>
                    <a:pt x="402" y="4060"/>
                  </a:lnTo>
                  <a:cubicBezTo>
                    <a:pt x="498" y="2038"/>
                    <a:pt x="2182" y="402"/>
                    <a:pt x="4252" y="402"/>
                  </a:cubicBezTo>
                  <a:close/>
                  <a:moveTo>
                    <a:pt x="4252" y="1"/>
                  </a:moveTo>
                  <a:cubicBezTo>
                    <a:pt x="1894" y="1"/>
                    <a:pt x="1" y="1910"/>
                    <a:pt x="1" y="4252"/>
                  </a:cubicBezTo>
                  <a:cubicBezTo>
                    <a:pt x="1" y="4381"/>
                    <a:pt x="81" y="4461"/>
                    <a:pt x="193" y="4461"/>
                  </a:cubicBezTo>
                  <a:lnTo>
                    <a:pt x="8295" y="4461"/>
                  </a:lnTo>
                  <a:cubicBezTo>
                    <a:pt x="8423" y="4461"/>
                    <a:pt x="8504" y="4381"/>
                    <a:pt x="8504" y="4252"/>
                  </a:cubicBezTo>
                  <a:cubicBezTo>
                    <a:pt x="8504" y="1910"/>
                    <a:pt x="6594" y="1"/>
                    <a:pt x="425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3795350" y="1467900"/>
              <a:ext cx="104300" cy="104325"/>
            </a:xfrm>
            <a:custGeom>
              <a:avLst/>
              <a:gdLst/>
              <a:ahLst/>
              <a:cxnLst/>
              <a:rect l="l" t="t" r="r" b="b"/>
              <a:pathLst>
                <a:path w="4172" h="4173" extrusionOk="0">
                  <a:moveTo>
                    <a:pt x="2086" y="402"/>
                  </a:moveTo>
                  <a:cubicBezTo>
                    <a:pt x="3033" y="402"/>
                    <a:pt x="3771" y="1156"/>
                    <a:pt x="3771" y="2087"/>
                  </a:cubicBezTo>
                  <a:cubicBezTo>
                    <a:pt x="3771" y="3001"/>
                    <a:pt x="3001" y="3771"/>
                    <a:pt x="2086" y="3771"/>
                  </a:cubicBezTo>
                  <a:cubicBezTo>
                    <a:pt x="1156" y="3771"/>
                    <a:pt x="402" y="3001"/>
                    <a:pt x="402" y="2087"/>
                  </a:cubicBezTo>
                  <a:cubicBezTo>
                    <a:pt x="402" y="1156"/>
                    <a:pt x="1140" y="402"/>
                    <a:pt x="2086" y="402"/>
                  </a:cubicBezTo>
                  <a:close/>
                  <a:moveTo>
                    <a:pt x="2086" y="1"/>
                  </a:moveTo>
                  <a:cubicBezTo>
                    <a:pt x="915" y="1"/>
                    <a:pt x="0" y="948"/>
                    <a:pt x="0" y="2087"/>
                  </a:cubicBezTo>
                  <a:cubicBezTo>
                    <a:pt x="0" y="3242"/>
                    <a:pt x="915" y="4172"/>
                    <a:pt x="2086" y="4172"/>
                  </a:cubicBezTo>
                  <a:cubicBezTo>
                    <a:pt x="3241" y="4172"/>
                    <a:pt x="4172" y="3226"/>
                    <a:pt x="4172" y="2087"/>
                  </a:cubicBezTo>
                  <a:cubicBezTo>
                    <a:pt x="4172" y="915"/>
                    <a:pt x="3225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3741200" y="1588250"/>
              <a:ext cx="212600" cy="111125"/>
            </a:xfrm>
            <a:custGeom>
              <a:avLst/>
              <a:gdLst/>
              <a:ahLst/>
              <a:cxnLst/>
              <a:rect l="l" t="t" r="r" b="b"/>
              <a:pathLst>
                <a:path w="8504" h="4445" extrusionOk="0">
                  <a:moveTo>
                    <a:pt x="4252" y="401"/>
                  </a:moveTo>
                  <a:cubicBezTo>
                    <a:pt x="6322" y="401"/>
                    <a:pt x="7974" y="2022"/>
                    <a:pt x="8103" y="4043"/>
                  </a:cubicBezTo>
                  <a:lnTo>
                    <a:pt x="402" y="4043"/>
                  </a:lnTo>
                  <a:cubicBezTo>
                    <a:pt x="498" y="2022"/>
                    <a:pt x="2182" y="401"/>
                    <a:pt x="4252" y="401"/>
                  </a:cubicBezTo>
                  <a:close/>
                  <a:moveTo>
                    <a:pt x="4252" y="0"/>
                  </a:moveTo>
                  <a:cubicBezTo>
                    <a:pt x="1910" y="0"/>
                    <a:pt x="1" y="1909"/>
                    <a:pt x="1" y="4252"/>
                  </a:cubicBezTo>
                  <a:cubicBezTo>
                    <a:pt x="1" y="4364"/>
                    <a:pt x="81" y="4444"/>
                    <a:pt x="193" y="4444"/>
                  </a:cubicBezTo>
                  <a:lnTo>
                    <a:pt x="8295" y="4444"/>
                  </a:lnTo>
                  <a:cubicBezTo>
                    <a:pt x="8407" y="4444"/>
                    <a:pt x="8504" y="4364"/>
                    <a:pt x="8504" y="4252"/>
                  </a:cubicBezTo>
                  <a:cubicBezTo>
                    <a:pt x="8504" y="1909"/>
                    <a:pt x="6594" y="0"/>
                    <a:pt x="425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200050" y="1467900"/>
              <a:ext cx="104300" cy="104325"/>
            </a:xfrm>
            <a:custGeom>
              <a:avLst/>
              <a:gdLst/>
              <a:ahLst/>
              <a:cxnLst/>
              <a:rect l="l" t="t" r="r" b="b"/>
              <a:pathLst>
                <a:path w="4172" h="4173" extrusionOk="0">
                  <a:moveTo>
                    <a:pt x="2086" y="402"/>
                  </a:moveTo>
                  <a:cubicBezTo>
                    <a:pt x="3016" y="402"/>
                    <a:pt x="3770" y="1156"/>
                    <a:pt x="3770" y="2087"/>
                  </a:cubicBezTo>
                  <a:cubicBezTo>
                    <a:pt x="3770" y="3001"/>
                    <a:pt x="3000" y="3771"/>
                    <a:pt x="2086" y="3771"/>
                  </a:cubicBezTo>
                  <a:cubicBezTo>
                    <a:pt x="1155" y="3771"/>
                    <a:pt x="401" y="3001"/>
                    <a:pt x="401" y="2087"/>
                  </a:cubicBezTo>
                  <a:cubicBezTo>
                    <a:pt x="401" y="1156"/>
                    <a:pt x="1155" y="402"/>
                    <a:pt x="2086" y="402"/>
                  </a:cubicBezTo>
                  <a:close/>
                  <a:moveTo>
                    <a:pt x="2086" y="1"/>
                  </a:moveTo>
                  <a:cubicBezTo>
                    <a:pt x="915" y="1"/>
                    <a:pt x="0" y="948"/>
                    <a:pt x="0" y="2087"/>
                  </a:cubicBezTo>
                  <a:cubicBezTo>
                    <a:pt x="0" y="3242"/>
                    <a:pt x="931" y="4172"/>
                    <a:pt x="2086" y="4172"/>
                  </a:cubicBezTo>
                  <a:cubicBezTo>
                    <a:pt x="3241" y="4172"/>
                    <a:pt x="4172" y="3226"/>
                    <a:pt x="4172" y="2087"/>
                  </a:cubicBezTo>
                  <a:cubicBezTo>
                    <a:pt x="4172" y="915"/>
                    <a:pt x="3225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4145900" y="1588650"/>
              <a:ext cx="212600" cy="111525"/>
            </a:xfrm>
            <a:custGeom>
              <a:avLst/>
              <a:gdLst/>
              <a:ahLst/>
              <a:cxnLst/>
              <a:rect l="l" t="t" r="r" b="b"/>
              <a:pathLst>
                <a:path w="8504" h="4461" extrusionOk="0">
                  <a:moveTo>
                    <a:pt x="4268" y="385"/>
                  </a:moveTo>
                  <a:cubicBezTo>
                    <a:pt x="6338" y="385"/>
                    <a:pt x="7990" y="2006"/>
                    <a:pt x="8118" y="4027"/>
                  </a:cubicBezTo>
                  <a:lnTo>
                    <a:pt x="418" y="4027"/>
                  </a:lnTo>
                  <a:cubicBezTo>
                    <a:pt x="514" y="2006"/>
                    <a:pt x="2198" y="385"/>
                    <a:pt x="4268" y="385"/>
                  </a:cubicBezTo>
                  <a:close/>
                  <a:moveTo>
                    <a:pt x="4252" y="0"/>
                  </a:moveTo>
                  <a:cubicBezTo>
                    <a:pt x="1894" y="0"/>
                    <a:pt x="0" y="1909"/>
                    <a:pt x="0" y="4252"/>
                  </a:cubicBezTo>
                  <a:cubicBezTo>
                    <a:pt x="0" y="4364"/>
                    <a:pt x="81" y="4460"/>
                    <a:pt x="193" y="4460"/>
                  </a:cubicBezTo>
                  <a:lnTo>
                    <a:pt x="8295" y="4460"/>
                  </a:lnTo>
                  <a:cubicBezTo>
                    <a:pt x="8423" y="4460"/>
                    <a:pt x="8503" y="4364"/>
                    <a:pt x="8503" y="4252"/>
                  </a:cubicBezTo>
                  <a:cubicBezTo>
                    <a:pt x="8503" y="1909"/>
                    <a:pt x="6594" y="0"/>
                    <a:pt x="425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3982250" y="1460300"/>
              <a:ext cx="137600" cy="160050"/>
            </a:xfrm>
            <a:custGeom>
              <a:avLst/>
              <a:gdLst/>
              <a:ahLst/>
              <a:cxnLst/>
              <a:rect l="l" t="t" r="r" b="b"/>
              <a:pathLst>
                <a:path w="5504" h="6402" extrusionOk="0">
                  <a:moveTo>
                    <a:pt x="2744" y="0"/>
                  </a:moveTo>
                  <a:cubicBezTo>
                    <a:pt x="2632" y="0"/>
                    <a:pt x="2552" y="80"/>
                    <a:pt x="2552" y="209"/>
                  </a:cubicBezTo>
                  <a:lnTo>
                    <a:pt x="2552" y="3594"/>
                  </a:lnTo>
                  <a:lnTo>
                    <a:pt x="81" y="6065"/>
                  </a:lnTo>
                  <a:cubicBezTo>
                    <a:pt x="1" y="6145"/>
                    <a:pt x="1" y="6257"/>
                    <a:pt x="81" y="6337"/>
                  </a:cubicBezTo>
                  <a:cubicBezTo>
                    <a:pt x="121" y="6377"/>
                    <a:pt x="173" y="6397"/>
                    <a:pt x="225" y="6397"/>
                  </a:cubicBezTo>
                  <a:cubicBezTo>
                    <a:pt x="277" y="6397"/>
                    <a:pt x="330" y="6377"/>
                    <a:pt x="370" y="6337"/>
                  </a:cubicBezTo>
                  <a:lnTo>
                    <a:pt x="2744" y="3947"/>
                  </a:lnTo>
                  <a:lnTo>
                    <a:pt x="5135" y="6337"/>
                  </a:lnTo>
                  <a:cubicBezTo>
                    <a:pt x="5183" y="6385"/>
                    <a:pt x="5231" y="6402"/>
                    <a:pt x="5279" y="6402"/>
                  </a:cubicBezTo>
                  <a:cubicBezTo>
                    <a:pt x="5311" y="6402"/>
                    <a:pt x="5375" y="6385"/>
                    <a:pt x="5423" y="6337"/>
                  </a:cubicBezTo>
                  <a:cubicBezTo>
                    <a:pt x="5504" y="6257"/>
                    <a:pt x="5504" y="6145"/>
                    <a:pt x="5423" y="6065"/>
                  </a:cubicBezTo>
                  <a:lnTo>
                    <a:pt x="2953" y="3594"/>
                  </a:lnTo>
                  <a:lnTo>
                    <a:pt x="2953" y="209"/>
                  </a:lnTo>
                  <a:cubicBezTo>
                    <a:pt x="2953" y="80"/>
                    <a:pt x="2872" y="0"/>
                    <a:pt x="274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3025675" y="1600675"/>
              <a:ext cx="108300" cy="108325"/>
            </a:xfrm>
            <a:custGeom>
              <a:avLst/>
              <a:gdLst/>
              <a:ahLst/>
              <a:cxnLst/>
              <a:rect l="l" t="t" r="r" b="b"/>
              <a:pathLst>
                <a:path w="4332" h="4333" extrusionOk="0">
                  <a:moveTo>
                    <a:pt x="2166" y="1139"/>
                  </a:moveTo>
                  <a:cubicBezTo>
                    <a:pt x="2391" y="1605"/>
                    <a:pt x="2743" y="1990"/>
                    <a:pt x="3209" y="2182"/>
                  </a:cubicBezTo>
                  <a:cubicBezTo>
                    <a:pt x="2759" y="2391"/>
                    <a:pt x="2391" y="2776"/>
                    <a:pt x="2166" y="3225"/>
                  </a:cubicBezTo>
                  <a:cubicBezTo>
                    <a:pt x="1941" y="2760"/>
                    <a:pt x="1588" y="2391"/>
                    <a:pt x="1123" y="2182"/>
                  </a:cubicBezTo>
                  <a:cubicBezTo>
                    <a:pt x="1588" y="1974"/>
                    <a:pt x="1957" y="1605"/>
                    <a:pt x="2166" y="1139"/>
                  </a:cubicBezTo>
                  <a:close/>
                  <a:moveTo>
                    <a:pt x="2166" y="0"/>
                  </a:moveTo>
                  <a:cubicBezTo>
                    <a:pt x="2054" y="0"/>
                    <a:pt x="1973" y="81"/>
                    <a:pt x="1973" y="209"/>
                  </a:cubicBezTo>
                  <a:cubicBezTo>
                    <a:pt x="1973" y="1172"/>
                    <a:pt x="1187" y="1974"/>
                    <a:pt x="209" y="1974"/>
                  </a:cubicBezTo>
                  <a:cubicBezTo>
                    <a:pt x="80" y="1974"/>
                    <a:pt x="0" y="2054"/>
                    <a:pt x="0" y="2166"/>
                  </a:cubicBezTo>
                  <a:cubicBezTo>
                    <a:pt x="0" y="2295"/>
                    <a:pt x="80" y="2375"/>
                    <a:pt x="209" y="2375"/>
                  </a:cubicBezTo>
                  <a:cubicBezTo>
                    <a:pt x="1171" y="2375"/>
                    <a:pt x="1973" y="3145"/>
                    <a:pt x="1973" y="4140"/>
                  </a:cubicBezTo>
                  <a:cubicBezTo>
                    <a:pt x="1973" y="4252"/>
                    <a:pt x="2054" y="4332"/>
                    <a:pt x="2166" y="4332"/>
                  </a:cubicBezTo>
                  <a:cubicBezTo>
                    <a:pt x="2294" y="4332"/>
                    <a:pt x="2374" y="4252"/>
                    <a:pt x="2374" y="4140"/>
                  </a:cubicBezTo>
                  <a:cubicBezTo>
                    <a:pt x="2358" y="3177"/>
                    <a:pt x="3161" y="2375"/>
                    <a:pt x="4139" y="2375"/>
                  </a:cubicBezTo>
                  <a:cubicBezTo>
                    <a:pt x="4252" y="2375"/>
                    <a:pt x="4332" y="2295"/>
                    <a:pt x="4332" y="2166"/>
                  </a:cubicBezTo>
                  <a:cubicBezTo>
                    <a:pt x="4332" y="2054"/>
                    <a:pt x="4252" y="1974"/>
                    <a:pt x="4139" y="1974"/>
                  </a:cubicBezTo>
                  <a:cubicBezTo>
                    <a:pt x="3177" y="1974"/>
                    <a:pt x="2374" y="1188"/>
                    <a:pt x="2374" y="209"/>
                  </a:cubicBezTo>
                  <a:cubicBezTo>
                    <a:pt x="2374" y="81"/>
                    <a:pt x="2294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3398675" y="1319900"/>
              <a:ext cx="58175" cy="58200"/>
            </a:xfrm>
            <a:custGeom>
              <a:avLst/>
              <a:gdLst/>
              <a:ahLst/>
              <a:cxnLst/>
              <a:rect l="l" t="t" r="r" b="b"/>
              <a:pathLst>
                <a:path w="2327" h="2328" extrusionOk="0">
                  <a:moveTo>
                    <a:pt x="1172" y="386"/>
                  </a:moveTo>
                  <a:cubicBezTo>
                    <a:pt x="1589" y="386"/>
                    <a:pt x="1926" y="723"/>
                    <a:pt x="1926" y="1140"/>
                  </a:cubicBezTo>
                  <a:cubicBezTo>
                    <a:pt x="1926" y="1573"/>
                    <a:pt x="1589" y="1910"/>
                    <a:pt x="1172" y="1910"/>
                  </a:cubicBezTo>
                  <a:cubicBezTo>
                    <a:pt x="738" y="1910"/>
                    <a:pt x="402" y="1573"/>
                    <a:pt x="402" y="1140"/>
                  </a:cubicBezTo>
                  <a:cubicBezTo>
                    <a:pt x="402" y="723"/>
                    <a:pt x="738" y="386"/>
                    <a:pt x="1172" y="386"/>
                  </a:cubicBezTo>
                  <a:close/>
                  <a:moveTo>
                    <a:pt x="1172" y="1"/>
                  </a:moveTo>
                  <a:cubicBezTo>
                    <a:pt x="530" y="1"/>
                    <a:pt x="0" y="530"/>
                    <a:pt x="0" y="1172"/>
                  </a:cubicBezTo>
                  <a:cubicBezTo>
                    <a:pt x="0" y="1814"/>
                    <a:pt x="530" y="2327"/>
                    <a:pt x="1172" y="2327"/>
                  </a:cubicBezTo>
                  <a:cubicBezTo>
                    <a:pt x="1813" y="2327"/>
                    <a:pt x="2327" y="1814"/>
                    <a:pt x="2327" y="1172"/>
                  </a:cubicBezTo>
                  <a:cubicBezTo>
                    <a:pt x="2327" y="530"/>
                    <a:pt x="1813" y="1"/>
                    <a:pt x="117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3919675" y="1058400"/>
              <a:ext cx="58200" cy="58175"/>
            </a:xfrm>
            <a:custGeom>
              <a:avLst/>
              <a:gdLst/>
              <a:ahLst/>
              <a:cxnLst/>
              <a:rect l="l" t="t" r="r" b="b"/>
              <a:pathLst>
                <a:path w="2328" h="2327" extrusionOk="0">
                  <a:moveTo>
                    <a:pt x="1156" y="402"/>
                  </a:moveTo>
                  <a:cubicBezTo>
                    <a:pt x="1589" y="402"/>
                    <a:pt x="1926" y="739"/>
                    <a:pt x="1926" y="1156"/>
                  </a:cubicBezTo>
                  <a:cubicBezTo>
                    <a:pt x="1926" y="1573"/>
                    <a:pt x="1589" y="1910"/>
                    <a:pt x="1156" y="1910"/>
                  </a:cubicBezTo>
                  <a:cubicBezTo>
                    <a:pt x="739" y="1910"/>
                    <a:pt x="402" y="1573"/>
                    <a:pt x="402" y="1156"/>
                  </a:cubicBezTo>
                  <a:cubicBezTo>
                    <a:pt x="402" y="739"/>
                    <a:pt x="739" y="402"/>
                    <a:pt x="1156" y="402"/>
                  </a:cubicBezTo>
                  <a:close/>
                  <a:moveTo>
                    <a:pt x="1156" y="1"/>
                  </a:moveTo>
                  <a:cubicBezTo>
                    <a:pt x="514" y="1"/>
                    <a:pt x="1" y="514"/>
                    <a:pt x="1" y="1156"/>
                  </a:cubicBezTo>
                  <a:cubicBezTo>
                    <a:pt x="1" y="1798"/>
                    <a:pt x="514" y="2327"/>
                    <a:pt x="1156" y="2327"/>
                  </a:cubicBezTo>
                  <a:cubicBezTo>
                    <a:pt x="1798" y="2327"/>
                    <a:pt x="2327" y="1798"/>
                    <a:pt x="2327" y="1156"/>
                  </a:cubicBezTo>
                  <a:cubicBezTo>
                    <a:pt x="2327" y="514"/>
                    <a:pt x="1798" y="1"/>
                    <a:pt x="115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466775" y="1423800"/>
              <a:ext cx="57775" cy="58175"/>
            </a:xfrm>
            <a:custGeom>
              <a:avLst/>
              <a:gdLst/>
              <a:ahLst/>
              <a:cxnLst/>
              <a:rect l="l" t="t" r="r" b="b"/>
              <a:pathLst>
                <a:path w="2311" h="2327" extrusionOk="0">
                  <a:moveTo>
                    <a:pt x="1155" y="401"/>
                  </a:moveTo>
                  <a:cubicBezTo>
                    <a:pt x="1572" y="401"/>
                    <a:pt x="1925" y="738"/>
                    <a:pt x="1925" y="1155"/>
                  </a:cubicBezTo>
                  <a:cubicBezTo>
                    <a:pt x="1925" y="1589"/>
                    <a:pt x="1572" y="1925"/>
                    <a:pt x="1155" y="1925"/>
                  </a:cubicBezTo>
                  <a:cubicBezTo>
                    <a:pt x="738" y="1925"/>
                    <a:pt x="401" y="1589"/>
                    <a:pt x="401" y="1155"/>
                  </a:cubicBezTo>
                  <a:cubicBezTo>
                    <a:pt x="401" y="738"/>
                    <a:pt x="738" y="401"/>
                    <a:pt x="1155" y="401"/>
                  </a:cubicBezTo>
                  <a:close/>
                  <a:moveTo>
                    <a:pt x="1155" y="0"/>
                  </a:moveTo>
                  <a:cubicBezTo>
                    <a:pt x="514" y="0"/>
                    <a:pt x="0" y="514"/>
                    <a:pt x="0" y="1155"/>
                  </a:cubicBezTo>
                  <a:cubicBezTo>
                    <a:pt x="0" y="1797"/>
                    <a:pt x="514" y="2327"/>
                    <a:pt x="1155" y="2327"/>
                  </a:cubicBezTo>
                  <a:cubicBezTo>
                    <a:pt x="1797" y="2327"/>
                    <a:pt x="2310" y="1797"/>
                    <a:pt x="2310" y="1155"/>
                  </a:cubicBezTo>
                  <a:cubicBezTo>
                    <a:pt x="2310" y="514"/>
                    <a:pt x="1797" y="0"/>
                    <a:pt x="115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4400575" y="982200"/>
              <a:ext cx="157675" cy="294025"/>
            </a:xfrm>
            <a:custGeom>
              <a:avLst/>
              <a:gdLst/>
              <a:ahLst/>
              <a:cxnLst/>
              <a:rect l="l" t="t" r="r" b="b"/>
              <a:pathLst>
                <a:path w="6307" h="11761" extrusionOk="0">
                  <a:moveTo>
                    <a:pt x="4541" y="401"/>
                  </a:moveTo>
                  <a:cubicBezTo>
                    <a:pt x="5103" y="401"/>
                    <a:pt x="5632" y="434"/>
                    <a:pt x="5905" y="450"/>
                  </a:cubicBezTo>
                  <a:lnTo>
                    <a:pt x="5905" y="1877"/>
                  </a:lnTo>
                  <a:lnTo>
                    <a:pt x="5055" y="1877"/>
                  </a:lnTo>
                  <a:cubicBezTo>
                    <a:pt x="3980" y="1877"/>
                    <a:pt x="3851" y="2519"/>
                    <a:pt x="3851" y="3065"/>
                  </a:cubicBezTo>
                  <a:lnTo>
                    <a:pt x="3851" y="4348"/>
                  </a:lnTo>
                  <a:cubicBezTo>
                    <a:pt x="3851" y="4460"/>
                    <a:pt x="3932" y="4541"/>
                    <a:pt x="4044" y="4541"/>
                  </a:cubicBezTo>
                  <a:lnTo>
                    <a:pt x="5825" y="4541"/>
                  </a:lnTo>
                  <a:lnTo>
                    <a:pt x="5632" y="6177"/>
                  </a:lnTo>
                  <a:lnTo>
                    <a:pt x="4060" y="6177"/>
                  </a:lnTo>
                  <a:cubicBezTo>
                    <a:pt x="3948" y="6177"/>
                    <a:pt x="3867" y="6257"/>
                    <a:pt x="3867" y="6370"/>
                  </a:cubicBezTo>
                  <a:lnTo>
                    <a:pt x="3867" y="11359"/>
                  </a:lnTo>
                  <a:lnTo>
                    <a:pt x="2167" y="11359"/>
                  </a:lnTo>
                  <a:lnTo>
                    <a:pt x="2167" y="6370"/>
                  </a:lnTo>
                  <a:cubicBezTo>
                    <a:pt x="2167" y="6257"/>
                    <a:pt x="2087" y="6177"/>
                    <a:pt x="1958" y="6177"/>
                  </a:cubicBezTo>
                  <a:lnTo>
                    <a:pt x="402" y="6177"/>
                  </a:lnTo>
                  <a:lnTo>
                    <a:pt x="402" y="4541"/>
                  </a:lnTo>
                  <a:lnTo>
                    <a:pt x="1942" y="4541"/>
                  </a:lnTo>
                  <a:cubicBezTo>
                    <a:pt x="2055" y="4541"/>
                    <a:pt x="2135" y="4460"/>
                    <a:pt x="2135" y="4348"/>
                  </a:cubicBezTo>
                  <a:lnTo>
                    <a:pt x="2135" y="2856"/>
                  </a:lnTo>
                  <a:cubicBezTo>
                    <a:pt x="2135" y="1316"/>
                    <a:pt x="3049" y="401"/>
                    <a:pt x="4541" y="401"/>
                  </a:cubicBezTo>
                  <a:close/>
                  <a:moveTo>
                    <a:pt x="4541" y="0"/>
                  </a:moveTo>
                  <a:cubicBezTo>
                    <a:pt x="2825" y="0"/>
                    <a:pt x="1734" y="1091"/>
                    <a:pt x="1734" y="2856"/>
                  </a:cubicBezTo>
                  <a:lnTo>
                    <a:pt x="1734" y="4140"/>
                  </a:lnTo>
                  <a:lnTo>
                    <a:pt x="194" y="4140"/>
                  </a:lnTo>
                  <a:cubicBezTo>
                    <a:pt x="65" y="4140"/>
                    <a:pt x="1" y="4220"/>
                    <a:pt x="1" y="4348"/>
                  </a:cubicBezTo>
                  <a:lnTo>
                    <a:pt x="1" y="6370"/>
                  </a:lnTo>
                  <a:cubicBezTo>
                    <a:pt x="1" y="6498"/>
                    <a:pt x="65" y="6578"/>
                    <a:pt x="194" y="6578"/>
                  </a:cubicBezTo>
                  <a:lnTo>
                    <a:pt x="1734" y="6578"/>
                  </a:lnTo>
                  <a:lnTo>
                    <a:pt x="1734" y="11568"/>
                  </a:lnTo>
                  <a:lnTo>
                    <a:pt x="1766" y="11568"/>
                  </a:lnTo>
                  <a:cubicBezTo>
                    <a:pt x="1766" y="11680"/>
                    <a:pt x="1846" y="11760"/>
                    <a:pt x="1958" y="11760"/>
                  </a:cubicBezTo>
                  <a:lnTo>
                    <a:pt x="4044" y="11760"/>
                  </a:lnTo>
                  <a:cubicBezTo>
                    <a:pt x="4172" y="11760"/>
                    <a:pt x="4253" y="11680"/>
                    <a:pt x="4253" y="11568"/>
                  </a:cubicBezTo>
                  <a:lnTo>
                    <a:pt x="4253" y="6578"/>
                  </a:lnTo>
                  <a:lnTo>
                    <a:pt x="5793" y="6578"/>
                  </a:lnTo>
                  <a:cubicBezTo>
                    <a:pt x="5889" y="6578"/>
                    <a:pt x="5969" y="6498"/>
                    <a:pt x="5985" y="6386"/>
                  </a:cubicBezTo>
                  <a:lnTo>
                    <a:pt x="6258" y="4364"/>
                  </a:lnTo>
                  <a:cubicBezTo>
                    <a:pt x="6258" y="4300"/>
                    <a:pt x="6226" y="4252"/>
                    <a:pt x="6210" y="4204"/>
                  </a:cubicBezTo>
                  <a:cubicBezTo>
                    <a:pt x="6194" y="4172"/>
                    <a:pt x="6114" y="4140"/>
                    <a:pt x="6049" y="4140"/>
                  </a:cubicBezTo>
                  <a:lnTo>
                    <a:pt x="4253" y="4140"/>
                  </a:lnTo>
                  <a:lnTo>
                    <a:pt x="4253" y="3065"/>
                  </a:lnTo>
                  <a:cubicBezTo>
                    <a:pt x="4253" y="2535"/>
                    <a:pt x="4365" y="2279"/>
                    <a:pt x="5055" y="2279"/>
                  </a:cubicBezTo>
                  <a:lnTo>
                    <a:pt x="6114" y="2279"/>
                  </a:lnTo>
                  <a:cubicBezTo>
                    <a:pt x="6226" y="2279"/>
                    <a:pt x="6306" y="2198"/>
                    <a:pt x="6306" y="2086"/>
                  </a:cubicBezTo>
                  <a:lnTo>
                    <a:pt x="6306" y="273"/>
                  </a:lnTo>
                  <a:cubicBezTo>
                    <a:pt x="6306" y="177"/>
                    <a:pt x="6226" y="97"/>
                    <a:pt x="6130" y="81"/>
                  </a:cubicBezTo>
                  <a:cubicBezTo>
                    <a:pt x="5937" y="49"/>
                    <a:pt x="5263" y="0"/>
                    <a:pt x="4541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3421125" y="1510425"/>
              <a:ext cx="32125" cy="32125"/>
            </a:xfrm>
            <a:custGeom>
              <a:avLst/>
              <a:gdLst/>
              <a:ahLst/>
              <a:cxnLst/>
              <a:rect l="l" t="t" r="r" b="b"/>
              <a:pathLst>
                <a:path w="1285" h="1285" extrusionOk="0">
                  <a:moveTo>
                    <a:pt x="643" y="1"/>
                  </a:moveTo>
                  <a:cubicBezTo>
                    <a:pt x="290" y="1"/>
                    <a:pt x="1" y="289"/>
                    <a:pt x="1" y="642"/>
                  </a:cubicBezTo>
                  <a:cubicBezTo>
                    <a:pt x="1" y="979"/>
                    <a:pt x="290" y="1284"/>
                    <a:pt x="643" y="1284"/>
                  </a:cubicBezTo>
                  <a:cubicBezTo>
                    <a:pt x="1012" y="1284"/>
                    <a:pt x="1284" y="1011"/>
                    <a:pt x="1284" y="642"/>
                  </a:cubicBezTo>
                  <a:cubicBezTo>
                    <a:pt x="1284" y="289"/>
                    <a:pt x="1012" y="1"/>
                    <a:pt x="643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3281950" y="1533700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5969" h="5969" extrusionOk="0">
                  <a:moveTo>
                    <a:pt x="2985" y="401"/>
                  </a:moveTo>
                  <a:cubicBezTo>
                    <a:pt x="4413" y="401"/>
                    <a:pt x="5568" y="1556"/>
                    <a:pt x="5568" y="2984"/>
                  </a:cubicBezTo>
                  <a:cubicBezTo>
                    <a:pt x="5568" y="4412"/>
                    <a:pt x="4413" y="5567"/>
                    <a:pt x="2985" y="5567"/>
                  </a:cubicBezTo>
                  <a:cubicBezTo>
                    <a:pt x="1557" y="5567"/>
                    <a:pt x="402" y="4412"/>
                    <a:pt x="402" y="2984"/>
                  </a:cubicBezTo>
                  <a:cubicBezTo>
                    <a:pt x="402" y="1556"/>
                    <a:pt x="1557" y="401"/>
                    <a:pt x="2985" y="401"/>
                  </a:cubicBezTo>
                  <a:close/>
                  <a:moveTo>
                    <a:pt x="2985" y="0"/>
                  </a:moveTo>
                  <a:cubicBezTo>
                    <a:pt x="1348" y="0"/>
                    <a:pt x="1" y="1332"/>
                    <a:pt x="1" y="2984"/>
                  </a:cubicBezTo>
                  <a:cubicBezTo>
                    <a:pt x="1" y="4621"/>
                    <a:pt x="1348" y="5968"/>
                    <a:pt x="2985" y="5968"/>
                  </a:cubicBezTo>
                  <a:cubicBezTo>
                    <a:pt x="4621" y="5968"/>
                    <a:pt x="5969" y="4621"/>
                    <a:pt x="5969" y="2984"/>
                  </a:cubicBezTo>
                  <a:cubicBezTo>
                    <a:pt x="5969" y="1332"/>
                    <a:pt x="4621" y="0"/>
                    <a:pt x="298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3208950" y="1466700"/>
              <a:ext cx="294425" cy="281200"/>
            </a:xfrm>
            <a:custGeom>
              <a:avLst/>
              <a:gdLst/>
              <a:ahLst/>
              <a:cxnLst/>
              <a:rect l="l" t="t" r="r" b="b"/>
              <a:pathLst>
                <a:path w="11777" h="11248" extrusionOk="0">
                  <a:moveTo>
                    <a:pt x="7557" y="402"/>
                  </a:moveTo>
                  <a:cubicBezTo>
                    <a:pt x="9675" y="402"/>
                    <a:pt x="11408" y="2135"/>
                    <a:pt x="11408" y="4252"/>
                  </a:cubicBezTo>
                  <a:lnTo>
                    <a:pt x="11408" y="6996"/>
                  </a:lnTo>
                  <a:cubicBezTo>
                    <a:pt x="11408" y="9130"/>
                    <a:pt x="9675" y="10846"/>
                    <a:pt x="7557" y="10846"/>
                  </a:cubicBezTo>
                  <a:lnTo>
                    <a:pt x="4284" y="10846"/>
                  </a:lnTo>
                  <a:cubicBezTo>
                    <a:pt x="4275" y="10846"/>
                    <a:pt x="4265" y="10846"/>
                    <a:pt x="4255" y="10846"/>
                  </a:cubicBezTo>
                  <a:cubicBezTo>
                    <a:pt x="2135" y="10846"/>
                    <a:pt x="434" y="9120"/>
                    <a:pt x="434" y="6996"/>
                  </a:cubicBezTo>
                  <a:lnTo>
                    <a:pt x="434" y="4252"/>
                  </a:lnTo>
                  <a:cubicBezTo>
                    <a:pt x="434" y="2135"/>
                    <a:pt x="2151" y="402"/>
                    <a:pt x="4284" y="402"/>
                  </a:cubicBezTo>
                  <a:close/>
                  <a:moveTo>
                    <a:pt x="4252" y="1"/>
                  </a:moveTo>
                  <a:cubicBezTo>
                    <a:pt x="1910" y="1"/>
                    <a:pt x="1" y="1910"/>
                    <a:pt x="1" y="4252"/>
                  </a:cubicBezTo>
                  <a:lnTo>
                    <a:pt x="1" y="6996"/>
                  </a:lnTo>
                  <a:cubicBezTo>
                    <a:pt x="1" y="9354"/>
                    <a:pt x="1910" y="11247"/>
                    <a:pt x="4252" y="11247"/>
                  </a:cubicBezTo>
                  <a:lnTo>
                    <a:pt x="7525" y="11247"/>
                  </a:lnTo>
                  <a:cubicBezTo>
                    <a:pt x="7535" y="11247"/>
                    <a:pt x="7545" y="11247"/>
                    <a:pt x="7555" y="11247"/>
                  </a:cubicBezTo>
                  <a:cubicBezTo>
                    <a:pt x="9884" y="11247"/>
                    <a:pt x="11777" y="9344"/>
                    <a:pt x="11777" y="6996"/>
                  </a:cubicBezTo>
                  <a:lnTo>
                    <a:pt x="11777" y="4252"/>
                  </a:lnTo>
                  <a:cubicBezTo>
                    <a:pt x="11777" y="1910"/>
                    <a:pt x="9868" y="1"/>
                    <a:pt x="752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2676325" y="1225650"/>
              <a:ext cx="318875" cy="316900"/>
            </a:xfrm>
            <a:custGeom>
              <a:avLst/>
              <a:gdLst/>
              <a:ahLst/>
              <a:cxnLst/>
              <a:rect l="l" t="t" r="r" b="b"/>
              <a:pathLst>
                <a:path w="12755" h="12676" extrusionOk="0">
                  <a:moveTo>
                    <a:pt x="7747" y="510"/>
                  </a:moveTo>
                  <a:cubicBezTo>
                    <a:pt x="7775" y="531"/>
                    <a:pt x="7804" y="533"/>
                    <a:pt x="7845" y="546"/>
                  </a:cubicBezTo>
                  <a:cubicBezTo>
                    <a:pt x="7942" y="562"/>
                    <a:pt x="8038" y="610"/>
                    <a:pt x="8134" y="626"/>
                  </a:cubicBezTo>
                  <a:cubicBezTo>
                    <a:pt x="8214" y="642"/>
                    <a:pt x="8279" y="659"/>
                    <a:pt x="8359" y="707"/>
                  </a:cubicBezTo>
                  <a:cubicBezTo>
                    <a:pt x="8407" y="723"/>
                    <a:pt x="8439" y="739"/>
                    <a:pt x="8503" y="739"/>
                  </a:cubicBezTo>
                  <a:cubicBezTo>
                    <a:pt x="8616" y="787"/>
                    <a:pt x="8744" y="851"/>
                    <a:pt x="8840" y="883"/>
                  </a:cubicBezTo>
                  <a:cubicBezTo>
                    <a:pt x="8888" y="899"/>
                    <a:pt x="8936" y="931"/>
                    <a:pt x="8985" y="947"/>
                  </a:cubicBezTo>
                  <a:cubicBezTo>
                    <a:pt x="9049" y="979"/>
                    <a:pt x="9129" y="1011"/>
                    <a:pt x="9177" y="1044"/>
                  </a:cubicBezTo>
                  <a:cubicBezTo>
                    <a:pt x="9257" y="1092"/>
                    <a:pt x="9337" y="1124"/>
                    <a:pt x="9418" y="1188"/>
                  </a:cubicBezTo>
                  <a:lnTo>
                    <a:pt x="9610" y="1300"/>
                  </a:lnTo>
                  <a:cubicBezTo>
                    <a:pt x="9690" y="1348"/>
                    <a:pt x="9739" y="1413"/>
                    <a:pt x="9819" y="1445"/>
                  </a:cubicBezTo>
                  <a:cubicBezTo>
                    <a:pt x="9851" y="1461"/>
                    <a:pt x="9883" y="1493"/>
                    <a:pt x="9899" y="1509"/>
                  </a:cubicBezTo>
                  <a:cubicBezTo>
                    <a:pt x="9578" y="1749"/>
                    <a:pt x="9225" y="1942"/>
                    <a:pt x="8856" y="2102"/>
                  </a:cubicBezTo>
                  <a:cubicBezTo>
                    <a:pt x="8570" y="1436"/>
                    <a:pt x="8190" y="895"/>
                    <a:pt x="7747" y="510"/>
                  </a:cubicBezTo>
                  <a:close/>
                  <a:moveTo>
                    <a:pt x="5006" y="530"/>
                  </a:moveTo>
                  <a:cubicBezTo>
                    <a:pt x="4573" y="899"/>
                    <a:pt x="4204" y="1445"/>
                    <a:pt x="3883" y="2135"/>
                  </a:cubicBezTo>
                  <a:cubicBezTo>
                    <a:pt x="3530" y="1974"/>
                    <a:pt x="3193" y="1766"/>
                    <a:pt x="2840" y="1525"/>
                  </a:cubicBezTo>
                  <a:cubicBezTo>
                    <a:pt x="2840" y="1477"/>
                    <a:pt x="2872" y="1461"/>
                    <a:pt x="2904" y="1445"/>
                  </a:cubicBezTo>
                  <a:cubicBezTo>
                    <a:pt x="2984" y="1380"/>
                    <a:pt x="3048" y="1348"/>
                    <a:pt x="3129" y="1284"/>
                  </a:cubicBezTo>
                  <a:cubicBezTo>
                    <a:pt x="3193" y="1252"/>
                    <a:pt x="3241" y="1204"/>
                    <a:pt x="3305" y="1188"/>
                  </a:cubicBezTo>
                  <a:cubicBezTo>
                    <a:pt x="3385" y="1140"/>
                    <a:pt x="3466" y="1092"/>
                    <a:pt x="3546" y="1044"/>
                  </a:cubicBezTo>
                  <a:cubicBezTo>
                    <a:pt x="3610" y="1011"/>
                    <a:pt x="3674" y="979"/>
                    <a:pt x="3754" y="947"/>
                  </a:cubicBezTo>
                  <a:cubicBezTo>
                    <a:pt x="3786" y="931"/>
                    <a:pt x="3851" y="899"/>
                    <a:pt x="3883" y="883"/>
                  </a:cubicBezTo>
                  <a:cubicBezTo>
                    <a:pt x="4011" y="819"/>
                    <a:pt x="4107" y="787"/>
                    <a:pt x="4236" y="739"/>
                  </a:cubicBezTo>
                  <a:cubicBezTo>
                    <a:pt x="4268" y="723"/>
                    <a:pt x="4300" y="707"/>
                    <a:pt x="4364" y="707"/>
                  </a:cubicBezTo>
                  <a:cubicBezTo>
                    <a:pt x="4444" y="691"/>
                    <a:pt x="4508" y="642"/>
                    <a:pt x="4589" y="626"/>
                  </a:cubicBezTo>
                  <a:cubicBezTo>
                    <a:pt x="4685" y="578"/>
                    <a:pt x="4797" y="562"/>
                    <a:pt x="4893" y="546"/>
                  </a:cubicBezTo>
                  <a:cubicBezTo>
                    <a:pt x="4926" y="546"/>
                    <a:pt x="4974" y="530"/>
                    <a:pt x="5006" y="530"/>
                  </a:cubicBezTo>
                  <a:close/>
                  <a:moveTo>
                    <a:pt x="6161" y="370"/>
                  </a:moveTo>
                  <a:lnTo>
                    <a:pt x="6161" y="2648"/>
                  </a:lnTo>
                  <a:cubicBezTo>
                    <a:pt x="5487" y="2632"/>
                    <a:pt x="4845" y="2487"/>
                    <a:pt x="4236" y="2263"/>
                  </a:cubicBezTo>
                  <a:cubicBezTo>
                    <a:pt x="4717" y="1188"/>
                    <a:pt x="5391" y="482"/>
                    <a:pt x="6161" y="370"/>
                  </a:cubicBezTo>
                  <a:close/>
                  <a:moveTo>
                    <a:pt x="6562" y="370"/>
                  </a:moveTo>
                  <a:cubicBezTo>
                    <a:pt x="7316" y="466"/>
                    <a:pt x="7974" y="1188"/>
                    <a:pt x="8487" y="2263"/>
                  </a:cubicBezTo>
                  <a:cubicBezTo>
                    <a:pt x="7878" y="2504"/>
                    <a:pt x="7236" y="2632"/>
                    <a:pt x="6562" y="2648"/>
                  </a:cubicBezTo>
                  <a:lnTo>
                    <a:pt x="6562" y="370"/>
                  </a:lnTo>
                  <a:close/>
                  <a:moveTo>
                    <a:pt x="8616" y="2632"/>
                  </a:moveTo>
                  <a:cubicBezTo>
                    <a:pt x="8985" y="3594"/>
                    <a:pt x="9225" y="4798"/>
                    <a:pt x="9241" y="6097"/>
                  </a:cubicBezTo>
                  <a:lnTo>
                    <a:pt x="6562" y="6097"/>
                  </a:lnTo>
                  <a:lnTo>
                    <a:pt x="6562" y="3049"/>
                  </a:lnTo>
                  <a:cubicBezTo>
                    <a:pt x="7284" y="3033"/>
                    <a:pt x="7974" y="2889"/>
                    <a:pt x="8616" y="2632"/>
                  </a:cubicBezTo>
                  <a:close/>
                  <a:moveTo>
                    <a:pt x="2503" y="1766"/>
                  </a:moveTo>
                  <a:cubicBezTo>
                    <a:pt x="2888" y="2054"/>
                    <a:pt x="3289" y="2311"/>
                    <a:pt x="3706" y="2487"/>
                  </a:cubicBezTo>
                  <a:cubicBezTo>
                    <a:pt x="3321" y="3498"/>
                    <a:pt x="3081" y="4750"/>
                    <a:pt x="3064" y="6113"/>
                  </a:cubicBezTo>
                  <a:lnTo>
                    <a:pt x="385" y="6113"/>
                  </a:lnTo>
                  <a:cubicBezTo>
                    <a:pt x="433" y="4381"/>
                    <a:pt x="1236" y="2808"/>
                    <a:pt x="2503" y="1766"/>
                  </a:cubicBezTo>
                  <a:close/>
                  <a:moveTo>
                    <a:pt x="4091" y="2648"/>
                  </a:moveTo>
                  <a:cubicBezTo>
                    <a:pt x="4749" y="2889"/>
                    <a:pt x="5439" y="3033"/>
                    <a:pt x="6161" y="3065"/>
                  </a:cubicBezTo>
                  <a:lnTo>
                    <a:pt x="6161" y="6113"/>
                  </a:lnTo>
                  <a:lnTo>
                    <a:pt x="3466" y="6113"/>
                  </a:lnTo>
                  <a:cubicBezTo>
                    <a:pt x="3482" y="4814"/>
                    <a:pt x="3706" y="3611"/>
                    <a:pt x="4091" y="2648"/>
                  </a:cubicBezTo>
                  <a:close/>
                  <a:moveTo>
                    <a:pt x="10204" y="1766"/>
                  </a:moveTo>
                  <a:cubicBezTo>
                    <a:pt x="11455" y="2824"/>
                    <a:pt x="12273" y="4381"/>
                    <a:pt x="12338" y="6113"/>
                  </a:cubicBezTo>
                  <a:lnTo>
                    <a:pt x="9642" y="6113"/>
                  </a:lnTo>
                  <a:cubicBezTo>
                    <a:pt x="9626" y="4750"/>
                    <a:pt x="9386" y="3498"/>
                    <a:pt x="9001" y="2487"/>
                  </a:cubicBezTo>
                  <a:cubicBezTo>
                    <a:pt x="9418" y="2295"/>
                    <a:pt x="9819" y="2054"/>
                    <a:pt x="10204" y="1766"/>
                  </a:cubicBezTo>
                  <a:close/>
                  <a:moveTo>
                    <a:pt x="9241" y="6514"/>
                  </a:moveTo>
                  <a:cubicBezTo>
                    <a:pt x="9225" y="7830"/>
                    <a:pt x="9001" y="9033"/>
                    <a:pt x="8616" y="9996"/>
                  </a:cubicBezTo>
                  <a:cubicBezTo>
                    <a:pt x="7958" y="9755"/>
                    <a:pt x="7268" y="9611"/>
                    <a:pt x="6562" y="9563"/>
                  </a:cubicBezTo>
                  <a:lnTo>
                    <a:pt x="6562" y="6514"/>
                  </a:lnTo>
                  <a:close/>
                  <a:moveTo>
                    <a:pt x="6161" y="6546"/>
                  </a:moveTo>
                  <a:lnTo>
                    <a:pt x="6161" y="9595"/>
                  </a:lnTo>
                  <a:cubicBezTo>
                    <a:pt x="5439" y="9611"/>
                    <a:pt x="4733" y="9755"/>
                    <a:pt x="4091" y="10012"/>
                  </a:cubicBezTo>
                  <a:cubicBezTo>
                    <a:pt x="3722" y="9049"/>
                    <a:pt x="3482" y="7846"/>
                    <a:pt x="3466" y="6546"/>
                  </a:cubicBezTo>
                  <a:close/>
                  <a:moveTo>
                    <a:pt x="3064" y="6546"/>
                  </a:moveTo>
                  <a:cubicBezTo>
                    <a:pt x="3081" y="7910"/>
                    <a:pt x="3321" y="9162"/>
                    <a:pt x="3706" y="10172"/>
                  </a:cubicBezTo>
                  <a:cubicBezTo>
                    <a:pt x="3289" y="10349"/>
                    <a:pt x="2888" y="10589"/>
                    <a:pt x="2503" y="10894"/>
                  </a:cubicBezTo>
                  <a:cubicBezTo>
                    <a:pt x="1268" y="9835"/>
                    <a:pt x="433" y="8279"/>
                    <a:pt x="385" y="6546"/>
                  </a:cubicBezTo>
                  <a:close/>
                  <a:moveTo>
                    <a:pt x="12338" y="6546"/>
                  </a:moveTo>
                  <a:cubicBezTo>
                    <a:pt x="12257" y="8263"/>
                    <a:pt x="11455" y="9835"/>
                    <a:pt x="10204" y="10894"/>
                  </a:cubicBezTo>
                  <a:cubicBezTo>
                    <a:pt x="9819" y="10605"/>
                    <a:pt x="9418" y="10349"/>
                    <a:pt x="9001" y="10172"/>
                  </a:cubicBezTo>
                  <a:cubicBezTo>
                    <a:pt x="9386" y="9162"/>
                    <a:pt x="9626" y="7910"/>
                    <a:pt x="9642" y="6546"/>
                  </a:cubicBezTo>
                  <a:close/>
                  <a:moveTo>
                    <a:pt x="3867" y="10509"/>
                  </a:moveTo>
                  <a:cubicBezTo>
                    <a:pt x="4171" y="11183"/>
                    <a:pt x="4557" y="11729"/>
                    <a:pt x="4990" y="12114"/>
                  </a:cubicBezTo>
                  <a:cubicBezTo>
                    <a:pt x="4958" y="12114"/>
                    <a:pt x="4909" y="12098"/>
                    <a:pt x="4877" y="12098"/>
                  </a:cubicBezTo>
                  <a:cubicBezTo>
                    <a:pt x="4765" y="12081"/>
                    <a:pt x="4669" y="12049"/>
                    <a:pt x="4573" y="12017"/>
                  </a:cubicBezTo>
                  <a:cubicBezTo>
                    <a:pt x="4492" y="12001"/>
                    <a:pt x="4428" y="11969"/>
                    <a:pt x="4348" y="11937"/>
                  </a:cubicBezTo>
                  <a:cubicBezTo>
                    <a:pt x="4316" y="11921"/>
                    <a:pt x="4252" y="11889"/>
                    <a:pt x="4204" y="11873"/>
                  </a:cubicBezTo>
                  <a:cubicBezTo>
                    <a:pt x="4091" y="11825"/>
                    <a:pt x="3995" y="11777"/>
                    <a:pt x="3867" y="11729"/>
                  </a:cubicBezTo>
                  <a:cubicBezTo>
                    <a:pt x="3835" y="11712"/>
                    <a:pt x="3770" y="11696"/>
                    <a:pt x="3722" y="11664"/>
                  </a:cubicBezTo>
                  <a:cubicBezTo>
                    <a:pt x="3674" y="11632"/>
                    <a:pt x="3610" y="11616"/>
                    <a:pt x="3530" y="11568"/>
                  </a:cubicBezTo>
                  <a:cubicBezTo>
                    <a:pt x="3450" y="11536"/>
                    <a:pt x="3369" y="11472"/>
                    <a:pt x="3289" y="11424"/>
                  </a:cubicBezTo>
                  <a:cubicBezTo>
                    <a:pt x="3225" y="11392"/>
                    <a:pt x="3161" y="11376"/>
                    <a:pt x="3129" y="11327"/>
                  </a:cubicBezTo>
                  <a:cubicBezTo>
                    <a:pt x="3048" y="11295"/>
                    <a:pt x="2984" y="11231"/>
                    <a:pt x="2904" y="11167"/>
                  </a:cubicBezTo>
                  <a:cubicBezTo>
                    <a:pt x="2888" y="11151"/>
                    <a:pt x="2840" y="11135"/>
                    <a:pt x="2824" y="11103"/>
                  </a:cubicBezTo>
                  <a:cubicBezTo>
                    <a:pt x="3145" y="10862"/>
                    <a:pt x="3514" y="10670"/>
                    <a:pt x="3867" y="10509"/>
                  </a:cubicBezTo>
                  <a:close/>
                  <a:moveTo>
                    <a:pt x="8792" y="10509"/>
                  </a:moveTo>
                  <a:cubicBezTo>
                    <a:pt x="9161" y="10670"/>
                    <a:pt x="9498" y="10862"/>
                    <a:pt x="9835" y="11103"/>
                  </a:cubicBezTo>
                  <a:cubicBezTo>
                    <a:pt x="9851" y="11151"/>
                    <a:pt x="9819" y="11167"/>
                    <a:pt x="9787" y="11199"/>
                  </a:cubicBezTo>
                  <a:cubicBezTo>
                    <a:pt x="9706" y="11247"/>
                    <a:pt x="9642" y="11295"/>
                    <a:pt x="9562" y="11327"/>
                  </a:cubicBezTo>
                  <a:lnTo>
                    <a:pt x="9386" y="11456"/>
                  </a:lnTo>
                  <a:cubicBezTo>
                    <a:pt x="9305" y="11488"/>
                    <a:pt x="9225" y="11536"/>
                    <a:pt x="9145" y="11584"/>
                  </a:cubicBezTo>
                  <a:cubicBezTo>
                    <a:pt x="9081" y="11632"/>
                    <a:pt x="9017" y="11648"/>
                    <a:pt x="8936" y="11696"/>
                  </a:cubicBezTo>
                  <a:cubicBezTo>
                    <a:pt x="8904" y="11712"/>
                    <a:pt x="8840" y="11729"/>
                    <a:pt x="8792" y="11745"/>
                  </a:cubicBezTo>
                  <a:cubicBezTo>
                    <a:pt x="8680" y="11809"/>
                    <a:pt x="8551" y="11857"/>
                    <a:pt x="8455" y="11889"/>
                  </a:cubicBezTo>
                  <a:cubicBezTo>
                    <a:pt x="8423" y="11905"/>
                    <a:pt x="8375" y="11937"/>
                    <a:pt x="8311" y="11937"/>
                  </a:cubicBezTo>
                  <a:cubicBezTo>
                    <a:pt x="8230" y="11953"/>
                    <a:pt x="8182" y="11985"/>
                    <a:pt x="8102" y="12017"/>
                  </a:cubicBezTo>
                  <a:cubicBezTo>
                    <a:pt x="7990" y="12049"/>
                    <a:pt x="7894" y="12065"/>
                    <a:pt x="7797" y="12098"/>
                  </a:cubicBezTo>
                  <a:cubicBezTo>
                    <a:pt x="7749" y="12098"/>
                    <a:pt x="7717" y="12114"/>
                    <a:pt x="7669" y="12114"/>
                  </a:cubicBezTo>
                  <a:cubicBezTo>
                    <a:pt x="8118" y="11729"/>
                    <a:pt x="8471" y="11183"/>
                    <a:pt x="8792" y="10509"/>
                  </a:cubicBezTo>
                  <a:close/>
                  <a:moveTo>
                    <a:pt x="6161" y="9996"/>
                  </a:moveTo>
                  <a:lnTo>
                    <a:pt x="6161" y="12274"/>
                  </a:lnTo>
                  <a:cubicBezTo>
                    <a:pt x="5391" y="12178"/>
                    <a:pt x="4733" y="11456"/>
                    <a:pt x="4236" y="10365"/>
                  </a:cubicBezTo>
                  <a:cubicBezTo>
                    <a:pt x="4829" y="10124"/>
                    <a:pt x="5471" y="10012"/>
                    <a:pt x="6161" y="9996"/>
                  </a:cubicBezTo>
                  <a:close/>
                  <a:moveTo>
                    <a:pt x="6562" y="9996"/>
                  </a:moveTo>
                  <a:cubicBezTo>
                    <a:pt x="7220" y="10012"/>
                    <a:pt x="7861" y="10156"/>
                    <a:pt x="8487" y="10365"/>
                  </a:cubicBezTo>
                  <a:cubicBezTo>
                    <a:pt x="8006" y="11456"/>
                    <a:pt x="7316" y="12178"/>
                    <a:pt x="6562" y="12274"/>
                  </a:cubicBezTo>
                  <a:lnTo>
                    <a:pt x="6562" y="9996"/>
                  </a:lnTo>
                  <a:close/>
                  <a:moveTo>
                    <a:pt x="6353" y="1"/>
                  </a:moveTo>
                  <a:cubicBezTo>
                    <a:pt x="6193" y="1"/>
                    <a:pt x="6033" y="1"/>
                    <a:pt x="5872" y="17"/>
                  </a:cubicBezTo>
                  <a:lnTo>
                    <a:pt x="5760" y="17"/>
                  </a:lnTo>
                  <a:lnTo>
                    <a:pt x="5327" y="81"/>
                  </a:lnTo>
                  <a:cubicBezTo>
                    <a:pt x="5278" y="81"/>
                    <a:pt x="5230" y="97"/>
                    <a:pt x="5166" y="97"/>
                  </a:cubicBezTo>
                  <a:lnTo>
                    <a:pt x="4877" y="161"/>
                  </a:lnTo>
                  <a:cubicBezTo>
                    <a:pt x="4765" y="177"/>
                    <a:pt x="4685" y="193"/>
                    <a:pt x="4605" y="241"/>
                  </a:cubicBezTo>
                  <a:cubicBezTo>
                    <a:pt x="4524" y="257"/>
                    <a:pt x="4444" y="273"/>
                    <a:pt x="4396" y="306"/>
                  </a:cubicBezTo>
                  <a:cubicBezTo>
                    <a:pt x="4316" y="322"/>
                    <a:pt x="4236" y="354"/>
                    <a:pt x="4155" y="386"/>
                  </a:cubicBezTo>
                  <a:cubicBezTo>
                    <a:pt x="4043" y="418"/>
                    <a:pt x="3963" y="466"/>
                    <a:pt x="3867" y="498"/>
                  </a:cubicBezTo>
                  <a:cubicBezTo>
                    <a:pt x="3786" y="546"/>
                    <a:pt x="3722" y="562"/>
                    <a:pt x="3642" y="594"/>
                  </a:cubicBezTo>
                  <a:cubicBezTo>
                    <a:pt x="3546" y="642"/>
                    <a:pt x="3466" y="675"/>
                    <a:pt x="3385" y="739"/>
                  </a:cubicBezTo>
                  <a:cubicBezTo>
                    <a:pt x="3305" y="787"/>
                    <a:pt x="3241" y="819"/>
                    <a:pt x="3193" y="867"/>
                  </a:cubicBezTo>
                  <a:cubicBezTo>
                    <a:pt x="3113" y="915"/>
                    <a:pt x="3000" y="963"/>
                    <a:pt x="2920" y="1028"/>
                  </a:cubicBezTo>
                  <a:cubicBezTo>
                    <a:pt x="2872" y="1060"/>
                    <a:pt x="2824" y="1076"/>
                    <a:pt x="2760" y="1124"/>
                  </a:cubicBezTo>
                  <a:cubicBezTo>
                    <a:pt x="2663" y="1204"/>
                    <a:pt x="2567" y="1268"/>
                    <a:pt x="2471" y="1348"/>
                  </a:cubicBezTo>
                  <a:cubicBezTo>
                    <a:pt x="2439" y="1364"/>
                    <a:pt x="2423" y="1380"/>
                    <a:pt x="2391" y="1397"/>
                  </a:cubicBezTo>
                  <a:cubicBezTo>
                    <a:pt x="947" y="2568"/>
                    <a:pt x="0" y="4365"/>
                    <a:pt x="0" y="6354"/>
                  </a:cubicBezTo>
                  <a:cubicBezTo>
                    <a:pt x="0" y="8343"/>
                    <a:pt x="915" y="10140"/>
                    <a:pt x="2391" y="11311"/>
                  </a:cubicBezTo>
                  <a:cubicBezTo>
                    <a:pt x="2407" y="11327"/>
                    <a:pt x="2423" y="11343"/>
                    <a:pt x="2471" y="11376"/>
                  </a:cubicBezTo>
                  <a:cubicBezTo>
                    <a:pt x="2567" y="11456"/>
                    <a:pt x="2663" y="11536"/>
                    <a:pt x="2760" y="11584"/>
                  </a:cubicBezTo>
                  <a:cubicBezTo>
                    <a:pt x="2808" y="11632"/>
                    <a:pt x="2872" y="11648"/>
                    <a:pt x="2920" y="11696"/>
                  </a:cubicBezTo>
                  <a:cubicBezTo>
                    <a:pt x="3000" y="11745"/>
                    <a:pt x="3097" y="11793"/>
                    <a:pt x="3193" y="11857"/>
                  </a:cubicBezTo>
                  <a:cubicBezTo>
                    <a:pt x="3241" y="11889"/>
                    <a:pt x="3321" y="11937"/>
                    <a:pt x="3385" y="11969"/>
                  </a:cubicBezTo>
                  <a:cubicBezTo>
                    <a:pt x="3466" y="12017"/>
                    <a:pt x="3562" y="12065"/>
                    <a:pt x="3642" y="12114"/>
                  </a:cubicBezTo>
                  <a:cubicBezTo>
                    <a:pt x="3722" y="12146"/>
                    <a:pt x="3786" y="12178"/>
                    <a:pt x="3867" y="12210"/>
                  </a:cubicBezTo>
                  <a:cubicBezTo>
                    <a:pt x="3963" y="12258"/>
                    <a:pt x="4043" y="12290"/>
                    <a:pt x="4155" y="12338"/>
                  </a:cubicBezTo>
                  <a:cubicBezTo>
                    <a:pt x="4236" y="12370"/>
                    <a:pt x="4316" y="12386"/>
                    <a:pt x="4396" y="12418"/>
                  </a:cubicBezTo>
                  <a:cubicBezTo>
                    <a:pt x="4476" y="12434"/>
                    <a:pt x="4524" y="12450"/>
                    <a:pt x="4605" y="12467"/>
                  </a:cubicBezTo>
                  <a:cubicBezTo>
                    <a:pt x="4685" y="12499"/>
                    <a:pt x="4797" y="12515"/>
                    <a:pt x="4877" y="12547"/>
                  </a:cubicBezTo>
                  <a:cubicBezTo>
                    <a:pt x="4896" y="12544"/>
                    <a:pt x="4914" y="12542"/>
                    <a:pt x="4933" y="12542"/>
                  </a:cubicBezTo>
                  <a:cubicBezTo>
                    <a:pt x="5010" y="12542"/>
                    <a:pt x="5088" y="12566"/>
                    <a:pt x="5166" y="12579"/>
                  </a:cubicBezTo>
                  <a:cubicBezTo>
                    <a:pt x="5230" y="12579"/>
                    <a:pt x="5278" y="12595"/>
                    <a:pt x="5327" y="12595"/>
                  </a:cubicBezTo>
                  <a:lnTo>
                    <a:pt x="5760" y="12659"/>
                  </a:lnTo>
                  <a:lnTo>
                    <a:pt x="5872" y="12659"/>
                  </a:lnTo>
                  <a:cubicBezTo>
                    <a:pt x="6033" y="12675"/>
                    <a:pt x="6193" y="12675"/>
                    <a:pt x="6353" y="12675"/>
                  </a:cubicBezTo>
                  <a:cubicBezTo>
                    <a:pt x="6514" y="12675"/>
                    <a:pt x="6674" y="12675"/>
                    <a:pt x="6835" y="12659"/>
                  </a:cubicBezTo>
                  <a:lnTo>
                    <a:pt x="6963" y="12659"/>
                  </a:lnTo>
                  <a:lnTo>
                    <a:pt x="7380" y="12595"/>
                  </a:lnTo>
                  <a:cubicBezTo>
                    <a:pt x="7444" y="12595"/>
                    <a:pt x="7476" y="12579"/>
                    <a:pt x="7541" y="12579"/>
                  </a:cubicBezTo>
                  <a:lnTo>
                    <a:pt x="7845" y="12515"/>
                  </a:lnTo>
                  <a:cubicBezTo>
                    <a:pt x="7942" y="12499"/>
                    <a:pt x="8022" y="12483"/>
                    <a:pt x="8102" y="12434"/>
                  </a:cubicBezTo>
                  <a:cubicBezTo>
                    <a:pt x="8182" y="12418"/>
                    <a:pt x="8247" y="12402"/>
                    <a:pt x="8311" y="12370"/>
                  </a:cubicBezTo>
                  <a:cubicBezTo>
                    <a:pt x="8391" y="12354"/>
                    <a:pt x="8503" y="12306"/>
                    <a:pt x="8583" y="12290"/>
                  </a:cubicBezTo>
                  <a:cubicBezTo>
                    <a:pt x="8680" y="12258"/>
                    <a:pt x="8760" y="12210"/>
                    <a:pt x="8856" y="12194"/>
                  </a:cubicBezTo>
                  <a:cubicBezTo>
                    <a:pt x="8936" y="12146"/>
                    <a:pt x="9001" y="12130"/>
                    <a:pt x="9081" y="12098"/>
                  </a:cubicBezTo>
                  <a:cubicBezTo>
                    <a:pt x="9161" y="12049"/>
                    <a:pt x="9257" y="12017"/>
                    <a:pt x="9337" y="11969"/>
                  </a:cubicBezTo>
                  <a:cubicBezTo>
                    <a:pt x="9418" y="11937"/>
                    <a:pt x="9482" y="11889"/>
                    <a:pt x="9562" y="11857"/>
                  </a:cubicBezTo>
                  <a:cubicBezTo>
                    <a:pt x="9642" y="11809"/>
                    <a:pt x="9723" y="11745"/>
                    <a:pt x="9819" y="11696"/>
                  </a:cubicBezTo>
                  <a:cubicBezTo>
                    <a:pt x="9883" y="11648"/>
                    <a:pt x="9915" y="11632"/>
                    <a:pt x="9979" y="11584"/>
                  </a:cubicBezTo>
                  <a:cubicBezTo>
                    <a:pt x="10075" y="11504"/>
                    <a:pt x="10188" y="11456"/>
                    <a:pt x="10284" y="11376"/>
                  </a:cubicBezTo>
                  <a:cubicBezTo>
                    <a:pt x="10300" y="11343"/>
                    <a:pt x="10348" y="11327"/>
                    <a:pt x="10364" y="11311"/>
                  </a:cubicBezTo>
                  <a:lnTo>
                    <a:pt x="10364" y="11295"/>
                  </a:lnTo>
                  <a:cubicBezTo>
                    <a:pt x="11808" y="10124"/>
                    <a:pt x="12755" y="8327"/>
                    <a:pt x="12755" y="6338"/>
                  </a:cubicBezTo>
                  <a:cubicBezTo>
                    <a:pt x="12755" y="4349"/>
                    <a:pt x="11824" y="2552"/>
                    <a:pt x="10364" y="1380"/>
                  </a:cubicBezTo>
                  <a:lnTo>
                    <a:pt x="10364" y="1364"/>
                  </a:lnTo>
                  <a:cubicBezTo>
                    <a:pt x="10348" y="1348"/>
                    <a:pt x="10300" y="1316"/>
                    <a:pt x="10284" y="1300"/>
                  </a:cubicBezTo>
                  <a:cubicBezTo>
                    <a:pt x="10188" y="1220"/>
                    <a:pt x="10075" y="1156"/>
                    <a:pt x="9979" y="1076"/>
                  </a:cubicBezTo>
                  <a:cubicBezTo>
                    <a:pt x="9915" y="1044"/>
                    <a:pt x="9883" y="995"/>
                    <a:pt x="9819" y="979"/>
                  </a:cubicBezTo>
                  <a:cubicBezTo>
                    <a:pt x="9739" y="915"/>
                    <a:pt x="9658" y="883"/>
                    <a:pt x="9562" y="819"/>
                  </a:cubicBezTo>
                  <a:cubicBezTo>
                    <a:pt x="9482" y="787"/>
                    <a:pt x="9418" y="739"/>
                    <a:pt x="9337" y="707"/>
                  </a:cubicBezTo>
                  <a:cubicBezTo>
                    <a:pt x="9257" y="659"/>
                    <a:pt x="9161" y="626"/>
                    <a:pt x="9081" y="578"/>
                  </a:cubicBezTo>
                  <a:cubicBezTo>
                    <a:pt x="9001" y="546"/>
                    <a:pt x="8936" y="530"/>
                    <a:pt x="8856" y="482"/>
                  </a:cubicBezTo>
                  <a:cubicBezTo>
                    <a:pt x="8776" y="434"/>
                    <a:pt x="8680" y="402"/>
                    <a:pt x="8583" y="386"/>
                  </a:cubicBezTo>
                  <a:cubicBezTo>
                    <a:pt x="8503" y="338"/>
                    <a:pt x="8423" y="322"/>
                    <a:pt x="8311" y="306"/>
                  </a:cubicBezTo>
                  <a:cubicBezTo>
                    <a:pt x="8247" y="273"/>
                    <a:pt x="8182" y="257"/>
                    <a:pt x="8102" y="241"/>
                  </a:cubicBezTo>
                  <a:cubicBezTo>
                    <a:pt x="8022" y="225"/>
                    <a:pt x="7910" y="193"/>
                    <a:pt x="7845" y="161"/>
                  </a:cubicBezTo>
                  <a:lnTo>
                    <a:pt x="7541" y="97"/>
                  </a:lnTo>
                  <a:cubicBezTo>
                    <a:pt x="7476" y="97"/>
                    <a:pt x="7444" y="81"/>
                    <a:pt x="7380" y="81"/>
                  </a:cubicBezTo>
                  <a:lnTo>
                    <a:pt x="6963" y="17"/>
                  </a:lnTo>
                  <a:lnTo>
                    <a:pt x="6835" y="17"/>
                  </a:lnTo>
                  <a:cubicBezTo>
                    <a:pt x="6674" y="1"/>
                    <a:pt x="6514" y="1"/>
                    <a:pt x="6353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>
            <a:spLocks noGrp="1"/>
          </p:cNvSpPr>
          <p:nvPr>
            <p:ph type="subTitle" idx="1"/>
          </p:nvPr>
        </p:nvSpPr>
        <p:spPr>
          <a:xfrm>
            <a:off x="953650" y="3366825"/>
            <a:ext cx="31203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title"/>
          </p:nvPr>
        </p:nvSpPr>
        <p:spPr>
          <a:xfrm>
            <a:off x="1398825" y="3003425"/>
            <a:ext cx="2232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i="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subTitle" idx="2"/>
          </p:nvPr>
        </p:nvSpPr>
        <p:spPr>
          <a:xfrm>
            <a:off x="5066225" y="3366825"/>
            <a:ext cx="31203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title" idx="3"/>
          </p:nvPr>
        </p:nvSpPr>
        <p:spPr>
          <a:xfrm>
            <a:off x="5662675" y="3003425"/>
            <a:ext cx="1949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i="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title" idx="4"/>
          </p:nvPr>
        </p:nvSpPr>
        <p:spPr>
          <a:xfrm>
            <a:off x="2262550" y="461000"/>
            <a:ext cx="46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180800" y="3759150"/>
            <a:ext cx="3166331" cy="1442168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"/>
          <p:cNvSpPr/>
          <p:nvPr/>
        </p:nvSpPr>
        <p:spPr>
          <a:xfrm flipH="1">
            <a:off x="-44365" y="3759150"/>
            <a:ext cx="3166331" cy="1442168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6"/>
          <p:cNvSpPr txBox="1">
            <a:spLocks noGrp="1"/>
          </p:cNvSpPr>
          <p:nvPr>
            <p:ph type="title"/>
          </p:nvPr>
        </p:nvSpPr>
        <p:spPr>
          <a:xfrm>
            <a:off x="959200" y="257925"/>
            <a:ext cx="7554900" cy="99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E7800"/>
              </a:buClr>
              <a:buSzPts val="2200"/>
              <a:buNone/>
              <a:defRPr sz="2400">
                <a:solidFill>
                  <a:srgbClr val="FF8D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1" name="Google Shape;181;p6"/>
          <p:cNvSpPr/>
          <p:nvPr/>
        </p:nvSpPr>
        <p:spPr>
          <a:xfrm rot="10800000">
            <a:off x="-127130" y="-57893"/>
            <a:ext cx="3166331" cy="1442168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180800" y="3759150"/>
            <a:ext cx="3166331" cy="1442168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rgbClr val="FF8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8">
    <p:bg>
      <p:bgPr>
        <a:solidFill>
          <a:schemeClr val="accent6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8"/>
          <p:cNvSpPr/>
          <p:nvPr/>
        </p:nvSpPr>
        <p:spPr>
          <a:xfrm rot="10800000" flipH="1">
            <a:off x="3577690" y="-99309"/>
            <a:ext cx="6235563" cy="5342109"/>
          </a:xfrm>
          <a:custGeom>
            <a:avLst/>
            <a:gdLst/>
            <a:ahLst/>
            <a:cxnLst/>
            <a:rect l="l" t="t" r="r" b="b"/>
            <a:pathLst>
              <a:path w="244892" h="209803" extrusionOk="0">
                <a:moveTo>
                  <a:pt x="244892" y="0"/>
                </a:moveTo>
                <a:lnTo>
                  <a:pt x="0" y="442"/>
                </a:lnTo>
                <a:cubicBezTo>
                  <a:pt x="0" y="442"/>
                  <a:pt x="31537" y="13225"/>
                  <a:pt x="35069" y="44551"/>
                </a:cubicBezTo>
                <a:cubicBezTo>
                  <a:pt x="38580" y="75877"/>
                  <a:pt x="30822" y="98374"/>
                  <a:pt x="47389" y="119125"/>
                </a:cubicBezTo>
                <a:cubicBezTo>
                  <a:pt x="63935" y="139897"/>
                  <a:pt x="83971" y="148327"/>
                  <a:pt x="78715" y="179654"/>
                </a:cubicBezTo>
                <a:cubicBezTo>
                  <a:pt x="76318" y="193824"/>
                  <a:pt x="82794" y="203390"/>
                  <a:pt x="90594" y="209593"/>
                </a:cubicBezTo>
                <a:lnTo>
                  <a:pt x="244892" y="209803"/>
                </a:lnTo>
                <a:lnTo>
                  <a:pt x="24489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8"/>
          <p:cNvSpPr txBox="1">
            <a:spLocks noGrp="1"/>
          </p:cNvSpPr>
          <p:nvPr>
            <p:ph type="title"/>
          </p:nvPr>
        </p:nvSpPr>
        <p:spPr>
          <a:xfrm>
            <a:off x="873325" y="1505600"/>
            <a:ext cx="31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8" name="Google Shape;508;p18"/>
          <p:cNvSpPr txBox="1">
            <a:spLocks noGrp="1"/>
          </p:cNvSpPr>
          <p:nvPr>
            <p:ph type="subTitle" idx="1"/>
          </p:nvPr>
        </p:nvSpPr>
        <p:spPr>
          <a:xfrm>
            <a:off x="873325" y="2446250"/>
            <a:ext cx="3517500" cy="12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19"/>
          <p:cNvGrpSpPr/>
          <p:nvPr/>
        </p:nvGrpSpPr>
        <p:grpSpPr>
          <a:xfrm rot="5911663">
            <a:off x="4932403" y="-606485"/>
            <a:ext cx="6789086" cy="6913627"/>
            <a:chOff x="4829603" y="195829"/>
            <a:chExt cx="4569853" cy="4614844"/>
          </a:xfrm>
        </p:grpSpPr>
        <p:sp>
          <p:nvSpPr>
            <p:cNvPr id="511" name="Google Shape;511;p19"/>
            <p:cNvSpPr/>
            <p:nvPr/>
          </p:nvSpPr>
          <p:spPr>
            <a:xfrm>
              <a:off x="4830281" y="195829"/>
              <a:ext cx="4568496" cy="4614844"/>
            </a:xfrm>
            <a:custGeom>
              <a:avLst/>
              <a:gdLst/>
              <a:ahLst/>
              <a:cxnLst/>
              <a:rect l="l" t="t" r="r" b="b"/>
              <a:pathLst>
                <a:path w="205418" h="207502" extrusionOk="0">
                  <a:moveTo>
                    <a:pt x="71753" y="0"/>
                  </a:moveTo>
                  <a:cubicBezTo>
                    <a:pt x="58891" y="0"/>
                    <a:pt x="45222" y="8920"/>
                    <a:pt x="41145" y="24928"/>
                  </a:cubicBezTo>
                  <a:cubicBezTo>
                    <a:pt x="36161" y="44194"/>
                    <a:pt x="41692" y="50940"/>
                    <a:pt x="30023" y="54647"/>
                  </a:cubicBezTo>
                  <a:cubicBezTo>
                    <a:pt x="18415" y="58294"/>
                    <a:pt x="0" y="69658"/>
                    <a:pt x="5045" y="87708"/>
                  </a:cubicBezTo>
                  <a:cubicBezTo>
                    <a:pt x="8995" y="101990"/>
                    <a:pt x="27045" y="93360"/>
                    <a:pt x="30205" y="107278"/>
                  </a:cubicBezTo>
                  <a:cubicBezTo>
                    <a:pt x="33305" y="121134"/>
                    <a:pt x="16531" y="124051"/>
                    <a:pt x="27227" y="136146"/>
                  </a:cubicBezTo>
                  <a:lnTo>
                    <a:pt x="28078" y="137179"/>
                  </a:lnTo>
                  <a:cubicBezTo>
                    <a:pt x="35189" y="145140"/>
                    <a:pt x="39929" y="154986"/>
                    <a:pt x="41692" y="165560"/>
                  </a:cubicBezTo>
                  <a:cubicBezTo>
                    <a:pt x="43029" y="172914"/>
                    <a:pt x="46006" y="181119"/>
                    <a:pt x="55062" y="189505"/>
                  </a:cubicBezTo>
                  <a:cubicBezTo>
                    <a:pt x="60602" y="194617"/>
                    <a:pt x="71971" y="199060"/>
                    <a:pt x="83204" y="199060"/>
                  </a:cubicBezTo>
                  <a:cubicBezTo>
                    <a:pt x="87865" y="199060"/>
                    <a:pt x="92504" y="198295"/>
                    <a:pt x="96692" y="196495"/>
                  </a:cubicBezTo>
                  <a:cubicBezTo>
                    <a:pt x="98971" y="195528"/>
                    <a:pt x="100893" y="195117"/>
                    <a:pt x="102609" y="195117"/>
                  </a:cubicBezTo>
                  <a:cubicBezTo>
                    <a:pt x="109957" y="195117"/>
                    <a:pt x="113554" y="202645"/>
                    <a:pt x="125378" y="206340"/>
                  </a:cubicBezTo>
                  <a:cubicBezTo>
                    <a:pt x="127862" y="207120"/>
                    <a:pt x="130475" y="207501"/>
                    <a:pt x="133124" y="207501"/>
                  </a:cubicBezTo>
                  <a:cubicBezTo>
                    <a:pt x="145962" y="207501"/>
                    <a:pt x="159656" y="198547"/>
                    <a:pt x="163787" y="182577"/>
                  </a:cubicBezTo>
                  <a:cubicBezTo>
                    <a:pt x="168770" y="163312"/>
                    <a:pt x="163240" y="156505"/>
                    <a:pt x="174848" y="152859"/>
                  </a:cubicBezTo>
                  <a:cubicBezTo>
                    <a:pt x="186456" y="149212"/>
                    <a:pt x="205417" y="137665"/>
                    <a:pt x="199826" y="119797"/>
                  </a:cubicBezTo>
                  <a:cubicBezTo>
                    <a:pt x="194842" y="103753"/>
                    <a:pt x="177826" y="114145"/>
                    <a:pt x="174665" y="100228"/>
                  </a:cubicBezTo>
                  <a:cubicBezTo>
                    <a:pt x="171566" y="86311"/>
                    <a:pt x="188340" y="83454"/>
                    <a:pt x="177643" y="71360"/>
                  </a:cubicBezTo>
                  <a:lnTo>
                    <a:pt x="176793" y="70327"/>
                  </a:lnTo>
                  <a:cubicBezTo>
                    <a:pt x="169682" y="62305"/>
                    <a:pt x="164942" y="52459"/>
                    <a:pt x="163179" y="41945"/>
                  </a:cubicBezTo>
                  <a:cubicBezTo>
                    <a:pt x="161903" y="34592"/>
                    <a:pt x="158986" y="26266"/>
                    <a:pt x="149809" y="18000"/>
                  </a:cubicBezTo>
                  <a:cubicBezTo>
                    <a:pt x="142872" y="11753"/>
                    <a:pt x="131713" y="7862"/>
                    <a:pt x="121678" y="7862"/>
                  </a:cubicBezTo>
                  <a:cubicBezTo>
                    <a:pt x="116678" y="7862"/>
                    <a:pt x="111958" y="8828"/>
                    <a:pt x="108178" y="10950"/>
                  </a:cubicBezTo>
                  <a:cubicBezTo>
                    <a:pt x="105815" y="12290"/>
                    <a:pt x="103825" y="12847"/>
                    <a:pt x="102024" y="12847"/>
                  </a:cubicBezTo>
                  <a:cubicBezTo>
                    <a:pt x="95166" y="12847"/>
                    <a:pt x="91058" y="4776"/>
                    <a:pt x="79554" y="1166"/>
                  </a:cubicBezTo>
                  <a:cubicBezTo>
                    <a:pt x="77050" y="383"/>
                    <a:pt x="74419" y="0"/>
                    <a:pt x="717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9"/>
            <p:cNvSpPr/>
            <p:nvPr/>
          </p:nvSpPr>
          <p:spPr>
            <a:xfrm>
              <a:off x="4829603" y="195829"/>
              <a:ext cx="4569853" cy="4614844"/>
            </a:xfrm>
            <a:custGeom>
              <a:avLst/>
              <a:gdLst/>
              <a:ahLst/>
              <a:cxnLst/>
              <a:rect l="l" t="t" r="r" b="b"/>
              <a:pathLst>
                <a:path w="205479" h="207502" extrusionOk="0">
                  <a:moveTo>
                    <a:pt x="71758" y="0"/>
                  </a:moveTo>
                  <a:cubicBezTo>
                    <a:pt x="58908" y="0"/>
                    <a:pt x="45273" y="8920"/>
                    <a:pt x="41145" y="24928"/>
                  </a:cubicBezTo>
                  <a:cubicBezTo>
                    <a:pt x="36161" y="44194"/>
                    <a:pt x="41692" y="50940"/>
                    <a:pt x="30084" y="54647"/>
                  </a:cubicBezTo>
                  <a:cubicBezTo>
                    <a:pt x="18415" y="58294"/>
                    <a:pt x="1" y="69658"/>
                    <a:pt x="5045" y="87708"/>
                  </a:cubicBezTo>
                  <a:cubicBezTo>
                    <a:pt x="9056" y="101990"/>
                    <a:pt x="27106" y="93360"/>
                    <a:pt x="30205" y="107278"/>
                  </a:cubicBezTo>
                  <a:cubicBezTo>
                    <a:pt x="33305" y="121134"/>
                    <a:pt x="16531" y="124051"/>
                    <a:pt x="27227" y="136146"/>
                  </a:cubicBezTo>
                  <a:lnTo>
                    <a:pt x="28139" y="137179"/>
                  </a:lnTo>
                  <a:cubicBezTo>
                    <a:pt x="35250" y="145140"/>
                    <a:pt x="39929" y="154986"/>
                    <a:pt x="41692" y="165560"/>
                  </a:cubicBezTo>
                  <a:cubicBezTo>
                    <a:pt x="43029" y="172914"/>
                    <a:pt x="46007" y="181119"/>
                    <a:pt x="55123" y="189505"/>
                  </a:cubicBezTo>
                  <a:cubicBezTo>
                    <a:pt x="60620" y="194617"/>
                    <a:pt x="72007" y="199060"/>
                    <a:pt x="83254" y="199060"/>
                  </a:cubicBezTo>
                  <a:cubicBezTo>
                    <a:pt x="87921" y="199060"/>
                    <a:pt x="92564" y="198295"/>
                    <a:pt x="96753" y="196495"/>
                  </a:cubicBezTo>
                  <a:cubicBezTo>
                    <a:pt x="99021" y="195528"/>
                    <a:pt x="100935" y="195117"/>
                    <a:pt x="102647" y="195117"/>
                  </a:cubicBezTo>
                  <a:cubicBezTo>
                    <a:pt x="109976" y="195117"/>
                    <a:pt x="113604" y="202645"/>
                    <a:pt x="125378" y="206340"/>
                  </a:cubicBezTo>
                  <a:cubicBezTo>
                    <a:pt x="127873" y="207120"/>
                    <a:pt x="130493" y="207501"/>
                    <a:pt x="133146" y="207501"/>
                  </a:cubicBezTo>
                  <a:cubicBezTo>
                    <a:pt x="146004" y="207501"/>
                    <a:pt x="159656" y="198547"/>
                    <a:pt x="163787" y="182577"/>
                  </a:cubicBezTo>
                  <a:cubicBezTo>
                    <a:pt x="168770" y="163312"/>
                    <a:pt x="163240" y="156566"/>
                    <a:pt x="174848" y="152859"/>
                  </a:cubicBezTo>
                  <a:cubicBezTo>
                    <a:pt x="186516" y="149212"/>
                    <a:pt x="205478" y="137665"/>
                    <a:pt x="199887" y="119797"/>
                  </a:cubicBezTo>
                  <a:cubicBezTo>
                    <a:pt x="194843" y="103753"/>
                    <a:pt x="177826" y="114145"/>
                    <a:pt x="174726" y="100228"/>
                  </a:cubicBezTo>
                  <a:cubicBezTo>
                    <a:pt x="171566" y="86311"/>
                    <a:pt x="188400" y="83454"/>
                    <a:pt x="177704" y="71360"/>
                  </a:cubicBezTo>
                  <a:lnTo>
                    <a:pt x="176793" y="70327"/>
                  </a:lnTo>
                  <a:cubicBezTo>
                    <a:pt x="169682" y="62305"/>
                    <a:pt x="165002" y="52459"/>
                    <a:pt x="163179" y="41945"/>
                  </a:cubicBezTo>
                  <a:cubicBezTo>
                    <a:pt x="161903" y="34592"/>
                    <a:pt x="159047" y="26266"/>
                    <a:pt x="149809" y="18000"/>
                  </a:cubicBezTo>
                  <a:cubicBezTo>
                    <a:pt x="142873" y="11753"/>
                    <a:pt x="131713" y="7862"/>
                    <a:pt x="121678" y="7862"/>
                  </a:cubicBezTo>
                  <a:cubicBezTo>
                    <a:pt x="116679" y="7862"/>
                    <a:pt x="111958" y="8828"/>
                    <a:pt x="108179" y="10950"/>
                  </a:cubicBezTo>
                  <a:cubicBezTo>
                    <a:pt x="105815" y="12290"/>
                    <a:pt x="103825" y="12847"/>
                    <a:pt x="102024" y="12847"/>
                  </a:cubicBezTo>
                  <a:cubicBezTo>
                    <a:pt x="95166" y="12847"/>
                    <a:pt x="91058" y="4776"/>
                    <a:pt x="79554" y="1166"/>
                  </a:cubicBezTo>
                  <a:cubicBezTo>
                    <a:pt x="77050" y="383"/>
                    <a:pt x="74421" y="0"/>
                    <a:pt x="7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" name="Google Shape;513;p19"/>
          <p:cNvSpPr/>
          <p:nvPr/>
        </p:nvSpPr>
        <p:spPr>
          <a:xfrm rot="10800000" flipH="1">
            <a:off x="5741050" y="-66042"/>
            <a:ext cx="3642706" cy="1659142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9"/>
          <p:cNvSpPr/>
          <p:nvPr/>
        </p:nvSpPr>
        <p:spPr>
          <a:xfrm flipH="1">
            <a:off x="-239810" y="3811146"/>
            <a:ext cx="3216250" cy="1464904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9"/>
          <p:cNvSpPr txBox="1">
            <a:spLocks noGrp="1"/>
          </p:cNvSpPr>
          <p:nvPr>
            <p:ph type="title"/>
          </p:nvPr>
        </p:nvSpPr>
        <p:spPr>
          <a:xfrm>
            <a:off x="873325" y="1505600"/>
            <a:ext cx="31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16" name="Google Shape;516;p19"/>
          <p:cNvSpPr txBox="1">
            <a:spLocks noGrp="1"/>
          </p:cNvSpPr>
          <p:nvPr>
            <p:ph type="subTitle" idx="1"/>
          </p:nvPr>
        </p:nvSpPr>
        <p:spPr>
          <a:xfrm>
            <a:off x="873325" y="2446250"/>
            <a:ext cx="3517500" cy="12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0">
    <p:bg>
      <p:bgPr>
        <a:solidFill>
          <a:srgbClr val="FFFFFF"/>
        </a:soli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1"/>
          <p:cNvSpPr/>
          <p:nvPr/>
        </p:nvSpPr>
        <p:spPr>
          <a:xfrm rot="10800000">
            <a:off x="-1530000" y="-99300"/>
            <a:ext cx="6658613" cy="5342109"/>
          </a:xfrm>
          <a:custGeom>
            <a:avLst/>
            <a:gdLst/>
            <a:ahLst/>
            <a:cxnLst/>
            <a:rect l="l" t="t" r="r" b="b"/>
            <a:pathLst>
              <a:path w="244892" h="209803" extrusionOk="0">
                <a:moveTo>
                  <a:pt x="244892" y="0"/>
                </a:moveTo>
                <a:lnTo>
                  <a:pt x="0" y="442"/>
                </a:lnTo>
                <a:cubicBezTo>
                  <a:pt x="0" y="442"/>
                  <a:pt x="31537" y="13225"/>
                  <a:pt x="35069" y="44551"/>
                </a:cubicBezTo>
                <a:cubicBezTo>
                  <a:pt x="38580" y="75877"/>
                  <a:pt x="30822" y="98374"/>
                  <a:pt x="47389" y="119125"/>
                </a:cubicBezTo>
                <a:cubicBezTo>
                  <a:pt x="63935" y="139897"/>
                  <a:pt x="83971" y="148327"/>
                  <a:pt x="78715" y="179654"/>
                </a:cubicBezTo>
                <a:cubicBezTo>
                  <a:pt x="76318" y="193824"/>
                  <a:pt x="82794" y="203390"/>
                  <a:pt x="90594" y="209593"/>
                </a:cubicBezTo>
                <a:lnTo>
                  <a:pt x="244892" y="209803"/>
                </a:lnTo>
                <a:lnTo>
                  <a:pt x="24489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1"/>
          <p:cNvSpPr/>
          <p:nvPr/>
        </p:nvSpPr>
        <p:spPr>
          <a:xfrm>
            <a:off x="6049322" y="3781046"/>
            <a:ext cx="3216250" cy="1464904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1"/>
          <p:cNvSpPr/>
          <p:nvPr/>
        </p:nvSpPr>
        <p:spPr>
          <a:xfrm rot="10800000">
            <a:off x="-180" y="-76"/>
            <a:ext cx="4186830" cy="1906974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1"/>
          <p:cNvSpPr txBox="1">
            <a:spLocks noGrp="1"/>
          </p:cNvSpPr>
          <p:nvPr>
            <p:ph type="title"/>
          </p:nvPr>
        </p:nvSpPr>
        <p:spPr>
          <a:xfrm>
            <a:off x="650225" y="2173250"/>
            <a:ext cx="2917800" cy="10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69" name="Google Shape;669;p21"/>
          <p:cNvSpPr txBox="1">
            <a:spLocks noGrp="1"/>
          </p:cNvSpPr>
          <p:nvPr>
            <p:ph type="subTitle" idx="1"/>
          </p:nvPr>
        </p:nvSpPr>
        <p:spPr>
          <a:xfrm>
            <a:off x="5573400" y="775950"/>
            <a:ext cx="2001600" cy="54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2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21"/>
          <p:cNvSpPr txBox="1">
            <a:spLocks noGrp="1"/>
          </p:cNvSpPr>
          <p:nvPr>
            <p:ph type="subTitle" idx="2"/>
          </p:nvPr>
        </p:nvSpPr>
        <p:spPr>
          <a:xfrm>
            <a:off x="5573400" y="2136725"/>
            <a:ext cx="2917800" cy="5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21"/>
          <p:cNvSpPr txBox="1">
            <a:spLocks noGrp="1"/>
          </p:cNvSpPr>
          <p:nvPr>
            <p:ph type="subTitle" idx="3"/>
          </p:nvPr>
        </p:nvSpPr>
        <p:spPr>
          <a:xfrm>
            <a:off x="5573400" y="3514375"/>
            <a:ext cx="27831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2" name="Google Shape;672;p21"/>
          <p:cNvSpPr txBox="1">
            <a:spLocks noGrp="1"/>
          </p:cNvSpPr>
          <p:nvPr>
            <p:ph type="subTitle" idx="4"/>
          </p:nvPr>
        </p:nvSpPr>
        <p:spPr>
          <a:xfrm>
            <a:off x="5573400" y="1104175"/>
            <a:ext cx="29688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21"/>
          <p:cNvSpPr txBox="1">
            <a:spLocks noGrp="1"/>
          </p:cNvSpPr>
          <p:nvPr>
            <p:ph type="subTitle" idx="5"/>
          </p:nvPr>
        </p:nvSpPr>
        <p:spPr>
          <a:xfrm>
            <a:off x="5573400" y="2490500"/>
            <a:ext cx="30483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1"/>
          <p:cNvSpPr txBox="1">
            <a:spLocks noGrp="1"/>
          </p:cNvSpPr>
          <p:nvPr>
            <p:ph type="subTitle" idx="6"/>
          </p:nvPr>
        </p:nvSpPr>
        <p:spPr>
          <a:xfrm>
            <a:off x="5573400" y="3908300"/>
            <a:ext cx="31191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3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4"/>
          <p:cNvSpPr/>
          <p:nvPr/>
        </p:nvSpPr>
        <p:spPr>
          <a:xfrm rot="10800000" flipH="1">
            <a:off x="6439776" y="-89570"/>
            <a:ext cx="2780523" cy="1266444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rgbClr val="FF8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4"/>
          <p:cNvSpPr/>
          <p:nvPr/>
        </p:nvSpPr>
        <p:spPr>
          <a:xfrm flipH="1">
            <a:off x="-62872" y="4004974"/>
            <a:ext cx="2637896" cy="1201481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rgbClr val="FF8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4"/>
          <p:cNvSpPr txBox="1">
            <a:spLocks noGrp="1"/>
          </p:cNvSpPr>
          <p:nvPr>
            <p:ph type="title"/>
          </p:nvPr>
        </p:nvSpPr>
        <p:spPr>
          <a:xfrm>
            <a:off x="1330125" y="1427150"/>
            <a:ext cx="12810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500" b="1" i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1" name="Google Shape;691;p24"/>
          <p:cNvSpPr txBox="1">
            <a:spLocks noGrp="1"/>
          </p:cNvSpPr>
          <p:nvPr>
            <p:ph type="subTitle" idx="1"/>
          </p:nvPr>
        </p:nvSpPr>
        <p:spPr>
          <a:xfrm>
            <a:off x="657875" y="1711250"/>
            <a:ext cx="2043000" cy="6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92" name="Google Shape;692;p24"/>
          <p:cNvSpPr txBox="1">
            <a:spLocks noGrp="1"/>
          </p:cNvSpPr>
          <p:nvPr>
            <p:ph type="title" idx="2"/>
          </p:nvPr>
        </p:nvSpPr>
        <p:spPr>
          <a:xfrm>
            <a:off x="6487800" y="2445350"/>
            <a:ext cx="12051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500" b="1" i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3" name="Google Shape;693;p24"/>
          <p:cNvSpPr txBox="1">
            <a:spLocks noGrp="1"/>
          </p:cNvSpPr>
          <p:nvPr>
            <p:ph type="subTitle" idx="3"/>
          </p:nvPr>
        </p:nvSpPr>
        <p:spPr>
          <a:xfrm>
            <a:off x="6380950" y="2824975"/>
            <a:ext cx="2133000" cy="7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94" name="Google Shape;694;p24"/>
          <p:cNvSpPr txBox="1">
            <a:spLocks noGrp="1"/>
          </p:cNvSpPr>
          <p:nvPr>
            <p:ph type="title" idx="4"/>
          </p:nvPr>
        </p:nvSpPr>
        <p:spPr>
          <a:xfrm>
            <a:off x="6477000" y="1427150"/>
            <a:ext cx="12159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500" b="1" i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5" name="Google Shape;695;p24"/>
          <p:cNvSpPr txBox="1">
            <a:spLocks noGrp="1"/>
          </p:cNvSpPr>
          <p:nvPr>
            <p:ph type="subTitle" idx="5"/>
          </p:nvPr>
        </p:nvSpPr>
        <p:spPr>
          <a:xfrm>
            <a:off x="6380950" y="1711250"/>
            <a:ext cx="2209200" cy="7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96" name="Google Shape;696;p24"/>
          <p:cNvSpPr txBox="1">
            <a:spLocks noGrp="1"/>
          </p:cNvSpPr>
          <p:nvPr>
            <p:ph type="title" idx="6"/>
          </p:nvPr>
        </p:nvSpPr>
        <p:spPr>
          <a:xfrm>
            <a:off x="1467500" y="2526675"/>
            <a:ext cx="114300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500" b="1" i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7" name="Google Shape;697;p24"/>
          <p:cNvSpPr txBox="1">
            <a:spLocks noGrp="1"/>
          </p:cNvSpPr>
          <p:nvPr>
            <p:ph type="subTitle" idx="7"/>
          </p:nvPr>
        </p:nvSpPr>
        <p:spPr>
          <a:xfrm>
            <a:off x="724675" y="2854700"/>
            <a:ext cx="19761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98" name="Google Shape;698;p24"/>
          <p:cNvSpPr txBox="1">
            <a:spLocks noGrp="1"/>
          </p:cNvSpPr>
          <p:nvPr>
            <p:ph type="title" idx="8"/>
          </p:nvPr>
        </p:nvSpPr>
        <p:spPr>
          <a:xfrm>
            <a:off x="1467525" y="3658250"/>
            <a:ext cx="114300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500" b="1" i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9" name="Google Shape;699;p24"/>
          <p:cNvSpPr txBox="1">
            <a:spLocks noGrp="1"/>
          </p:cNvSpPr>
          <p:nvPr>
            <p:ph type="subTitle" idx="9"/>
          </p:nvPr>
        </p:nvSpPr>
        <p:spPr>
          <a:xfrm>
            <a:off x="657650" y="3967075"/>
            <a:ext cx="2043000" cy="7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700" name="Google Shape;700;p24"/>
          <p:cNvSpPr txBox="1">
            <a:spLocks noGrp="1"/>
          </p:cNvSpPr>
          <p:nvPr>
            <p:ph type="title" idx="13"/>
          </p:nvPr>
        </p:nvSpPr>
        <p:spPr>
          <a:xfrm>
            <a:off x="6477000" y="3635700"/>
            <a:ext cx="114300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500" b="1" i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None/>
              <a:defRPr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1" name="Google Shape;701;p24"/>
          <p:cNvSpPr txBox="1">
            <a:spLocks noGrp="1"/>
          </p:cNvSpPr>
          <p:nvPr>
            <p:ph type="subTitle" idx="14"/>
          </p:nvPr>
        </p:nvSpPr>
        <p:spPr>
          <a:xfrm>
            <a:off x="6380950" y="3967075"/>
            <a:ext cx="1976100" cy="7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702" name="Google Shape;702;p24"/>
          <p:cNvSpPr txBox="1">
            <a:spLocks noGrp="1"/>
          </p:cNvSpPr>
          <p:nvPr>
            <p:ph type="title" idx="15"/>
          </p:nvPr>
        </p:nvSpPr>
        <p:spPr>
          <a:xfrm>
            <a:off x="1379475" y="459175"/>
            <a:ext cx="63822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7">
  <p:cSld name="CUSTOM_13_1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0"/>
          <p:cNvSpPr/>
          <p:nvPr/>
        </p:nvSpPr>
        <p:spPr>
          <a:xfrm rot="10800000" flipH="1">
            <a:off x="701525" y="-89725"/>
            <a:ext cx="8556937" cy="3897425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30"/>
          <p:cNvSpPr/>
          <p:nvPr/>
        </p:nvSpPr>
        <p:spPr>
          <a:xfrm rot="10800000">
            <a:off x="-62872" y="-89570"/>
            <a:ext cx="2780523" cy="1266444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rgbClr val="FF8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30"/>
          <p:cNvSpPr/>
          <p:nvPr/>
        </p:nvSpPr>
        <p:spPr>
          <a:xfrm>
            <a:off x="6620553" y="4004974"/>
            <a:ext cx="2637896" cy="1201481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rgbClr val="FF8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30"/>
          <p:cNvSpPr txBox="1">
            <a:spLocks noGrp="1"/>
          </p:cNvSpPr>
          <p:nvPr>
            <p:ph type="title"/>
          </p:nvPr>
        </p:nvSpPr>
        <p:spPr>
          <a:xfrm>
            <a:off x="2360625" y="465675"/>
            <a:ext cx="4430700" cy="5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DGROUND">
  <p:cSld name="CUSTOM_1">
    <p:bg>
      <p:bgPr>
        <a:solidFill>
          <a:schemeClr val="accent2"/>
        </a:solidFill>
        <a:effectLst/>
      </p:bgPr>
    </p:bg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ExtraBold"/>
              <a:buNone/>
              <a:defRPr sz="26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8" r:id="rId4"/>
    <p:sldLayoutId id="2147483664" r:id="rId5"/>
    <p:sldLayoutId id="2147483665" r:id="rId6"/>
    <p:sldLayoutId id="2147483667" r:id="rId7"/>
    <p:sldLayoutId id="2147483670" r:id="rId8"/>
    <p:sldLayoutId id="2147483676" r:id="rId9"/>
    <p:sldLayoutId id="214748368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7"/>
          <p:cNvSpPr txBox="1">
            <a:spLocks noGrp="1"/>
          </p:cNvSpPr>
          <p:nvPr>
            <p:ph type="ctrTitle"/>
          </p:nvPr>
        </p:nvSpPr>
        <p:spPr>
          <a:xfrm>
            <a:off x="4823267" y="1404054"/>
            <a:ext cx="3761100" cy="22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3600" dirty="0">
                <a:solidFill>
                  <a:schemeClr val="accent2"/>
                </a:solidFill>
              </a:rPr>
              <a:t>ORANGE </a:t>
            </a:r>
            <a:r>
              <a:rPr lang="en-US" sz="3600" dirty="0">
                <a:solidFill>
                  <a:srgbClr val="00B050"/>
                </a:solidFill>
              </a:rPr>
              <a:t>HRM</a:t>
            </a:r>
            <a:r>
              <a:rPr lang="ar-SA" sz="3600" dirty="0">
                <a:solidFill>
                  <a:schemeClr val="accent2"/>
                </a:solidFill>
              </a:rPr>
              <a:t> </a:t>
            </a:r>
            <a:r>
              <a:rPr lang="en" sz="3600" dirty="0">
                <a:solidFill>
                  <a:schemeClr val="accent2"/>
                </a:solidFill>
              </a:rPr>
              <a:t> </a:t>
            </a:r>
            <a:r>
              <a:rPr lang="en-GB" sz="2800" dirty="0"/>
              <a:t>Open-Source HR Management System</a:t>
            </a:r>
            <a:endParaRPr sz="2800" dirty="0"/>
          </a:p>
        </p:txBody>
      </p:sp>
      <p:grpSp>
        <p:nvGrpSpPr>
          <p:cNvPr id="960" name="Google Shape;960;p37"/>
          <p:cNvGrpSpPr/>
          <p:nvPr/>
        </p:nvGrpSpPr>
        <p:grpSpPr>
          <a:xfrm>
            <a:off x="483915" y="767632"/>
            <a:ext cx="3656460" cy="3608223"/>
            <a:chOff x="1473725" y="528200"/>
            <a:chExt cx="4737575" cy="4675075"/>
          </a:xfrm>
        </p:grpSpPr>
        <p:sp>
          <p:nvSpPr>
            <p:cNvPr id="961" name="Google Shape;961;p37"/>
            <p:cNvSpPr/>
            <p:nvPr/>
          </p:nvSpPr>
          <p:spPr>
            <a:xfrm>
              <a:off x="1473725" y="528200"/>
              <a:ext cx="4737575" cy="4675075"/>
            </a:xfrm>
            <a:custGeom>
              <a:avLst/>
              <a:gdLst/>
              <a:ahLst/>
              <a:cxnLst/>
              <a:rect l="l" t="t" r="r" b="b"/>
              <a:pathLst>
                <a:path w="189503" h="187003" extrusionOk="0">
                  <a:moveTo>
                    <a:pt x="84871" y="0"/>
                  </a:moveTo>
                  <a:cubicBezTo>
                    <a:pt x="65963" y="0"/>
                    <a:pt x="46277" y="7653"/>
                    <a:pt x="31756" y="22555"/>
                  </a:cubicBezTo>
                  <a:cubicBezTo>
                    <a:pt x="5071" y="49941"/>
                    <a:pt x="3470" y="78228"/>
                    <a:pt x="3470" y="78228"/>
                  </a:cubicBezTo>
                  <a:cubicBezTo>
                    <a:pt x="3470" y="78228"/>
                    <a:pt x="0" y="111552"/>
                    <a:pt x="24651" y="139205"/>
                  </a:cubicBezTo>
                  <a:cubicBezTo>
                    <a:pt x="49269" y="166858"/>
                    <a:pt x="87396" y="176131"/>
                    <a:pt x="118118" y="184471"/>
                  </a:cubicBezTo>
                  <a:cubicBezTo>
                    <a:pt x="124430" y="186182"/>
                    <a:pt x="130551" y="187003"/>
                    <a:pt x="136356" y="187003"/>
                  </a:cubicBezTo>
                  <a:cubicBezTo>
                    <a:pt x="158834" y="187003"/>
                    <a:pt x="176571" y="174695"/>
                    <a:pt x="182297" y="154149"/>
                  </a:cubicBezTo>
                  <a:cubicBezTo>
                    <a:pt x="189502" y="128297"/>
                    <a:pt x="166886" y="115755"/>
                    <a:pt x="158147" y="82931"/>
                  </a:cubicBezTo>
                  <a:cubicBezTo>
                    <a:pt x="149440" y="50108"/>
                    <a:pt x="151942" y="40401"/>
                    <a:pt x="127258" y="16350"/>
                  </a:cubicBezTo>
                  <a:cubicBezTo>
                    <a:pt x="116005" y="5371"/>
                    <a:pt x="100711" y="0"/>
                    <a:pt x="84871" y="0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7"/>
            <p:cNvSpPr/>
            <p:nvPr/>
          </p:nvSpPr>
          <p:spPr>
            <a:xfrm>
              <a:off x="1473725" y="528200"/>
              <a:ext cx="4737575" cy="4675075"/>
            </a:xfrm>
            <a:custGeom>
              <a:avLst/>
              <a:gdLst/>
              <a:ahLst/>
              <a:cxnLst/>
              <a:rect l="l" t="t" r="r" b="b"/>
              <a:pathLst>
                <a:path w="189503" h="187003" extrusionOk="0">
                  <a:moveTo>
                    <a:pt x="84871" y="0"/>
                  </a:moveTo>
                  <a:cubicBezTo>
                    <a:pt x="65963" y="0"/>
                    <a:pt x="46277" y="7653"/>
                    <a:pt x="31756" y="22555"/>
                  </a:cubicBezTo>
                  <a:cubicBezTo>
                    <a:pt x="5071" y="49941"/>
                    <a:pt x="3470" y="78228"/>
                    <a:pt x="3470" y="78228"/>
                  </a:cubicBezTo>
                  <a:cubicBezTo>
                    <a:pt x="3470" y="78228"/>
                    <a:pt x="0" y="111552"/>
                    <a:pt x="24651" y="139205"/>
                  </a:cubicBezTo>
                  <a:cubicBezTo>
                    <a:pt x="49269" y="166858"/>
                    <a:pt x="87396" y="176131"/>
                    <a:pt x="118118" y="184471"/>
                  </a:cubicBezTo>
                  <a:cubicBezTo>
                    <a:pt x="124430" y="186182"/>
                    <a:pt x="130551" y="187003"/>
                    <a:pt x="136356" y="187003"/>
                  </a:cubicBezTo>
                  <a:cubicBezTo>
                    <a:pt x="158834" y="187003"/>
                    <a:pt x="176571" y="174695"/>
                    <a:pt x="182297" y="154149"/>
                  </a:cubicBezTo>
                  <a:cubicBezTo>
                    <a:pt x="189502" y="128297"/>
                    <a:pt x="166886" y="115755"/>
                    <a:pt x="158147" y="82931"/>
                  </a:cubicBezTo>
                  <a:cubicBezTo>
                    <a:pt x="149440" y="50108"/>
                    <a:pt x="151942" y="40401"/>
                    <a:pt x="127258" y="16350"/>
                  </a:cubicBezTo>
                  <a:cubicBezTo>
                    <a:pt x="116005" y="5371"/>
                    <a:pt x="100711" y="0"/>
                    <a:pt x="84871" y="0"/>
                  </a:cubicBezTo>
                  <a:close/>
                </a:path>
              </a:pathLst>
            </a:custGeom>
            <a:solidFill>
              <a:srgbClr val="FFFFFF">
                <a:alpha val="71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7"/>
            <p:cNvSpPr/>
            <p:nvPr/>
          </p:nvSpPr>
          <p:spPr>
            <a:xfrm>
              <a:off x="2511125" y="1018675"/>
              <a:ext cx="2905450" cy="2142400"/>
            </a:xfrm>
            <a:custGeom>
              <a:avLst/>
              <a:gdLst/>
              <a:ahLst/>
              <a:cxnLst/>
              <a:rect l="l" t="t" r="r" b="b"/>
              <a:pathLst>
                <a:path w="116218" h="85696" fill="none" extrusionOk="0">
                  <a:moveTo>
                    <a:pt x="1" y="0"/>
                  </a:moveTo>
                  <a:lnTo>
                    <a:pt x="52438" y="85695"/>
                  </a:lnTo>
                  <a:lnTo>
                    <a:pt x="116217" y="25318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7"/>
            <p:cNvSpPr/>
            <p:nvPr/>
          </p:nvSpPr>
          <p:spPr>
            <a:xfrm>
              <a:off x="1822300" y="2543925"/>
              <a:ext cx="1999800" cy="715550"/>
            </a:xfrm>
            <a:custGeom>
              <a:avLst/>
              <a:gdLst/>
              <a:ahLst/>
              <a:cxnLst/>
              <a:rect l="l" t="t" r="r" b="b"/>
              <a:pathLst>
                <a:path w="79992" h="28622" fill="none" extrusionOk="0">
                  <a:moveTo>
                    <a:pt x="1" y="28621"/>
                  </a:moveTo>
                  <a:lnTo>
                    <a:pt x="79991" y="24685"/>
                  </a:lnTo>
                  <a:lnTo>
                    <a:pt x="21750" y="1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7"/>
            <p:cNvSpPr/>
            <p:nvPr/>
          </p:nvSpPr>
          <p:spPr>
            <a:xfrm>
              <a:off x="3846250" y="766000"/>
              <a:ext cx="1826325" cy="2807850"/>
            </a:xfrm>
            <a:custGeom>
              <a:avLst/>
              <a:gdLst/>
              <a:ahLst/>
              <a:cxnLst/>
              <a:rect l="l" t="t" r="r" b="b"/>
              <a:pathLst>
                <a:path w="73053" h="112314" fill="none" extrusionOk="0">
                  <a:moveTo>
                    <a:pt x="11876" y="0"/>
                  </a:moveTo>
                  <a:lnTo>
                    <a:pt x="1" y="97837"/>
                  </a:lnTo>
                  <a:lnTo>
                    <a:pt x="73053" y="112314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7"/>
            <p:cNvSpPr/>
            <p:nvPr/>
          </p:nvSpPr>
          <p:spPr>
            <a:xfrm>
              <a:off x="2397725" y="3161050"/>
              <a:ext cx="2903750" cy="1525275"/>
            </a:xfrm>
            <a:custGeom>
              <a:avLst/>
              <a:gdLst/>
              <a:ahLst/>
              <a:cxnLst/>
              <a:rect l="l" t="t" r="r" b="b"/>
              <a:pathLst>
                <a:path w="116150" h="61011" fill="none" extrusionOk="0">
                  <a:moveTo>
                    <a:pt x="0" y="61010"/>
                  </a:moveTo>
                  <a:lnTo>
                    <a:pt x="56974" y="0"/>
                  </a:lnTo>
                  <a:lnTo>
                    <a:pt x="116150" y="44865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7"/>
            <p:cNvSpPr/>
            <p:nvPr/>
          </p:nvSpPr>
          <p:spPr>
            <a:xfrm>
              <a:off x="1522925" y="2988425"/>
              <a:ext cx="508725" cy="507875"/>
            </a:xfrm>
            <a:custGeom>
              <a:avLst/>
              <a:gdLst/>
              <a:ahLst/>
              <a:cxnLst/>
              <a:rect l="l" t="t" r="r" b="b"/>
              <a:pathLst>
                <a:path w="20349" h="20315" extrusionOk="0">
                  <a:moveTo>
                    <a:pt x="10174" y="0"/>
                  </a:moveTo>
                  <a:cubicBezTo>
                    <a:pt x="4537" y="0"/>
                    <a:pt x="1" y="4537"/>
                    <a:pt x="1" y="10174"/>
                  </a:cubicBezTo>
                  <a:cubicBezTo>
                    <a:pt x="1" y="15778"/>
                    <a:pt x="4537" y="20315"/>
                    <a:pt x="10174" y="20315"/>
                  </a:cubicBezTo>
                  <a:cubicBezTo>
                    <a:pt x="15812" y="20315"/>
                    <a:pt x="20348" y="15778"/>
                    <a:pt x="20348" y="10174"/>
                  </a:cubicBezTo>
                  <a:cubicBezTo>
                    <a:pt x="20348" y="4537"/>
                    <a:pt x="15812" y="0"/>
                    <a:pt x="101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7"/>
            <p:cNvSpPr/>
            <p:nvPr/>
          </p:nvSpPr>
          <p:spPr>
            <a:xfrm>
              <a:off x="1636350" y="3095150"/>
              <a:ext cx="296900" cy="308575"/>
            </a:xfrm>
            <a:custGeom>
              <a:avLst/>
              <a:gdLst/>
              <a:ahLst/>
              <a:cxnLst/>
              <a:rect l="l" t="t" r="r" b="b"/>
              <a:pathLst>
                <a:path w="11876" h="12343" extrusionOk="0">
                  <a:moveTo>
                    <a:pt x="11875" y="5638"/>
                  </a:moveTo>
                  <a:cubicBezTo>
                    <a:pt x="11675" y="2436"/>
                    <a:pt x="8873" y="1"/>
                    <a:pt x="5637" y="234"/>
                  </a:cubicBezTo>
                  <a:cubicBezTo>
                    <a:pt x="2769" y="434"/>
                    <a:pt x="500" y="2669"/>
                    <a:pt x="200" y="5505"/>
                  </a:cubicBezTo>
                  <a:lnTo>
                    <a:pt x="200" y="5772"/>
                  </a:lnTo>
                  <a:cubicBezTo>
                    <a:pt x="200" y="6806"/>
                    <a:pt x="500" y="7840"/>
                    <a:pt x="1034" y="8774"/>
                  </a:cubicBezTo>
                  <a:lnTo>
                    <a:pt x="0" y="11843"/>
                  </a:lnTo>
                  <a:lnTo>
                    <a:pt x="3202" y="10809"/>
                  </a:lnTo>
                  <a:cubicBezTo>
                    <a:pt x="6038" y="12343"/>
                    <a:pt x="9607" y="11309"/>
                    <a:pt x="11141" y="8474"/>
                  </a:cubicBezTo>
                  <a:cubicBezTo>
                    <a:pt x="11575" y="7640"/>
                    <a:pt x="11842" y="6672"/>
                    <a:pt x="11842" y="5705"/>
                  </a:cubicBezTo>
                  <a:cubicBezTo>
                    <a:pt x="11875" y="5738"/>
                    <a:pt x="11875" y="5672"/>
                    <a:pt x="11875" y="5638"/>
                  </a:cubicBezTo>
                  <a:close/>
                  <a:moveTo>
                    <a:pt x="6038" y="10642"/>
                  </a:moveTo>
                  <a:cubicBezTo>
                    <a:pt x="5104" y="10642"/>
                    <a:pt x="4170" y="10342"/>
                    <a:pt x="3336" y="9841"/>
                  </a:cubicBezTo>
                  <a:lnTo>
                    <a:pt x="1468" y="10442"/>
                  </a:lnTo>
                  <a:lnTo>
                    <a:pt x="2102" y="8640"/>
                  </a:lnTo>
                  <a:cubicBezTo>
                    <a:pt x="1468" y="7806"/>
                    <a:pt x="1168" y="6806"/>
                    <a:pt x="1168" y="5805"/>
                  </a:cubicBezTo>
                  <a:cubicBezTo>
                    <a:pt x="1168" y="5638"/>
                    <a:pt x="1168" y="5471"/>
                    <a:pt x="1201" y="5338"/>
                  </a:cubicBezTo>
                  <a:cubicBezTo>
                    <a:pt x="1468" y="2636"/>
                    <a:pt x="3803" y="635"/>
                    <a:pt x="6505" y="901"/>
                  </a:cubicBezTo>
                  <a:cubicBezTo>
                    <a:pt x="8906" y="1102"/>
                    <a:pt x="10808" y="3003"/>
                    <a:pt x="10975" y="5438"/>
                  </a:cubicBezTo>
                  <a:lnTo>
                    <a:pt x="10975" y="5805"/>
                  </a:lnTo>
                  <a:cubicBezTo>
                    <a:pt x="10941" y="8474"/>
                    <a:pt x="8706" y="10642"/>
                    <a:pt x="6038" y="106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7"/>
            <p:cNvSpPr/>
            <p:nvPr/>
          </p:nvSpPr>
          <p:spPr>
            <a:xfrm>
              <a:off x="1714725" y="3173550"/>
              <a:ext cx="145975" cy="137625"/>
            </a:xfrm>
            <a:custGeom>
              <a:avLst/>
              <a:gdLst/>
              <a:ahLst/>
              <a:cxnLst/>
              <a:rect l="l" t="t" r="r" b="b"/>
              <a:pathLst>
                <a:path w="5839" h="5505" extrusionOk="0">
                  <a:moveTo>
                    <a:pt x="5571" y="3803"/>
                  </a:moveTo>
                  <a:cubicBezTo>
                    <a:pt x="5471" y="3703"/>
                    <a:pt x="4737" y="3369"/>
                    <a:pt x="4637" y="3336"/>
                  </a:cubicBezTo>
                  <a:cubicBezTo>
                    <a:pt x="4504" y="3303"/>
                    <a:pt x="4404" y="3236"/>
                    <a:pt x="4304" y="3403"/>
                  </a:cubicBezTo>
                  <a:cubicBezTo>
                    <a:pt x="4170" y="3570"/>
                    <a:pt x="3903" y="3870"/>
                    <a:pt x="3837" y="3970"/>
                  </a:cubicBezTo>
                  <a:cubicBezTo>
                    <a:pt x="3737" y="4037"/>
                    <a:pt x="3670" y="4070"/>
                    <a:pt x="3503" y="4003"/>
                  </a:cubicBezTo>
                  <a:cubicBezTo>
                    <a:pt x="3070" y="3836"/>
                    <a:pt x="2703" y="3603"/>
                    <a:pt x="2336" y="3303"/>
                  </a:cubicBezTo>
                  <a:cubicBezTo>
                    <a:pt x="2035" y="3003"/>
                    <a:pt x="1735" y="2669"/>
                    <a:pt x="1535" y="2335"/>
                  </a:cubicBezTo>
                  <a:cubicBezTo>
                    <a:pt x="1468" y="2202"/>
                    <a:pt x="1535" y="2135"/>
                    <a:pt x="1635" y="2035"/>
                  </a:cubicBezTo>
                  <a:cubicBezTo>
                    <a:pt x="1702" y="1968"/>
                    <a:pt x="1735" y="1868"/>
                    <a:pt x="1835" y="1802"/>
                  </a:cubicBezTo>
                  <a:lnTo>
                    <a:pt x="1869" y="1702"/>
                  </a:lnTo>
                  <a:cubicBezTo>
                    <a:pt x="1902" y="1668"/>
                    <a:pt x="1969" y="1568"/>
                    <a:pt x="1969" y="1535"/>
                  </a:cubicBezTo>
                  <a:cubicBezTo>
                    <a:pt x="2002" y="1468"/>
                    <a:pt x="2002" y="1368"/>
                    <a:pt x="1969" y="1301"/>
                  </a:cubicBezTo>
                  <a:cubicBezTo>
                    <a:pt x="1902" y="1201"/>
                    <a:pt x="1635" y="501"/>
                    <a:pt x="1502" y="267"/>
                  </a:cubicBezTo>
                  <a:cubicBezTo>
                    <a:pt x="1368" y="0"/>
                    <a:pt x="1235" y="0"/>
                    <a:pt x="1168" y="0"/>
                  </a:cubicBezTo>
                  <a:lnTo>
                    <a:pt x="868" y="0"/>
                  </a:lnTo>
                  <a:cubicBezTo>
                    <a:pt x="735" y="0"/>
                    <a:pt x="568" y="67"/>
                    <a:pt x="501" y="167"/>
                  </a:cubicBezTo>
                  <a:cubicBezTo>
                    <a:pt x="167" y="467"/>
                    <a:pt x="1" y="901"/>
                    <a:pt x="1" y="1335"/>
                  </a:cubicBezTo>
                  <a:cubicBezTo>
                    <a:pt x="1" y="1501"/>
                    <a:pt x="34" y="1668"/>
                    <a:pt x="67" y="1835"/>
                  </a:cubicBezTo>
                  <a:cubicBezTo>
                    <a:pt x="201" y="2169"/>
                    <a:pt x="368" y="2502"/>
                    <a:pt x="568" y="2836"/>
                  </a:cubicBezTo>
                  <a:cubicBezTo>
                    <a:pt x="668" y="2902"/>
                    <a:pt x="1568" y="4404"/>
                    <a:pt x="3003" y="4971"/>
                  </a:cubicBezTo>
                  <a:cubicBezTo>
                    <a:pt x="4404" y="5504"/>
                    <a:pt x="4471" y="5338"/>
                    <a:pt x="4704" y="5338"/>
                  </a:cubicBezTo>
                  <a:cubicBezTo>
                    <a:pt x="5138" y="5237"/>
                    <a:pt x="5471" y="5004"/>
                    <a:pt x="5671" y="4670"/>
                  </a:cubicBezTo>
                  <a:cubicBezTo>
                    <a:pt x="5738" y="4470"/>
                    <a:pt x="5805" y="4203"/>
                    <a:pt x="5738" y="4003"/>
                  </a:cubicBezTo>
                  <a:cubicBezTo>
                    <a:pt x="5838" y="3937"/>
                    <a:pt x="5705" y="3870"/>
                    <a:pt x="5571" y="38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7"/>
            <p:cNvSpPr/>
            <p:nvPr/>
          </p:nvSpPr>
          <p:spPr>
            <a:xfrm>
              <a:off x="2199250" y="724300"/>
              <a:ext cx="515375" cy="508750"/>
            </a:xfrm>
            <a:custGeom>
              <a:avLst/>
              <a:gdLst/>
              <a:ahLst/>
              <a:cxnLst/>
              <a:rect l="l" t="t" r="r" b="b"/>
              <a:pathLst>
                <a:path w="20615" h="20350" extrusionOk="0">
                  <a:moveTo>
                    <a:pt x="10107" y="0"/>
                  </a:moveTo>
                  <a:cubicBezTo>
                    <a:pt x="4470" y="100"/>
                    <a:pt x="0" y="4737"/>
                    <a:pt x="134" y="10374"/>
                  </a:cubicBezTo>
                  <a:cubicBezTo>
                    <a:pt x="267" y="15845"/>
                    <a:pt x="4637" y="20215"/>
                    <a:pt x="10107" y="20348"/>
                  </a:cubicBezTo>
                  <a:cubicBezTo>
                    <a:pt x="10169" y="20349"/>
                    <a:pt x="10231" y="20350"/>
                    <a:pt x="10293" y="20350"/>
                  </a:cubicBezTo>
                  <a:cubicBezTo>
                    <a:pt x="15814" y="20350"/>
                    <a:pt x="20350" y="15949"/>
                    <a:pt x="20481" y="10374"/>
                  </a:cubicBezTo>
                  <a:cubicBezTo>
                    <a:pt x="20615" y="4737"/>
                    <a:pt x="16145" y="100"/>
                    <a:pt x="105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7"/>
            <p:cNvSpPr/>
            <p:nvPr/>
          </p:nvSpPr>
          <p:spPr>
            <a:xfrm>
              <a:off x="2280975" y="859400"/>
              <a:ext cx="341925" cy="238525"/>
            </a:xfrm>
            <a:custGeom>
              <a:avLst/>
              <a:gdLst/>
              <a:ahLst/>
              <a:cxnLst/>
              <a:rect l="l" t="t" r="r" b="b"/>
              <a:pathLst>
                <a:path w="13677" h="9541" extrusionOk="0">
                  <a:moveTo>
                    <a:pt x="6838" y="0"/>
                  </a:moveTo>
                  <a:cubicBezTo>
                    <a:pt x="6838" y="0"/>
                    <a:pt x="2602" y="0"/>
                    <a:pt x="1568" y="300"/>
                  </a:cubicBezTo>
                  <a:cubicBezTo>
                    <a:pt x="1001" y="467"/>
                    <a:pt x="534" y="934"/>
                    <a:pt x="367" y="1501"/>
                  </a:cubicBezTo>
                  <a:cubicBezTo>
                    <a:pt x="0" y="3669"/>
                    <a:pt x="0" y="5871"/>
                    <a:pt x="367" y="8039"/>
                  </a:cubicBezTo>
                  <a:cubicBezTo>
                    <a:pt x="534" y="8640"/>
                    <a:pt x="1001" y="9107"/>
                    <a:pt x="1568" y="9273"/>
                  </a:cubicBezTo>
                  <a:cubicBezTo>
                    <a:pt x="2602" y="9540"/>
                    <a:pt x="6838" y="9540"/>
                    <a:pt x="6838" y="9540"/>
                  </a:cubicBezTo>
                  <a:cubicBezTo>
                    <a:pt x="6838" y="9540"/>
                    <a:pt x="11041" y="9540"/>
                    <a:pt x="12075" y="9273"/>
                  </a:cubicBezTo>
                  <a:cubicBezTo>
                    <a:pt x="12676" y="9107"/>
                    <a:pt x="13110" y="8640"/>
                    <a:pt x="13276" y="8039"/>
                  </a:cubicBezTo>
                  <a:cubicBezTo>
                    <a:pt x="13677" y="5871"/>
                    <a:pt x="13677" y="3669"/>
                    <a:pt x="13276" y="1501"/>
                  </a:cubicBezTo>
                  <a:cubicBezTo>
                    <a:pt x="13110" y="934"/>
                    <a:pt x="12709" y="467"/>
                    <a:pt x="12075" y="300"/>
                  </a:cubicBezTo>
                  <a:cubicBezTo>
                    <a:pt x="11041" y="0"/>
                    <a:pt x="6838" y="0"/>
                    <a:pt x="6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7"/>
            <p:cNvSpPr/>
            <p:nvPr/>
          </p:nvSpPr>
          <p:spPr>
            <a:xfrm>
              <a:off x="2416900" y="928600"/>
              <a:ext cx="87575" cy="100925"/>
            </a:xfrm>
            <a:custGeom>
              <a:avLst/>
              <a:gdLst/>
              <a:ahLst/>
              <a:cxnLst/>
              <a:rect l="l" t="t" r="r" b="b"/>
              <a:pathLst>
                <a:path w="3503" h="4037" extrusionOk="0">
                  <a:moveTo>
                    <a:pt x="0" y="1"/>
                  </a:moveTo>
                  <a:lnTo>
                    <a:pt x="0" y="4037"/>
                  </a:lnTo>
                  <a:lnTo>
                    <a:pt x="3503" y="20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7"/>
            <p:cNvSpPr/>
            <p:nvPr/>
          </p:nvSpPr>
          <p:spPr>
            <a:xfrm>
              <a:off x="2081650" y="4366075"/>
              <a:ext cx="667175" cy="667150"/>
            </a:xfrm>
            <a:custGeom>
              <a:avLst/>
              <a:gdLst/>
              <a:ahLst/>
              <a:cxnLst/>
              <a:rect l="l" t="t" r="r" b="b"/>
              <a:pathLst>
                <a:path w="26687" h="26686" extrusionOk="0">
                  <a:moveTo>
                    <a:pt x="13344" y="0"/>
                  </a:moveTo>
                  <a:cubicBezTo>
                    <a:pt x="5972" y="0"/>
                    <a:pt x="1" y="5971"/>
                    <a:pt x="1" y="13343"/>
                  </a:cubicBezTo>
                  <a:cubicBezTo>
                    <a:pt x="1" y="20715"/>
                    <a:pt x="5972" y="26686"/>
                    <a:pt x="13344" y="26686"/>
                  </a:cubicBezTo>
                  <a:cubicBezTo>
                    <a:pt x="20716" y="26686"/>
                    <a:pt x="26687" y="20715"/>
                    <a:pt x="26687" y="13343"/>
                  </a:cubicBezTo>
                  <a:cubicBezTo>
                    <a:pt x="26687" y="5971"/>
                    <a:pt x="20716" y="0"/>
                    <a:pt x="1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7"/>
            <p:cNvSpPr/>
            <p:nvPr/>
          </p:nvSpPr>
          <p:spPr>
            <a:xfrm>
              <a:off x="2315150" y="4485325"/>
              <a:ext cx="196850" cy="427825"/>
            </a:xfrm>
            <a:custGeom>
              <a:avLst/>
              <a:gdLst/>
              <a:ahLst/>
              <a:cxnLst/>
              <a:rect l="l" t="t" r="r" b="b"/>
              <a:pathLst>
                <a:path w="7874" h="17113" extrusionOk="0">
                  <a:moveTo>
                    <a:pt x="5505" y="0"/>
                  </a:moveTo>
                  <a:cubicBezTo>
                    <a:pt x="2903" y="0"/>
                    <a:pt x="1769" y="1101"/>
                    <a:pt x="1769" y="3269"/>
                  </a:cubicBezTo>
                  <a:lnTo>
                    <a:pt x="1769" y="5571"/>
                  </a:lnTo>
                  <a:lnTo>
                    <a:pt x="1" y="5571"/>
                  </a:lnTo>
                  <a:lnTo>
                    <a:pt x="1" y="8506"/>
                  </a:lnTo>
                  <a:lnTo>
                    <a:pt x="1769" y="8506"/>
                  </a:lnTo>
                  <a:lnTo>
                    <a:pt x="1769" y="17113"/>
                  </a:lnTo>
                  <a:lnTo>
                    <a:pt x="5205" y="17113"/>
                  </a:lnTo>
                  <a:lnTo>
                    <a:pt x="5205" y="8506"/>
                  </a:lnTo>
                  <a:lnTo>
                    <a:pt x="7606" y="8506"/>
                  </a:lnTo>
                  <a:lnTo>
                    <a:pt x="7873" y="5604"/>
                  </a:lnTo>
                  <a:lnTo>
                    <a:pt x="5205" y="5604"/>
                  </a:lnTo>
                  <a:lnTo>
                    <a:pt x="5205" y="3936"/>
                  </a:lnTo>
                  <a:cubicBezTo>
                    <a:pt x="5205" y="3269"/>
                    <a:pt x="5338" y="3002"/>
                    <a:pt x="6005" y="3002"/>
                  </a:cubicBezTo>
                  <a:lnTo>
                    <a:pt x="7873" y="3002"/>
                  </a:lnTo>
                  <a:lnTo>
                    <a:pt x="78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7"/>
            <p:cNvSpPr/>
            <p:nvPr/>
          </p:nvSpPr>
          <p:spPr>
            <a:xfrm>
              <a:off x="5056275" y="4033325"/>
              <a:ext cx="508725" cy="508725"/>
            </a:xfrm>
            <a:custGeom>
              <a:avLst/>
              <a:gdLst/>
              <a:ahLst/>
              <a:cxnLst/>
              <a:rect l="l" t="t" r="r" b="b"/>
              <a:pathLst>
                <a:path w="20349" h="20349" extrusionOk="0">
                  <a:moveTo>
                    <a:pt x="10175" y="1"/>
                  </a:moveTo>
                  <a:cubicBezTo>
                    <a:pt x="4571" y="1"/>
                    <a:pt x="1" y="4571"/>
                    <a:pt x="1" y="10175"/>
                  </a:cubicBezTo>
                  <a:cubicBezTo>
                    <a:pt x="1" y="15812"/>
                    <a:pt x="4571" y="20349"/>
                    <a:pt x="10175" y="20349"/>
                  </a:cubicBezTo>
                  <a:cubicBezTo>
                    <a:pt x="15812" y="20349"/>
                    <a:pt x="20349" y="15812"/>
                    <a:pt x="20349" y="10175"/>
                  </a:cubicBezTo>
                  <a:cubicBezTo>
                    <a:pt x="20315" y="4571"/>
                    <a:pt x="15779" y="1"/>
                    <a:pt x="101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7"/>
            <p:cNvSpPr/>
            <p:nvPr/>
          </p:nvSpPr>
          <p:spPr>
            <a:xfrm>
              <a:off x="5162200" y="4140075"/>
              <a:ext cx="300225" cy="299400"/>
            </a:xfrm>
            <a:custGeom>
              <a:avLst/>
              <a:gdLst/>
              <a:ahLst/>
              <a:cxnLst/>
              <a:rect l="l" t="t" r="r" b="b"/>
              <a:pathLst>
                <a:path w="12009" h="11976" extrusionOk="0">
                  <a:moveTo>
                    <a:pt x="5938" y="1068"/>
                  </a:moveTo>
                  <a:cubicBezTo>
                    <a:pt x="7539" y="1068"/>
                    <a:pt x="7739" y="1068"/>
                    <a:pt x="8373" y="1135"/>
                  </a:cubicBezTo>
                  <a:cubicBezTo>
                    <a:pt x="8740" y="1135"/>
                    <a:pt x="9107" y="1201"/>
                    <a:pt x="9440" y="1335"/>
                  </a:cubicBezTo>
                  <a:cubicBezTo>
                    <a:pt x="9707" y="1401"/>
                    <a:pt x="9941" y="1568"/>
                    <a:pt x="10107" y="1802"/>
                  </a:cubicBezTo>
                  <a:cubicBezTo>
                    <a:pt x="10341" y="2002"/>
                    <a:pt x="10441" y="2202"/>
                    <a:pt x="10574" y="2469"/>
                  </a:cubicBezTo>
                  <a:cubicBezTo>
                    <a:pt x="10708" y="2802"/>
                    <a:pt x="10774" y="3169"/>
                    <a:pt x="10774" y="3536"/>
                  </a:cubicBezTo>
                  <a:cubicBezTo>
                    <a:pt x="10841" y="4170"/>
                    <a:pt x="10841" y="4370"/>
                    <a:pt x="10841" y="5905"/>
                  </a:cubicBezTo>
                  <a:cubicBezTo>
                    <a:pt x="10841" y="7472"/>
                    <a:pt x="10841" y="7706"/>
                    <a:pt x="10774" y="8340"/>
                  </a:cubicBezTo>
                  <a:cubicBezTo>
                    <a:pt x="10774" y="8707"/>
                    <a:pt x="10708" y="9074"/>
                    <a:pt x="10574" y="9407"/>
                  </a:cubicBezTo>
                  <a:cubicBezTo>
                    <a:pt x="10508" y="9674"/>
                    <a:pt x="10341" y="9907"/>
                    <a:pt x="10107" y="10074"/>
                  </a:cubicBezTo>
                  <a:cubicBezTo>
                    <a:pt x="9907" y="10308"/>
                    <a:pt x="9707" y="10408"/>
                    <a:pt x="9440" y="10541"/>
                  </a:cubicBezTo>
                  <a:cubicBezTo>
                    <a:pt x="9107" y="10675"/>
                    <a:pt x="8740" y="10741"/>
                    <a:pt x="8373" y="10741"/>
                  </a:cubicBezTo>
                  <a:cubicBezTo>
                    <a:pt x="7739" y="10808"/>
                    <a:pt x="7539" y="10808"/>
                    <a:pt x="5938" y="10808"/>
                  </a:cubicBezTo>
                  <a:cubicBezTo>
                    <a:pt x="4370" y="10808"/>
                    <a:pt x="4170" y="10808"/>
                    <a:pt x="3536" y="10741"/>
                  </a:cubicBezTo>
                  <a:cubicBezTo>
                    <a:pt x="3169" y="10741"/>
                    <a:pt x="2769" y="10675"/>
                    <a:pt x="2435" y="10541"/>
                  </a:cubicBezTo>
                  <a:cubicBezTo>
                    <a:pt x="2202" y="10475"/>
                    <a:pt x="1935" y="10308"/>
                    <a:pt x="1768" y="10074"/>
                  </a:cubicBezTo>
                  <a:cubicBezTo>
                    <a:pt x="1568" y="9874"/>
                    <a:pt x="1434" y="9674"/>
                    <a:pt x="1301" y="9407"/>
                  </a:cubicBezTo>
                  <a:cubicBezTo>
                    <a:pt x="1201" y="9074"/>
                    <a:pt x="1101" y="8707"/>
                    <a:pt x="1101" y="8340"/>
                  </a:cubicBezTo>
                  <a:cubicBezTo>
                    <a:pt x="1068" y="7706"/>
                    <a:pt x="1068" y="7506"/>
                    <a:pt x="1068" y="5905"/>
                  </a:cubicBezTo>
                  <a:cubicBezTo>
                    <a:pt x="1068" y="4337"/>
                    <a:pt x="1068" y="4170"/>
                    <a:pt x="1101" y="3536"/>
                  </a:cubicBezTo>
                  <a:cubicBezTo>
                    <a:pt x="1101" y="3169"/>
                    <a:pt x="1201" y="2802"/>
                    <a:pt x="1301" y="2469"/>
                  </a:cubicBezTo>
                  <a:cubicBezTo>
                    <a:pt x="1401" y="2202"/>
                    <a:pt x="1568" y="1968"/>
                    <a:pt x="1768" y="1802"/>
                  </a:cubicBezTo>
                  <a:cubicBezTo>
                    <a:pt x="1968" y="1568"/>
                    <a:pt x="2202" y="1468"/>
                    <a:pt x="2435" y="1335"/>
                  </a:cubicBezTo>
                  <a:cubicBezTo>
                    <a:pt x="2769" y="1201"/>
                    <a:pt x="3169" y="1135"/>
                    <a:pt x="3536" y="1135"/>
                  </a:cubicBezTo>
                  <a:cubicBezTo>
                    <a:pt x="4170" y="1068"/>
                    <a:pt x="4370" y="1068"/>
                    <a:pt x="5938" y="1068"/>
                  </a:cubicBezTo>
                  <a:close/>
                  <a:moveTo>
                    <a:pt x="5938" y="0"/>
                  </a:moveTo>
                  <a:cubicBezTo>
                    <a:pt x="4337" y="0"/>
                    <a:pt x="4103" y="0"/>
                    <a:pt x="3503" y="34"/>
                  </a:cubicBezTo>
                  <a:cubicBezTo>
                    <a:pt x="3002" y="34"/>
                    <a:pt x="2535" y="134"/>
                    <a:pt x="2068" y="301"/>
                  </a:cubicBezTo>
                  <a:cubicBezTo>
                    <a:pt x="1268" y="567"/>
                    <a:pt x="667" y="1201"/>
                    <a:pt x="334" y="2035"/>
                  </a:cubicBezTo>
                  <a:cubicBezTo>
                    <a:pt x="167" y="2502"/>
                    <a:pt x="67" y="3003"/>
                    <a:pt x="33" y="3503"/>
                  </a:cubicBezTo>
                  <a:cubicBezTo>
                    <a:pt x="0" y="4137"/>
                    <a:pt x="0" y="4337"/>
                    <a:pt x="0" y="5971"/>
                  </a:cubicBezTo>
                  <a:cubicBezTo>
                    <a:pt x="0" y="7572"/>
                    <a:pt x="0" y="7806"/>
                    <a:pt x="33" y="8406"/>
                  </a:cubicBezTo>
                  <a:cubicBezTo>
                    <a:pt x="33" y="8907"/>
                    <a:pt x="100" y="9374"/>
                    <a:pt x="334" y="9874"/>
                  </a:cubicBezTo>
                  <a:cubicBezTo>
                    <a:pt x="601" y="10675"/>
                    <a:pt x="1234" y="11342"/>
                    <a:pt x="2068" y="11642"/>
                  </a:cubicBezTo>
                  <a:cubicBezTo>
                    <a:pt x="2535" y="11809"/>
                    <a:pt x="3036" y="11876"/>
                    <a:pt x="3536" y="11909"/>
                  </a:cubicBezTo>
                  <a:cubicBezTo>
                    <a:pt x="4170" y="11976"/>
                    <a:pt x="4370" y="11976"/>
                    <a:pt x="6004" y="11976"/>
                  </a:cubicBezTo>
                  <a:cubicBezTo>
                    <a:pt x="7606" y="11976"/>
                    <a:pt x="7839" y="11976"/>
                    <a:pt x="8439" y="11909"/>
                  </a:cubicBezTo>
                  <a:cubicBezTo>
                    <a:pt x="8940" y="11909"/>
                    <a:pt x="9407" y="11842"/>
                    <a:pt x="9907" y="11642"/>
                  </a:cubicBezTo>
                  <a:cubicBezTo>
                    <a:pt x="10708" y="11342"/>
                    <a:pt x="11342" y="10708"/>
                    <a:pt x="11675" y="9874"/>
                  </a:cubicBezTo>
                  <a:cubicBezTo>
                    <a:pt x="11842" y="9407"/>
                    <a:pt x="11909" y="8907"/>
                    <a:pt x="11942" y="8406"/>
                  </a:cubicBezTo>
                  <a:cubicBezTo>
                    <a:pt x="12009" y="7806"/>
                    <a:pt x="12009" y="7572"/>
                    <a:pt x="12009" y="5971"/>
                  </a:cubicBezTo>
                  <a:cubicBezTo>
                    <a:pt x="12009" y="4337"/>
                    <a:pt x="12009" y="4170"/>
                    <a:pt x="11942" y="3503"/>
                  </a:cubicBezTo>
                  <a:cubicBezTo>
                    <a:pt x="11942" y="3003"/>
                    <a:pt x="11875" y="2536"/>
                    <a:pt x="11675" y="2035"/>
                  </a:cubicBezTo>
                  <a:cubicBezTo>
                    <a:pt x="11375" y="1235"/>
                    <a:pt x="10741" y="634"/>
                    <a:pt x="9907" y="301"/>
                  </a:cubicBezTo>
                  <a:cubicBezTo>
                    <a:pt x="9440" y="134"/>
                    <a:pt x="8940" y="34"/>
                    <a:pt x="8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7"/>
            <p:cNvSpPr/>
            <p:nvPr/>
          </p:nvSpPr>
          <p:spPr>
            <a:xfrm>
              <a:off x="5234750" y="4211800"/>
              <a:ext cx="152625" cy="152625"/>
            </a:xfrm>
            <a:custGeom>
              <a:avLst/>
              <a:gdLst/>
              <a:ahLst/>
              <a:cxnLst/>
              <a:rect l="l" t="t" r="r" b="b"/>
              <a:pathLst>
                <a:path w="6105" h="6105" extrusionOk="0">
                  <a:moveTo>
                    <a:pt x="3036" y="1101"/>
                  </a:moveTo>
                  <a:cubicBezTo>
                    <a:pt x="4136" y="1101"/>
                    <a:pt x="5004" y="1968"/>
                    <a:pt x="5004" y="3036"/>
                  </a:cubicBezTo>
                  <a:cubicBezTo>
                    <a:pt x="5004" y="4136"/>
                    <a:pt x="4136" y="5004"/>
                    <a:pt x="3036" y="5004"/>
                  </a:cubicBezTo>
                  <a:cubicBezTo>
                    <a:pt x="1968" y="5004"/>
                    <a:pt x="1101" y="4136"/>
                    <a:pt x="1101" y="3036"/>
                  </a:cubicBezTo>
                  <a:cubicBezTo>
                    <a:pt x="1101" y="1968"/>
                    <a:pt x="1968" y="1101"/>
                    <a:pt x="3036" y="1101"/>
                  </a:cubicBezTo>
                  <a:close/>
                  <a:moveTo>
                    <a:pt x="3036" y="0"/>
                  </a:moveTo>
                  <a:cubicBezTo>
                    <a:pt x="1368" y="0"/>
                    <a:pt x="0" y="1368"/>
                    <a:pt x="0" y="3036"/>
                  </a:cubicBezTo>
                  <a:cubicBezTo>
                    <a:pt x="0" y="4703"/>
                    <a:pt x="1368" y="6104"/>
                    <a:pt x="3036" y="6104"/>
                  </a:cubicBezTo>
                  <a:cubicBezTo>
                    <a:pt x="4704" y="6104"/>
                    <a:pt x="6105" y="4703"/>
                    <a:pt x="6105" y="3036"/>
                  </a:cubicBezTo>
                  <a:cubicBezTo>
                    <a:pt x="6105" y="1368"/>
                    <a:pt x="4704" y="0"/>
                    <a:pt x="30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7"/>
            <p:cNvSpPr/>
            <p:nvPr/>
          </p:nvSpPr>
          <p:spPr>
            <a:xfrm>
              <a:off x="5372350" y="4190950"/>
              <a:ext cx="35875" cy="35875"/>
            </a:xfrm>
            <a:custGeom>
              <a:avLst/>
              <a:gdLst/>
              <a:ahLst/>
              <a:cxnLst/>
              <a:rect l="l" t="t" r="r" b="b"/>
              <a:pathLst>
                <a:path w="1435" h="1435" extrusionOk="0">
                  <a:moveTo>
                    <a:pt x="701" y="0"/>
                  </a:moveTo>
                  <a:cubicBezTo>
                    <a:pt x="334" y="0"/>
                    <a:pt x="0" y="334"/>
                    <a:pt x="0" y="701"/>
                  </a:cubicBezTo>
                  <a:cubicBezTo>
                    <a:pt x="0" y="1068"/>
                    <a:pt x="334" y="1435"/>
                    <a:pt x="701" y="1435"/>
                  </a:cubicBezTo>
                  <a:cubicBezTo>
                    <a:pt x="1101" y="1435"/>
                    <a:pt x="1434" y="1068"/>
                    <a:pt x="1434" y="701"/>
                  </a:cubicBezTo>
                  <a:cubicBezTo>
                    <a:pt x="1434" y="334"/>
                    <a:pt x="1101" y="0"/>
                    <a:pt x="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7"/>
            <p:cNvSpPr/>
            <p:nvPr/>
          </p:nvSpPr>
          <p:spPr>
            <a:xfrm>
              <a:off x="5017925" y="1234650"/>
              <a:ext cx="771400" cy="771425"/>
            </a:xfrm>
            <a:custGeom>
              <a:avLst/>
              <a:gdLst/>
              <a:ahLst/>
              <a:cxnLst/>
              <a:rect l="l" t="t" r="r" b="b"/>
              <a:pathLst>
                <a:path w="30856" h="30857" extrusionOk="0">
                  <a:moveTo>
                    <a:pt x="15445" y="1"/>
                  </a:moveTo>
                  <a:cubicBezTo>
                    <a:pt x="6939" y="1"/>
                    <a:pt x="0" y="6906"/>
                    <a:pt x="0" y="15445"/>
                  </a:cubicBezTo>
                  <a:cubicBezTo>
                    <a:pt x="0" y="23951"/>
                    <a:pt x="6939" y="30856"/>
                    <a:pt x="15445" y="30856"/>
                  </a:cubicBezTo>
                  <a:cubicBezTo>
                    <a:pt x="23951" y="30856"/>
                    <a:pt x="30856" y="23985"/>
                    <a:pt x="30856" y="15445"/>
                  </a:cubicBezTo>
                  <a:cubicBezTo>
                    <a:pt x="30856" y="6906"/>
                    <a:pt x="23951" y="1"/>
                    <a:pt x="15445" y="1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7"/>
            <p:cNvSpPr/>
            <p:nvPr/>
          </p:nvSpPr>
          <p:spPr>
            <a:xfrm>
              <a:off x="5198050" y="1453825"/>
              <a:ext cx="411150" cy="334600"/>
            </a:xfrm>
            <a:custGeom>
              <a:avLst/>
              <a:gdLst/>
              <a:ahLst/>
              <a:cxnLst/>
              <a:rect l="l" t="t" r="r" b="b"/>
              <a:pathLst>
                <a:path w="16446" h="13384" extrusionOk="0">
                  <a:moveTo>
                    <a:pt x="11374" y="1"/>
                  </a:moveTo>
                  <a:cubicBezTo>
                    <a:pt x="10557" y="1"/>
                    <a:pt x="9745" y="302"/>
                    <a:pt x="9107" y="907"/>
                  </a:cubicBezTo>
                  <a:cubicBezTo>
                    <a:pt x="8206" y="1741"/>
                    <a:pt x="7839" y="2942"/>
                    <a:pt x="8140" y="4110"/>
                  </a:cubicBezTo>
                  <a:cubicBezTo>
                    <a:pt x="5438" y="3976"/>
                    <a:pt x="2869" y="2709"/>
                    <a:pt x="1168" y="607"/>
                  </a:cubicBezTo>
                  <a:lnTo>
                    <a:pt x="1168" y="607"/>
                  </a:lnTo>
                  <a:cubicBezTo>
                    <a:pt x="301" y="2142"/>
                    <a:pt x="701" y="4110"/>
                    <a:pt x="2202" y="5110"/>
                  </a:cubicBezTo>
                  <a:cubicBezTo>
                    <a:pt x="1668" y="5110"/>
                    <a:pt x="1168" y="4944"/>
                    <a:pt x="668" y="4710"/>
                  </a:cubicBezTo>
                  <a:lnTo>
                    <a:pt x="668" y="4710"/>
                  </a:lnTo>
                  <a:cubicBezTo>
                    <a:pt x="668" y="6311"/>
                    <a:pt x="1802" y="7712"/>
                    <a:pt x="3403" y="8046"/>
                  </a:cubicBezTo>
                  <a:cubicBezTo>
                    <a:pt x="3103" y="8106"/>
                    <a:pt x="2802" y="8154"/>
                    <a:pt x="2495" y="8154"/>
                  </a:cubicBezTo>
                  <a:cubicBezTo>
                    <a:pt x="2290" y="8154"/>
                    <a:pt x="2082" y="8133"/>
                    <a:pt x="1868" y="8079"/>
                  </a:cubicBezTo>
                  <a:lnTo>
                    <a:pt x="1868" y="8079"/>
                  </a:lnTo>
                  <a:cubicBezTo>
                    <a:pt x="2335" y="9447"/>
                    <a:pt x="3603" y="10414"/>
                    <a:pt x="5004" y="10414"/>
                  </a:cubicBezTo>
                  <a:cubicBezTo>
                    <a:pt x="3775" y="11414"/>
                    <a:pt x="2277" y="11925"/>
                    <a:pt x="762" y="11925"/>
                  </a:cubicBezTo>
                  <a:cubicBezTo>
                    <a:pt x="508" y="11925"/>
                    <a:pt x="254" y="11911"/>
                    <a:pt x="0" y="11882"/>
                  </a:cubicBezTo>
                  <a:lnTo>
                    <a:pt x="0" y="11882"/>
                  </a:lnTo>
                  <a:cubicBezTo>
                    <a:pt x="1568" y="12883"/>
                    <a:pt x="3336" y="13383"/>
                    <a:pt x="5171" y="13383"/>
                  </a:cubicBezTo>
                  <a:cubicBezTo>
                    <a:pt x="11442" y="13383"/>
                    <a:pt x="14978" y="8079"/>
                    <a:pt x="14778" y="3343"/>
                  </a:cubicBezTo>
                  <a:cubicBezTo>
                    <a:pt x="15445" y="2876"/>
                    <a:pt x="15979" y="2242"/>
                    <a:pt x="16446" y="1575"/>
                  </a:cubicBezTo>
                  <a:lnTo>
                    <a:pt x="16446" y="1575"/>
                  </a:lnTo>
                  <a:cubicBezTo>
                    <a:pt x="15812" y="1875"/>
                    <a:pt x="15178" y="2042"/>
                    <a:pt x="14511" y="2108"/>
                  </a:cubicBezTo>
                  <a:cubicBezTo>
                    <a:pt x="15211" y="1708"/>
                    <a:pt x="15712" y="1041"/>
                    <a:pt x="15979" y="240"/>
                  </a:cubicBezTo>
                  <a:lnTo>
                    <a:pt x="15979" y="240"/>
                  </a:lnTo>
                  <a:cubicBezTo>
                    <a:pt x="15311" y="641"/>
                    <a:pt x="14611" y="907"/>
                    <a:pt x="13844" y="1074"/>
                  </a:cubicBezTo>
                  <a:cubicBezTo>
                    <a:pt x="13164" y="360"/>
                    <a:pt x="12267" y="1"/>
                    <a:pt x="113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7"/>
            <p:cNvSpPr/>
            <p:nvPr/>
          </p:nvSpPr>
          <p:spPr>
            <a:xfrm>
              <a:off x="2179225" y="2330450"/>
              <a:ext cx="402825" cy="401975"/>
            </a:xfrm>
            <a:custGeom>
              <a:avLst/>
              <a:gdLst/>
              <a:ahLst/>
              <a:cxnLst/>
              <a:rect l="l" t="t" r="r" b="b"/>
              <a:pathLst>
                <a:path w="16113" h="16079" extrusionOk="0">
                  <a:moveTo>
                    <a:pt x="8073" y="0"/>
                  </a:moveTo>
                  <a:cubicBezTo>
                    <a:pt x="3637" y="0"/>
                    <a:pt x="1" y="3569"/>
                    <a:pt x="1" y="8039"/>
                  </a:cubicBezTo>
                  <a:cubicBezTo>
                    <a:pt x="1" y="12476"/>
                    <a:pt x="3603" y="16078"/>
                    <a:pt x="8073" y="16078"/>
                  </a:cubicBezTo>
                  <a:cubicBezTo>
                    <a:pt x="12510" y="16078"/>
                    <a:pt x="16112" y="12509"/>
                    <a:pt x="16112" y="8039"/>
                  </a:cubicBezTo>
                  <a:cubicBezTo>
                    <a:pt x="16079" y="3636"/>
                    <a:pt x="12476" y="0"/>
                    <a:pt x="8073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7"/>
            <p:cNvSpPr/>
            <p:nvPr/>
          </p:nvSpPr>
          <p:spPr>
            <a:xfrm>
              <a:off x="2277625" y="2478050"/>
              <a:ext cx="43400" cy="142625"/>
            </a:xfrm>
            <a:custGeom>
              <a:avLst/>
              <a:gdLst/>
              <a:ahLst/>
              <a:cxnLst/>
              <a:rect l="l" t="t" r="r" b="b"/>
              <a:pathLst>
                <a:path w="1736" h="5705" extrusionOk="0">
                  <a:moveTo>
                    <a:pt x="1" y="0"/>
                  </a:moveTo>
                  <a:lnTo>
                    <a:pt x="1" y="5705"/>
                  </a:lnTo>
                  <a:lnTo>
                    <a:pt x="1735" y="5705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7"/>
            <p:cNvSpPr/>
            <p:nvPr/>
          </p:nvSpPr>
          <p:spPr>
            <a:xfrm>
              <a:off x="2273450" y="2408825"/>
              <a:ext cx="51750" cy="51725"/>
            </a:xfrm>
            <a:custGeom>
              <a:avLst/>
              <a:gdLst/>
              <a:ahLst/>
              <a:cxnLst/>
              <a:rect l="l" t="t" r="r" b="b"/>
              <a:pathLst>
                <a:path w="2070" h="2069" extrusionOk="0">
                  <a:moveTo>
                    <a:pt x="1035" y="1"/>
                  </a:moveTo>
                  <a:cubicBezTo>
                    <a:pt x="468" y="1"/>
                    <a:pt x="1" y="434"/>
                    <a:pt x="1" y="1035"/>
                  </a:cubicBezTo>
                  <a:cubicBezTo>
                    <a:pt x="1" y="1569"/>
                    <a:pt x="468" y="2069"/>
                    <a:pt x="1035" y="2069"/>
                  </a:cubicBezTo>
                  <a:cubicBezTo>
                    <a:pt x="1635" y="2069"/>
                    <a:pt x="2069" y="1602"/>
                    <a:pt x="2069" y="1035"/>
                  </a:cubicBezTo>
                  <a:cubicBezTo>
                    <a:pt x="2069" y="434"/>
                    <a:pt x="1635" y="1"/>
                    <a:pt x="10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7"/>
            <p:cNvSpPr/>
            <p:nvPr/>
          </p:nvSpPr>
          <p:spPr>
            <a:xfrm>
              <a:off x="2349350" y="2475550"/>
              <a:ext cx="137625" cy="146800"/>
            </a:xfrm>
            <a:custGeom>
              <a:avLst/>
              <a:gdLst/>
              <a:ahLst/>
              <a:cxnLst/>
              <a:rect l="l" t="t" r="r" b="b"/>
              <a:pathLst>
                <a:path w="5505" h="5872" extrusionOk="0">
                  <a:moveTo>
                    <a:pt x="3436" y="0"/>
                  </a:moveTo>
                  <a:cubicBezTo>
                    <a:pt x="2702" y="0"/>
                    <a:pt x="2069" y="334"/>
                    <a:pt x="1702" y="934"/>
                  </a:cubicBezTo>
                  <a:lnTo>
                    <a:pt x="1702" y="167"/>
                  </a:lnTo>
                  <a:lnTo>
                    <a:pt x="0" y="167"/>
                  </a:lnTo>
                  <a:lnTo>
                    <a:pt x="0" y="5871"/>
                  </a:lnTo>
                  <a:lnTo>
                    <a:pt x="1702" y="5871"/>
                  </a:lnTo>
                  <a:lnTo>
                    <a:pt x="1702" y="2869"/>
                  </a:lnTo>
                  <a:cubicBezTo>
                    <a:pt x="1702" y="2069"/>
                    <a:pt x="2102" y="1568"/>
                    <a:pt x="2802" y="1568"/>
                  </a:cubicBezTo>
                  <a:cubicBezTo>
                    <a:pt x="3503" y="1568"/>
                    <a:pt x="3736" y="2035"/>
                    <a:pt x="3736" y="2869"/>
                  </a:cubicBezTo>
                  <a:lnTo>
                    <a:pt x="3736" y="5871"/>
                  </a:lnTo>
                  <a:lnTo>
                    <a:pt x="5504" y="5871"/>
                  </a:lnTo>
                  <a:lnTo>
                    <a:pt x="5504" y="2235"/>
                  </a:lnTo>
                  <a:cubicBezTo>
                    <a:pt x="5504" y="701"/>
                    <a:pt x="4637" y="0"/>
                    <a:pt x="34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7"/>
            <p:cNvSpPr/>
            <p:nvPr/>
          </p:nvSpPr>
          <p:spPr>
            <a:xfrm>
              <a:off x="5452400" y="3337000"/>
              <a:ext cx="416975" cy="416975"/>
            </a:xfrm>
            <a:custGeom>
              <a:avLst/>
              <a:gdLst/>
              <a:ahLst/>
              <a:cxnLst/>
              <a:rect l="l" t="t" r="r" b="b"/>
              <a:pathLst>
                <a:path w="16679" h="16679" extrusionOk="0">
                  <a:moveTo>
                    <a:pt x="8340" y="0"/>
                  </a:moveTo>
                  <a:cubicBezTo>
                    <a:pt x="3770" y="0"/>
                    <a:pt x="0" y="3770"/>
                    <a:pt x="0" y="8340"/>
                  </a:cubicBezTo>
                  <a:cubicBezTo>
                    <a:pt x="0" y="12943"/>
                    <a:pt x="3770" y="16679"/>
                    <a:pt x="8340" y="16679"/>
                  </a:cubicBezTo>
                  <a:cubicBezTo>
                    <a:pt x="12976" y="16679"/>
                    <a:pt x="16679" y="12976"/>
                    <a:pt x="16679" y="8340"/>
                  </a:cubicBezTo>
                  <a:cubicBezTo>
                    <a:pt x="16679" y="3770"/>
                    <a:pt x="12943" y="0"/>
                    <a:pt x="8340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7"/>
            <p:cNvSpPr/>
            <p:nvPr/>
          </p:nvSpPr>
          <p:spPr>
            <a:xfrm>
              <a:off x="5545800" y="3480975"/>
              <a:ext cx="118450" cy="146250"/>
            </a:xfrm>
            <a:custGeom>
              <a:avLst/>
              <a:gdLst/>
              <a:ahLst/>
              <a:cxnLst/>
              <a:rect l="l" t="t" r="r" b="b"/>
              <a:pathLst>
                <a:path w="4738" h="5850" extrusionOk="0">
                  <a:moveTo>
                    <a:pt x="2369" y="1013"/>
                  </a:moveTo>
                  <a:cubicBezTo>
                    <a:pt x="2602" y="1013"/>
                    <a:pt x="2836" y="1046"/>
                    <a:pt x="3069" y="1080"/>
                  </a:cubicBezTo>
                  <a:cubicBezTo>
                    <a:pt x="3269" y="1180"/>
                    <a:pt x="3403" y="1380"/>
                    <a:pt x="3403" y="1647"/>
                  </a:cubicBezTo>
                  <a:cubicBezTo>
                    <a:pt x="3436" y="1847"/>
                    <a:pt x="3336" y="2047"/>
                    <a:pt x="3169" y="2147"/>
                  </a:cubicBezTo>
                  <a:cubicBezTo>
                    <a:pt x="2979" y="2202"/>
                    <a:pt x="2810" y="2256"/>
                    <a:pt x="2646" y="2256"/>
                  </a:cubicBezTo>
                  <a:cubicBezTo>
                    <a:pt x="2609" y="2256"/>
                    <a:pt x="2572" y="2253"/>
                    <a:pt x="2536" y="2247"/>
                  </a:cubicBezTo>
                  <a:lnTo>
                    <a:pt x="1101" y="2247"/>
                  </a:lnTo>
                  <a:lnTo>
                    <a:pt x="1101" y="1013"/>
                  </a:lnTo>
                  <a:close/>
                  <a:moveTo>
                    <a:pt x="2569" y="3315"/>
                  </a:moveTo>
                  <a:cubicBezTo>
                    <a:pt x="2769" y="3315"/>
                    <a:pt x="3003" y="3348"/>
                    <a:pt x="3169" y="3381"/>
                  </a:cubicBezTo>
                  <a:cubicBezTo>
                    <a:pt x="3403" y="3515"/>
                    <a:pt x="3570" y="3748"/>
                    <a:pt x="3536" y="4015"/>
                  </a:cubicBezTo>
                  <a:cubicBezTo>
                    <a:pt x="3570" y="4282"/>
                    <a:pt x="3403" y="4582"/>
                    <a:pt x="3169" y="4749"/>
                  </a:cubicBezTo>
                  <a:cubicBezTo>
                    <a:pt x="3003" y="4849"/>
                    <a:pt x="2769" y="4882"/>
                    <a:pt x="2569" y="4882"/>
                  </a:cubicBezTo>
                  <a:lnTo>
                    <a:pt x="1101" y="4849"/>
                  </a:lnTo>
                  <a:lnTo>
                    <a:pt x="1101" y="3315"/>
                  </a:lnTo>
                  <a:close/>
                  <a:moveTo>
                    <a:pt x="3027" y="1"/>
                  </a:moveTo>
                  <a:cubicBezTo>
                    <a:pt x="2964" y="1"/>
                    <a:pt x="2900" y="5"/>
                    <a:pt x="2836" y="12"/>
                  </a:cubicBezTo>
                  <a:lnTo>
                    <a:pt x="0" y="12"/>
                  </a:lnTo>
                  <a:lnTo>
                    <a:pt x="0" y="5850"/>
                  </a:lnTo>
                  <a:lnTo>
                    <a:pt x="2602" y="5850"/>
                  </a:lnTo>
                  <a:cubicBezTo>
                    <a:pt x="2869" y="5850"/>
                    <a:pt x="3103" y="5816"/>
                    <a:pt x="3403" y="5750"/>
                  </a:cubicBezTo>
                  <a:cubicBezTo>
                    <a:pt x="3670" y="5716"/>
                    <a:pt x="3870" y="5616"/>
                    <a:pt x="4070" y="5483"/>
                  </a:cubicBezTo>
                  <a:cubicBezTo>
                    <a:pt x="4237" y="5349"/>
                    <a:pt x="4370" y="5183"/>
                    <a:pt x="4504" y="5016"/>
                  </a:cubicBezTo>
                  <a:cubicBezTo>
                    <a:pt x="4670" y="4716"/>
                    <a:pt x="4737" y="4415"/>
                    <a:pt x="4737" y="4082"/>
                  </a:cubicBezTo>
                  <a:cubicBezTo>
                    <a:pt x="4737" y="3815"/>
                    <a:pt x="4670" y="3515"/>
                    <a:pt x="4537" y="3214"/>
                  </a:cubicBezTo>
                  <a:cubicBezTo>
                    <a:pt x="4370" y="2948"/>
                    <a:pt x="4103" y="2781"/>
                    <a:pt x="3870" y="2714"/>
                  </a:cubicBezTo>
                  <a:cubicBezTo>
                    <a:pt x="4037" y="2614"/>
                    <a:pt x="4203" y="2514"/>
                    <a:pt x="4337" y="2381"/>
                  </a:cubicBezTo>
                  <a:cubicBezTo>
                    <a:pt x="4537" y="2114"/>
                    <a:pt x="4604" y="1847"/>
                    <a:pt x="4570" y="1513"/>
                  </a:cubicBezTo>
                  <a:cubicBezTo>
                    <a:pt x="4570" y="1180"/>
                    <a:pt x="4504" y="879"/>
                    <a:pt x="4337" y="613"/>
                  </a:cubicBezTo>
                  <a:cubicBezTo>
                    <a:pt x="3982" y="228"/>
                    <a:pt x="3522" y="1"/>
                    <a:pt x="3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7"/>
            <p:cNvSpPr/>
            <p:nvPr/>
          </p:nvSpPr>
          <p:spPr>
            <a:xfrm>
              <a:off x="5670050" y="3516225"/>
              <a:ext cx="107600" cy="115250"/>
            </a:xfrm>
            <a:custGeom>
              <a:avLst/>
              <a:gdLst/>
              <a:ahLst/>
              <a:cxnLst/>
              <a:rect l="l" t="t" r="r" b="b"/>
              <a:pathLst>
                <a:path w="4304" h="4610" extrusionOk="0">
                  <a:moveTo>
                    <a:pt x="2236" y="937"/>
                  </a:moveTo>
                  <a:cubicBezTo>
                    <a:pt x="2469" y="937"/>
                    <a:pt x="2736" y="1004"/>
                    <a:pt x="2903" y="1171"/>
                  </a:cubicBezTo>
                  <a:cubicBezTo>
                    <a:pt x="3103" y="1337"/>
                    <a:pt x="3203" y="1604"/>
                    <a:pt x="3203" y="1838"/>
                  </a:cubicBezTo>
                  <a:lnTo>
                    <a:pt x="1235" y="1838"/>
                  </a:lnTo>
                  <a:cubicBezTo>
                    <a:pt x="1268" y="1604"/>
                    <a:pt x="1402" y="1337"/>
                    <a:pt x="1568" y="1171"/>
                  </a:cubicBezTo>
                  <a:cubicBezTo>
                    <a:pt x="1735" y="1004"/>
                    <a:pt x="1969" y="937"/>
                    <a:pt x="2236" y="937"/>
                  </a:cubicBezTo>
                  <a:close/>
                  <a:moveTo>
                    <a:pt x="2073" y="0"/>
                  </a:moveTo>
                  <a:cubicBezTo>
                    <a:pt x="1542" y="0"/>
                    <a:pt x="1044" y="257"/>
                    <a:pt x="634" y="604"/>
                  </a:cubicBezTo>
                  <a:cubicBezTo>
                    <a:pt x="234" y="1071"/>
                    <a:pt x="1" y="1671"/>
                    <a:pt x="67" y="2305"/>
                  </a:cubicBezTo>
                  <a:cubicBezTo>
                    <a:pt x="34" y="2972"/>
                    <a:pt x="267" y="3606"/>
                    <a:pt x="734" y="4073"/>
                  </a:cubicBezTo>
                  <a:cubicBezTo>
                    <a:pt x="1135" y="4406"/>
                    <a:pt x="1702" y="4606"/>
                    <a:pt x="2236" y="4606"/>
                  </a:cubicBezTo>
                  <a:cubicBezTo>
                    <a:pt x="2275" y="4609"/>
                    <a:pt x="2315" y="4610"/>
                    <a:pt x="2355" y="4610"/>
                  </a:cubicBezTo>
                  <a:cubicBezTo>
                    <a:pt x="2940" y="4610"/>
                    <a:pt x="3464" y="4379"/>
                    <a:pt x="3870" y="3973"/>
                  </a:cubicBezTo>
                  <a:cubicBezTo>
                    <a:pt x="4070" y="3773"/>
                    <a:pt x="4237" y="3472"/>
                    <a:pt x="4270" y="3172"/>
                  </a:cubicBezTo>
                  <a:lnTo>
                    <a:pt x="3103" y="3172"/>
                  </a:lnTo>
                  <a:cubicBezTo>
                    <a:pt x="3069" y="3306"/>
                    <a:pt x="2969" y="3406"/>
                    <a:pt x="2903" y="3472"/>
                  </a:cubicBezTo>
                  <a:cubicBezTo>
                    <a:pt x="2736" y="3606"/>
                    <a:pt x="2469" y="3672"/>
                    <a:pt x="2269" y="3672"/>
                  </a:cubicBezTo>
                  <a:cubicBezTo>
                    <a:pt x="2069" y="3672"/>
                    <a:pt x="1869" y="3639"/>
                    <a:pt x="1635" y="3506"/>
                  </a:cubicBezTo>
                  <a:cubicBezTo>
                    <a:pt x="1368" y="3306"/>
                    <a:pt x="1201" y="2972"/>
                    <a:pt x="1201" y="2605"/>
                  </a:cubicBezTo>
                  <a:lnTo>
                    <a:pt x="4304" y="2605"/>
                  </a:lnTo>
                  <a:cubicBezTo>
                    <a:pt x="4304" y="2305"/>
                    <a:pt x="4304" y="2005"/>
                    <a:pt x="4270" y="1738"/>
                  </a:cubicBezTo>
                  <a:cubicBezTo>
                    <a:pt x="4237" y="1404"/>
                    <a:pt x="4104" y="1104"/>
                    <a:pt x="3937" y="837"/>
                  </a:cubicBezTo>
                  <a:cubicBezTo>
                    <a:pt x="3770" y="570"/>
                    <a:pt x="3470" y="337"/>
                    <a:pt x="3170" y="237"/>
                  </a:cubicBezTo>
                  <a:cubicBezTo>
                    <a:pt x="2836" y="103"/>
                    <a:pt x="2502" y="3"/>
                    <a:pt x="2169" y="3"/>
                  </a:cubicBezTo>
                  <a:cubicBezTo>
                    <a:pt x="2137" y="1"/>
                    <a:pt x="2105" y="0"/>
                    <a:pt x="2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7"/>
            <p:cNvSpPr/>
            <p:nvPr/>
          </p:nvSpPr>
          <p:spPr>
            <a:xfrm>
              <a:off x="5692575" y="3489600"/>
              <a:ext cx="63400" cy="14200"/>
            </a:xfrm>
            <a:custGeom>
              <a:avLst/>
              <a:gdLst/>
              <a:ahLst/>
              <a:cxnLst/>
              <a:rect l="l" t="t" r="r" b="b"/>
              <a:pathLst>
                <a:path w="2536" h="568" extrusionOk="0">
                  <a:moveTo>
                    <a:pt x="0" y="1"/>
                  </a:moveTo>
                  <a:lnTo>
                    <a:pt x="0" y="568"/>
                  </a:lnTo>
                  <a:lnTo>
                    <a:pt x="2535" y="568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7"/>
            <p:cNvSpPr/>
            <p:nvPr/>
          </p:nvSpPr>
          <p:spPr>
            <a:xfrm>
              <a:off x="3934650" y="556675"/>
              <a:ext cx="416975" cy="417000"/>
            </a:xfrm>
            <a:custGeom>
              <a:avLst/>
              <a:gdLst/>
              <a:ahLst/>
              <a:cxnLst/>
              <a:rect l="l" t="t" r="r" b="b"/>
              <a:pathLst>
                <a:path w="16679" h="16680" extrusionOk="0">
                  <a:moveTo>
                    <a:pt x="8340" y="0"/>
                  </a:moveTo>
                  <a:cubicBezTo>
                    <a:pt x="3770" y="0"/>
                    <a:pt x="0" y="3770"/>
                    <a:pt x="0" y="8340"/>
                  </a:cubicBezTo>
                  <a:cubicBezTo>
                    <a:pt x="0" y="12943"/>
                    <a:pt x="3770" y="16679"/>
                    <a:pt x="8340" y="16679"/>
                  </a:cubicBezTo>
                  <a:cubicBezTo>
                    <a:pt x="12976" y="16679"/>
                    <a:pt x="16679" y="12976"/>
                    <a:pt x="16679" y="8340"/>
                  </a:cubicBezTo>
                  <a:cubicBezTo>
                    <a:pt x="16679" y="3770"/>
                    <a:pt x="12943" y="0"/>
                    <a:pt x="8340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4017200" y="649250"/>
              <a:ext cx="246875" cy="233525"/>
            </a:xfrm>
            <a:custGeom>
              <a:avLst/>
              <a:gdLst/>
              <a:ahLst/>
              <a:cxnLst/>
              <a:rect l="l" t="t" r="r" b="b"/>
              <a:pathLst>
                <a:path w="9875" h="9341" extrusionOk="0">
                  <a:moveTo>
                    <a:pt x="9874" y="7105"/>
                  </a:moveTo>
                  <a:lnTo>
                    <a:pt x="9874" y="7105"/>
                  </a:lnTo>
                  <a:lnTo>
                    <a:pt x="9874" y="7105"/>
                  </a:lnTo>
                  <a:lnTo>
                    <a:pt x="9874" y="7105"/>
                  </a:lnTo>
                  <a:cubicBezTo>
                    <a:pt x="9808" y="7072"/>
                    <a:pt x="9674" y="7038"/>
                    <a:pt x="9541" y="7005"/>
                  </a:cubicBezTo>
                  <a:lnTo>
                    <a:pt x="9541" y="7005"/>
                  </a:lnTo>
                  <a:cubicBezTo>
                    <a:pt x="9041" y="6838"/>
                    <a:pt x="8574" y="6505"/>
                    <a:pt x="8240" y="6038"/>
                  </a:cubicBezTo>
                  <a:cubicBezTo>
                    <a:pt x="8040" y="5771"/>
                    <a:pt x="7906" y="5537"/>
                    <a:pt x="7806" y="5237"/>
                  </a:cubicBezTo>
                  <a:lnTo>
                    <a:pt x="7806" y="5237"/>
                  </a:lnTo>
                  <a:cubicBezTo>
                    <a:pt x="7740" y="5170"/>
                    <a:pt x="7740" y="5037"/>
                    <a:pt x="7806" y="4904"/>
                  </a:cubicBezTo>
                  <a:lnTo>
                    <a:pt x="7806" y="4904"/>
                  </a:lnTo>
                  <a:cubicBezTo>
                    <a:pt x="7906" y="4770"/>
                    <a:pt x="8040" y="4670"/>
                    <a:pt x="8240" y="4603"/>
                  </a:cubicBezTo>
                  <a:lnTo>
                    <a:pt x="8240" y="4603"/>
                  </a:lnTo>
                  <a:cubicBezTo>
                    <a:pt x="8473" y="4537"/>
                    <a:pt x="8674" y="4437"/>
                    <a:pt x="8840" y="4337"/>
                  </a:cubicBezTo>
                  <a:lnTo>
                    <a:pt x="8840" y="4337"/>
                  </a:lnTo>
                  <a:cubicBezTo>
                    <a:pt x="8874" y="4270"/>
                    <a:pt x="8907" y="4236"/>
                    <a:pt x="8907" y="4203"/>
                  </a:cubicBezTo>
                  <a:lnTo>
                    <a:pt x="8907" y="4170"/>
                  </a:lnTo>
                  <a:cubicBezTo>
                    <a:pt x="8974" y="4103"/>
                    <a:pt x="8974" y="4036"/>
                    <a:pt x="8907" y="4003"/>
                  </a:cubicBezTo>
                  <a:lnTo>
                    <a:pt x="8907" y="4003"/>
                  </a:lnTo>
                  <a:cubicBezTo>
                    <a:pt x="8874" y="3903"/>
                    <a:pt x="8807" y="3836"/>
                    <a:pt x="8707" y="3769"/>
                  </a:cubicBezTo>
                  <a:lnTo>
                    <a:pt x="8707" y="3769"/>
                  </a:lnTo>
                  <a:cubicBezTo>
                    <a:pt x="8574" y="3703"/>
                    <a:pt x="8473" y="3703"/>
                    <a:pt x="8340" y="3736"/>
                  </a:cubicBezTo>
                  <a:lnTo>
                    <a:pt x="8340" y="3736"/>
                  </a:lnTo>
                  <a:cubicBezTo>
                    <a:pt x="8240" y="3769"/>
                    <a:pt x="8140" y="3836"/>
                    <a:pt x="8006" y="3836"/>
                  </a:cubicBezTo>
                  <a:lnTo>
                    <a:pt x="8006" y="3836"/>
                  </a:lnTo>
                  <a:cubicBezTo>
                    <a:pt x="7873" y="3870"/>
                    <a:pt x="7740" y="3870"/>
                    <a:pt x="7640" y="3836"/>
                  </a:cubicBezTo>
                  <a:lnTo>
                    <a:pt x="7640" y="3736"/>
                  </a:lnTo>
                  <a:lnTo>
                    <a:pt x="7640" y="3736"/>
                  </a:lnTo>
                  <a:lnTo>
                    <a:pt x="7640" y="3069"/>
                  </a:lnTo>
                  <a:lnTo>
                    <a:pt x="7640" y="3069"/>
                  </a:lnTo>
                  <a:cubicBezTo>
                    <a:pt x="7673" y="2702"/>
                    <a:pt x="7640" y="2368"/>
                    <a:pt x="7573" y="2002"/>
                  </a:cubicBezTo>
                  <a:lnTo>
                    <a:pt x="7573" y="2002"/>
                  </a:lnTo>
                  <a:cubicBezTo>
                    <a:pt x="7473" y="1368"/>
                    <a:pt x="7072" y="834"/>
                    <a:pt x="6572" y="500"/>
                  </a:cubicBezTo>
                  <a:cubicBezTo>
                    <a:pt x="6205" y="234"/>
                    <a:pt x="5805" y="67"/>
                    <a:pt x="5338" y="33"/>
                  </a:cubicBezTo>
                  <a:lnTo>
                    <a:pt x="5338" y="33"/>
                  </a:lnTo>
                  <a:lnTo>
                    <a:pt x="4871" y="33"/>
                  </a:lnTo>
                  <a:cubicBezTo>
                    <a:pt x="3803" y="0"/>
                    <a:pt x="2736" y="601"/>
                    <a:pt x="2336" y="1668"/>
                  </a:cubicBezTo>
                  <a:lnTo>
                    <a:pt x="2336" y="1668"/>
                  </a:lnTo>
                  <a:cubicBezTo>
                    <a:pt x="2202" y="2068"/>
                    <a:pt x="2136" y="2535"/>
                    <a:pt x="2202" y="3002"/>
                  </a:cubicBezTo>
                  <a:lnTo>
                    <a:pt x="2202" y="3002"/>
                  </a:lnTo>
                  <a:cubicBezTo>
                    <a:pt x="2236" y="3269"/>
                    <a:pt x="2236" y="3569"/>
                    <a:pt x="2202" y="3870"/>
                  </a:cubicBezTo>
                  <a:lnTo>
                    <a:pt x="2202" y="3870"/>
                  </a:lnTo>
                  <a:cubicBezTo>
                    <a:pt x="2069" y="3903"/>
                    <a:pt x="1902" y="3903"/>
                    <a:pt x="1802" y="3870"/>
                  </a:cubicBezTo>
                  <a:lnTo>
                    <a:pt x="1802" y="3870"/>
                  </a:lnTo>
                  <a:cubicBezTo>
                    <a:pt x="1702" y="3870"/>
                    <a:pt x="1569" y="3836"/>
                    <a:pt x="1468" y="3769"/>
                  </a:cubicBezTo>
                  <a:lnTo>
                    <a:pt x="1468" y="3769"/>
                  </a:lnTo>
                  <a:cubicBezTo>
                    <a:pt x="1335" y="3769"/>
                    <a:pt x="1235" y="3769"/>
                    <a:pt x="1135" y="3870"/>
                  </a:cubicBezTo>
                  <a:lnTo>
                    <a:pt x="1135" y="3870"/>
                  </a:lnTo>
                  <a:cubicBezTo>
                    <a:pt x="1035" y="3903"/>
                    <a:pt x="968" y="4036"/>
                    <a:pt x="968" y="4103"/>
                  </a:cubicBezTo>
                  <a:lnTo>
                    <a:pt x="968" y="4170"/>
                  </a:lnTo>
                  <a:lnTo>
                    <a:pt x="968" y="4170"/>
                  </a:lnTo>
                  <a:cubicBezTo>
                    <a:pt x="968" y="4236"/>
                    <a:pt x="1001" y="4270"/>
                    <a:pt x="1068" y="4337"/>
                  </a:cubicBezTo>
                  <a:lnTo>
                    <a:pt x="1202" y="4403"/>
                  </a:lnTo>
                  <a:lnTo>
                    <a:pt x="1202" y="4403"/>
                  </a:lnTo>
                  <a:cubicBezTo>
                    <a:pt x="1402" y="4537"/>
                    <a:pt x="1635" y="4603"/>
                    <a:pt x="1869" y="4703"/>
                  </a:cubicBezTo>
                  <a:lnTo>
                    <a:pt x="1869" y="4703"/>
                  </a:lnTo>
                  <a:cubicBezTo>
                    <a:pt x="2002" y="4737"/>
                    <a:pt x="2136" y="4870"/>
                    <a:pt x="2169" y="5004"/>
                  </a:cubicBezTo>
                  <a:cubicBezTo>
                    <a:pt x="2169" y="5170"/>
                    <a:pt x="2136" y="5371"/>
                    <a:pt x="2036" y="5504"/>
                  </a:cubicBezTo>
                  <a:lnTo>
                    <a:pt x="2036" y="5504"/>
                  </a:lnTo>
                  <a:cubicBezTo>
                    <a:pt x="1802" y="5938"/>
                    <a:pt x="1468" y="6338"/>
                    <a:pt x="1035" y="6672"/>
                  </a:cubicBezTo>
                  <a:cubicBezTo>
                    <a:pt x="801" y="6838"/>
                    <a:pt x="534" y="6905"/>
                    <a:pt x="301" y="7005"/>
                  </a:cubicBezTo>
                  <a:lnTo>
                    <a:pt x="301" y="7005"/>
                  </a:lnTo>
                  <a:cubicBezTo>
                    <a:pt x="168" y="7005"/>
                    <a:pt x="67" y="7072"/>
                    <a:pt x="34" y="7172"/>
                  </a:cubicBezTo>
                  <a:lnTo>
                    <a:pt x="34" y="7205"/>
                  </a:lnTo>
                  <a:cubicBezTo>
                    <a:pt x="1" y="7272"/>
                    <a:pt x="34" y="7372"/>
                    <a:pt x="67" y="7405"/>
                  </a:cubicBezTo>
                  <a:cubicBezTo>
                    <a:pt x="134" y="7439"/>
                    <a:pt x="168" y="7505"/>
                    <a:pt x="201" y="7505"/>
                  </a:cubicBezTo>
                  <a:lnTo>
                    <a:pt x="201" y="7505"/>
                  </a:lnTo>
                  <a:cubicBezTo>
                    <a:pt x="401" y="7606"/>
                    <a:pt x="668" y="7706"/>
                    <a:pt x="868" y="7739"/>
                  </a:cubicBezTo>
                  <a:lnTo>
                    <a:pt x="868" y="7739"/>
                  </a:lnTo>
                  <a:cubicBezTo>
                    <a:pt x="1001" y="7772"/>
                    <a:pt x="1168" y="7772"/>
                    <a:pt x="1302" y="7872"/>
                  </a:cubicBezTo>
                  <a:lnTo>
                    <a:pt x="1335" y="8006"/>
                  </a:lnTo>
                  <a:cubicBezTo>
                    <a:pt x="1368" y="8106"/>
                    <a:pt x="1368" y="8239"/>
                    <a:pt x="1468" y="8406"/>
                  </a:cubicBezTo>
                  <a:cubicBezTo>
                    <a:pt x="1468" y="8439"/>
                    <a:pt x="1502" y="8506"/>
                    <a:pt x="1535" y="8506"/>
                  </a:cubicBezTo>
                  <a:cubicBezTo>
                    <a:pt x="1602" y="8540"/>
                    <a:pt x="1669" y="8540"/>
                    <a:pt x="1702" y="8506"/>
                  </a:cubicBezTo>
                  <a:lnTo>
                    <a:pt x="1702" y="8506"/>
                  </a:lnTo>
                  <a:cubicBezTo>
                    <a:pt x="2069" y="8406"/>
                    <a:pt x="2402" y="8406"/>
                    <a:pt x="2803" y="8439"/>
                  </a:cubicBezTo>
                  <a:lnTo>
                    <a:pt x="2803" y="8439"/>
                  </a:lnTo>
                  <a:cubicBezTo>
                    <a:pt x="3170" y="8573"/>
                    <a:pt x="3503" y="8773"/>
                    <a:pt x="3837" y="9040"/>
                  </a:cubicBezTo>
                  <a:lnTo>
                    <a:pt x="3837" y="9040"/>
                  </a:lnTo>
                  <a:cubicBezTo>
                    <a:pt x="4104" y="9207"/>
                    <a:pt x="4371" y="9340"/>
                    <a:pt x="4671" y="9340"/>
                  </a:cubicBezTo>
                  <a:lnTo>
                    <a:pt x="4671" y="9340"/>
                  </a:lnTo>
                  <a:lnTo>
                    <a:pt x="5371" y="9340"/>
                  </a:lnTo>
                  <a:lnTo>
                    <a:pt x="5371" y="9340"/>
                  </a:lnTo>
                  <a:cubicBezTo>
                    <a:pt x="5571" y="9340"/>
                    <a:pt x="5738" y="9240"/>
                    <a:pt x="5905" y="9173"/>
                  </a:cubicBezTo>
                  <a:lnTo>
                    <a:pt x="5905" y="9173"/>
                  </a:lnTo>
                  <a:cubicBezTo>
                    <a:pt x="6305" y="8940"/>
                    <a:pt x="6639" y="8706"/>
                    <a:pt x="6972" y="8540"/>
                  </a:cubicBezTo>
                  <a:lnTo>
                    <a:pt x="6972" y="8540"/>
                  </a:lnTo>
                  <a:cubicBezTo>
                    <a:pt x="7106" y="8506"/>
                    <a:pt x="7239" y="8506"/>
                    <a:pt x="7373" y="8506"/>
                  </a:cubicBezTo>
                  <a:lnTo>
                    <a:pt x="7373" y="8506"/>
                  </a:lnTo>
                  <a:cubicBezTo>
                    <a:pt x="7673" y="8506"/>
                    <a:pt x="7973" y="8506"/>
                    <a:pt x="8273" y="8540"/>
                  </a:cubicBezTo>
                  <a:lnTo>
                    <a:pt x="8307" y="8540"/>
                  </a:lnTo>
                  <a:cubicBezTo>
                    <a:pt x="8340" y="8540"/>
                    <a:pt x="8373" y="8506"/>
                    <a:pt x="8440" y="8506"/>
                  </a:cubicBezTo>
                  <a:cubicBezTo>
                    <a:pt x="8440" y="8506"/>
                    <a:pt x="8473" y="8439"/>
                    <a:pt x="8473" y="8406"/>
                  </a:cubicBezTo>
                  <a:cubicBezTo>
                    <a:pt x="8473" y="8373"/>
                    <a:pt x="8473" y="8373"/>
                    <a:pt x="8473" y="8406"/>
                  </a:cubicBezTo>
                  <a:lnTo>
                    <a:pt x="8473" y="8373"/>
                  </a:lnTo>
                  <a:cubicBezTo>
                    <a:pt x="8507" y="8206"/>
                    <a:pt x="8540" y="8073"/>
                    <a:pt x="8640" y="7939"/>
                  </a:cubicBezTo>
                  <a:cubicBezTo>
                    <a:pt x="8674" y="7906"/>
                    <a:pt x="8774" y="7872"/>
                    <a:pt x="8807" y="7906"/>
                  </a:cubicBezTo>
                  <a:lnTo>
                    <a:pt x="8807" y="7906"/>
                  </a:lnTo>
                  <a:cubicBezTo>
                    <a:pt x="9041" y="7872"/>
                    <a:pt x="9307" y="7772"/>
                    <a:pt x="9508" y="7706"/>
                  </a:cubicBezTo>
                  <a:lnTo>
                    <a:pt x="9508" y="7706"/>
                  </a:lnTo>
                  <a:cubicBezTo>
                    <a:pt x="9641" y="7672"/>
                    <a:pt x="9708" y="7572"/>
                    <a:pt x="9808" y="7505"/>
                  </a:cubicBezTo>
                  <a:lnTo>
                    <a:pt x="9808" y="7505"/>
                  </a:lnTo>
                  <a:cubicBezTo>
                    <a:pt x="9874" y="7405"/>
                    <a:pt x="9841" y="7272"/>
                    <a:pt x="9741" y="7205"/>
                  </a:cubicBezTo>
                  <a:lnTo>
                    <a:pt x="9741" y="72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2807175" y="1130425"/>
              <a:ext cx="1971425" cy="3846950"/>
            </a:xfrm>
            <a:custGeom>
              <a:avLst/>
              <a:gdLst/>
              <a:ahLst/>
              <a:cxnLst/>
              <a:rect l="l" t="t" r="r" b="b"/>
              <a:pathLst>
                <a:path w="78857" h="153878" extrusionOk="0">
                  <a:moveTo>
                    <a:pt x="6072" y="0"/>
                  </a:moveTo>
                  <a:cubicBezTo>
                    <a:pt x="2702" y="0"/>
                    <a:pt x="1" y="2702"/>
                    <a:pt x="34" y="6038"/>
                  </a:cubicBezTo>
                  <a:lnTo>
                    <a:pt x="34" y="147806"/>
                  </a:lnTo>
                  <a:cubicBezTo>
                    <a:pt x="34" y="151142"/>
                    <a:pt x="2736" y="153877"/>
                    <a:pt x="6072" y="153877"/>
                  </a:cubicBezTo>
                  <a:lnTo>
                    <a:pt x="72786" y="153877"/>
                  </a:lnTo>
                  <a:cubicBezTo>
                    <a:pt x="76122" y="153877"/>
                    <a:pt x="78857" y="151142"/>
                    <a:pt x="78857" y="147806"/>
                  </a:cubicBezTo>
                  <a:lnTo>
                    <a:pt x="78857" y="6038"/>
                  </a:lnTo>
                  <a:cubicBezTo>
                    <a:pt x="78857" y="2702"/>
                    <a:pt x="76122" y="0"/>
                    <a:pt x="727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7"/>
            <p:cNvSpPr/>
            <p:nvPr/>
          </p:nvSpPr>
          <p:spPr>
            <a:xfrm>
              <a:off x="2807175" y="1130425"/>
              <a:ext cx="1210900" cy="3806900"/>
            </a:xfrm>
            <a:custGeom>
              <a:avLst/>
              <a:gdLst/>
              <a:ahLst/>
              <a:cxnLst/>
              <a:rect l="l" t="t" r="r" b="b"/>
              <a:pathLst>
                <a:path w="48436" h="152276" extrusionOk="0">
                  <a:moveTo>
                    <a:pt x="6805" y="0"/>
                  </a:moveTo>
                  <a:cubicBezTo>
                    <a:pt x="3036" y="0"/>
                    <a:pt x="1" y="3036"/>
                    <a:pt x="1" y="6805"/>
                  </a:cubicBezTo>
                  <a:lnTo>
                    <a:pt x="1" y="147072"/>
                  </a:lnTo>
                  <a:cubicBezTo>
                    <a:pt x="1" y="149074"/>
                    <a:pt x="868" y="150975"/>
                    <a:pt x="2402" y="152276"/>
                  </a:cubicBezTo>
                  <a:lnTo>
                    <a:pt x="48435" y="0"/>
                  </a:lnTo>
                  <a:close/>
                </a:path>
              </a:pathLst>
            </a:custGeom>
            <a:solidFill>
              <a:srgbClr val="FFFFFF">
                <a:alpha val="160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7"/>
            <p:cNvSpPr/>
            <p:nvPr/>
          </p:nvSpPr>
          <p:spPr>
            <a:xfrm>
              <a:off x="3726175" y="4798875"/>
              <a:ext cx="133450" cy="133450"/>
            </a:xfrm>
            <a:custGeom>
              <a:avLst/>
              <a:gdLst/>
              <a:ahLst/>
              <a:cxnLst/>
              <a:rect l="l" t="t" r="r" b="b"/>
              <a:pathLst>
                <a:path w="5338" h="5338" fill="none" extrusionOk="0">
                  <a:moveTo>
                    <a:pt x="5337" y="2669"/>
                  </a:moveTo>
                  <a:cubicBezTo>
                    <a:pt x="5337" y="1168"/>
                    <a:pt x="4136" y="1"/>
                    <a:pt x="2669" y="1"/>
                  </a:cubicBezTo>
                  <a:cubicBezTo>
                    <a:pt x="1168" y="1"/>
                    <a:pt x="0" y="1201"/>
                    <a:pt x="0" y="2669"/>
                  </a:cubicBezTo>
                  <a:cubicBezTo>
                    <a:pt x="0" y="4137"/>
                    <a:pt x="1234" y="5338"/>
                    <a:pt x="2669" y="5338"/>
                  </a:cubicBezTo>
                  <a:lnTo>
                    <a:pt x="2669" y="5338"/>
                  </a:lnTo>
                  <a:cubicBezTo>
                    <a:pt x="4136" y="5338"/>
                    <a:pt x="5337" y="4170"/>
                    <a:pt x="5337" y="2669"/>
                  </a:cubicBezTo>
                  <a:close/>
                </a:path>
              </a:pathLst>
            </a:custGeom>
            <a:noFill/>
            <a:ln w="108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7"/>
            <p:cNvSpPr/>
            <p:nvPr/>
          </p:nvSpPr>
          <p:spPr>
            <a:xfrm>
              <a:off x="2807175" y="1130425"/>
              <a:ext cx="1971425" cy="3846950"/>
            </a:xfrm>
            <a:custGeom>
              <a:avLst/>
              <a:gdLst/>
              <a:ahLst/>
              <a:cxnLst/>
              <a:rect l="l" t="t" r="r" b="b"/>
              <a:pathLst>
                <a:path w="78857" h="153878" fill="none" extrusionOk="0">
                  <a:moveTo>
                    <a:pt x="6072" y="0"/>
                  </a:moveTo>
                  <a:lnTo>
                    <a:pt x="72786" y="0"/>
                  </a:lnTo>
                  <a:cubicBezTo>
                    <a:pt x="76122" y="0"/>
                    <a:pt x="78857" y="2702"/>
                    <a:pt x="78857" y="6038"/>
                  </a:cubicBezTo>
                  <a:lnTo>
                    <a:pt x="78857" y="147806"/>
                  </a:lnTo>
                  <a:cubicBezTo>
                    <a:pt x="78857" y="151142"/>
                    <a:pt x="76122" y="153877"/>
                    <a:pt x="72786" y="153877"/>
                  </a:cubicBezTo>
                  <a:lnTo>
                    <a:pt x="6072" y="153877"/>
                  </a:lnTo>
                  <a:cubicBezTo>
                    <a:pt x="2736" y="153877"/>
                    <a:pt x="34" y="151142"/>
                    <a:pt x="34" y="147806"/>
                  </a:cubicBezTo>
                  <a:lnTo>
                    <a:pt x="34" y="6038"/>
                  </a:lnTo>
                  <a:cubicBezTo>
                    <a:pt x="1" y="2702"/>
                    <a:pt x="2702" y="0"/>
                    <a:pt x="6072" y="0"/>
                  </a:cubicBezTo>
                  <a:close/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7"/>
            <p:cNvSpPr/>
            <p:nvPr/>
          </p:nvSpPr>
          <p:spPr>
            <a:xfrm>
              <a:off x="2894750" y="1392275"/>
              <a:ext cx="1796300" cy="3356600"/>
            </a:xfrm>
            <a:custGeom>
              <a:avLst/>
              <a:gdLst/>
              <a:ahLst/>
              <a:cxnLst/>
              <a:rect l="l" t="t" r="r" b="b"/>
              <a:pathLst>
                <a:path w="71852" h="134264" extrusionOk="0">
                  <a:moveTo>
                    <a:pt x="0" y="0"/>
                  </a:moveTo>
                  <a:lnTo>
                    <a:pt x="0" y="134263"/>
                  </a:lnTo>
                  <a:lnTo>
                    <a:pt x="71851" y="134263"/>
                  </a:lnTo>
                  <a:lnTo>
                    <a:pt x="71851" y="0"/>
                  </a:lnTo>
                  <a:close/>
                </a:path>
              </a:pathLst>
            </a:custGeom>
            <a:solidFill>
              <a:srgbClr val="FF8D0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7"/>
            <p:cNvSpPr/>
            <p:nvPr/>
          </p:nvSpPr>
          <p:spPr>
            <a:xfrm>
              <a:off x="2941450" y="2422175"/>
              <a:ext cx="1647025" cy="1647050"/>
            </a:xfrm>
            <a:custGeom>
              <a:avLst/>
              <a:gdLst/>
              <a:ahLst/>
              <a:cxnLst/>
              <a:rect l="l" t="t" r="r" b="b"/>
              <a:pathLst>
                <a:path w="65881" h="65882" extrusionOk="0">
                  <a:moveTo>
                    <a:pt x="32957" y="1"/>
                  </a:moveTo>
                  <a:cubicBezTo>
                    <a:pt x="14744" y="1"/>
                    <a:pt x="0" y="14744"/>
                    <a:pt x="0" y="32924"/>
                  </a:cubicBezTo>
                  <a:cubicBezTo>
                    <a:pt x="0" y="51137"/>
                    <a:pt x="14744" y="65881"/>
                    <a:pt x="32957" y="65881"/>
                  </a:cubicBezTo>
                  <a:cubicBezTo>
                    <a:pt x="51137" y="65881"/>
                    <a:pt x="65880" y="51137"/>
                    <a:pt x="65880" y="32924"/>
                  </a:cubicBezTo>
                  <a:cubicBezTo>
                    <a:pt x="65880" y="14744"/>
                    <a:pt x="51137" y="1"/>
                    <a:pt x="329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7"/>
            <p:cNvSpPr/>
            <p:nvPr/>
          </p:nvSpPr>
          <p:spPr>
            <a:xfrm>
              <a:off x="2957275" y="1794225"/>
              <a:ext cx="1677900" cy="382800"/>
            </a:xfrm>
            <a:custGeom>
              <a:avLst/>
              <a:gdLst/>
              <a:ahLst/>
              <a:cxnLst/>
              <a:rect l="l" t="t" r="r" b="b"/>
              <a:pathLst>
                <a:path w="67116" h="15312" extrusionOk="0">
                  <a:moveTo>
                    <a:pt x="1" y="1"/>
                  </a:moveTo>
                  <a:lnTo>
                    <a:pt x="1" y="15312"/>
                  </a:lnTo>
                  <a:lnTo>
                    <a:pt x="67115" y="15312"/>
                  </a:lnTo>
                  <a:lnTo>
                    <a:pt x="671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7"/>
            <p:cNvSpPr/>
            <p:nvPr/>
          </p:nvSpPr>
          <p:spPr>
            <a:xfrm>
              <a:off x="2957275" y="4304350"/>
              <a:ext cx="1677900" cy="382800"/>
            </a:xfrm>
            <a:custGeom>
              <a:avLst/>
              <a:gdLst/>
              <a:ahLst/>
              <a:cxnLst/>
              <a:rect l="l" t="t" r="r" b="b"/>
              <a:pathLst>
                <a:path w="67116" h="15312" extrusionOk="0">
                  <a:moveTo>
                    <a:pt x="1" y="1"/>
                  </a:moveTo>
                  <a:lnTo>
                    <a:pt x="1" y="15312"/>
                  </a:lnTo>
                  <a:lnTo>
                    <a:pt x="67115" y="15312"/>
                  </a:lnTo>
                  <a:lnTo>
                    <a:pt x="671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7"/>
            <p:cNvSpPr/>
            <p:nvPr/>
          </p:nvSpPr>
          <p:spPr>
            <a:xfrm>
              <a:off x="2957275" y="4170925"/>
              <a:ext cx="1677900" cy="16700"/>
            </a:xfrm>
            <a:custGeom>
              <a:avLst/>
              <a:gdLst/>
              <a:ahLst/>
              <a:cxnLst/>
              <a:rect l="l" t="t" r="r" b="b"/>
              <a:pathLst>
                <a:path w="67116" h="668" extrusionOk="0">
                  <a:moveTo>
                    <a:pt x="1" y="1"/>
                  </a:moveTo>
                  <a:lnTo>
                    <a:pt x="1" y="668"/>
                  </a:lnTo>
                  <a:lnTo>
                    <a:pt x="67115" y="668"/>
                  </a:lnTo>
                  <a:lnTo>
                    <a:pt x="671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7"/>
            <p:cNvSpPr/>
            <p:nvPr/>
          </p:nvSpPr>
          <p:spPr>
            <a:xfrm>
              <a:off x="2957275" y="4245975"/>
              <a:ext cx="1677900" cy="16700"/>
            </a:xfrm>
            <a:custGeom>
              <a:avLst/>
              <a:gdLst/>
              <a:ahLst/>
              <a:cxnLst/>
              <a:rect l="l" t="t" r="r" b="b"/>
              <a:pathLst>
                <a:path w="67116" h="668" extrusionOk="0">
                  <a:moveTo>
                    <a:pt x="1" y="1"/>
                  </a:moveTo>
                  <a:lnTo>
                    <a:pt x="1" y="668"/>
                  </a:lnTo>
                  <a:lnTo>
                    <a:pt x="67115" y="668"/>
                  </a:lnTo>
                  <a:lnTo>
                    <a:pt x="671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7"/>
            <p:cNvSpPr/>
            <p:nvPr/>
          </p:nvSpPr>
          <p:spPr>
            <a:xfrm>
              <a:off x="4480875" y="1426475"/>
              <a:ext cx="149300" cy="81750"/>
            </a:xfrm>
            <a:custGeom>
              <a:avLst/>
              <a:gdLst/>
              <a:ahLst/>
              <a:cxnLst/>
              <a:rect l="l" t="t" r="r" b="b"/>
              <a:pathLst>
                <a:path w="5972" h="3270" fill="none" extrusionOk="0">
                  <a:moveTo>
                    <a:pt x="0" y="0"/>
                  </a:moveTo>
                  <a:lnTo>
                    <a:pt x="5971" y="0"/>
                  </a:lnTo>
                  <a:lnTo>
                    <a:pt x="5971" y="3269"/>
                  </a:lnTo>
                  <a:lnTo>
                    <a:pt x="0" y="3269"/>
                  </a:lnTo>
                  <a:close/>
                </a:path>
              </a:pathLst>
            </a:custGeom>
            <a:noFill/>
            <a:ln w="83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7"/>
            <p:cNvSpPr/>
            <p:nvPr/>
          </p:nvSpPr>
          <p:spPr>
            <a:xfrm>
              <a:off x="4480875" y="1426475"/>
              <a:ext cx="115925" cy="81750"/>
            </a:xfrm>
            <a:custGeom>
              <a:avLst/>
              <a:gdLst/>
              <a:ahLst/>
              <a:cxnLst/>
              <a:rect l="l" t="t" r="r" b="b"/>
              <a:pathLst>
                <a:path w="4637" h="3270" extrusionOk="0">
                  <a:moveTo>
                    <a:pt x="0" y="0"/>
                  </a:moveTo>
                  <a:lnTo>
                    <a:pt x="0" y="3269"/>
                  </a:lnTo>
                  <a:lnTo>
                    <a:pt x="4637" y="3269"/>
                  </a:lnTo>
                  <a:lnTo>
                    <a:pt x="4637" y="0"/>
                  </a:lnTo>
                  <a:close/>
                </a:path>
              </a:pathLst>
            </a:custGeom>
            <a:solidFill>
              <a:srgbClr val="263238"/>
            </a:solidFill>
            <a:ln w="75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7"/>
            <p:cNvSpPr/>
            <p:nvPr/>
          </p:nvSpPr>
          <p:spPr>
            <a:xfrm>
              <a:off x="4629300" y="1448975"/>
              <a:ext cx="20875" cy="35900"/>
            </a:xfrm>
            <a:custGeom>
              <a:avLst/>
              <a:gdLst/>
              <a:ahLst/>
              <a:cxnLst/>
              <a:rect l="l" t="t" r="r" b="b"/>
              <a:pathLst>
                <a:path w="835" h="1436" extrusionOk="0">
                  <a:moveTo>
                    <a:pt x="1" y="1"/>
                  </a:moveTo>
                  <a:lnTo>
                    <a:pt x="1" y="1435"/>
                  </a:lnTo>
                  <a:lnTo>
                    <a:pt x="835" y="1435"/>
                  </a:lnTo>
                  <a:lnTo>
                    <a:pt x="835" y="1"/>
                  </a:lnTo>
                  <a:close/>
                </a:path>
              </a:pathLst>
            </a:custGeom>
            <a:solidFill>
              <a:srgbClr val="263238"/>
            </a:solidFill>
            <a:ln w="75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7"/>
            <p:cNvSpPr/>
            <p:nvPr/>
          </p:nvSpPr>
          <p:spPr>
            <a:xfrm>
              <a:off x="2934775" y="1451475"/>
              <a:ext cx="27525" cy="46725"/>
            </a:xfrm>
            <a:custGeom>
              <a:avLst/>
              <a:gdLst/>
              <a:ahLst/>
              <a:cxnLst/>
              <a:rect l="l" t="t" r="r" b="b"/>
              <a:pathLst>
                <a:path w="1101" h="1869" extrusionOk="0">
                  <a:moveTo>
                    <a:pt x="0" y="1"/>
                  </a:moveTo>
                  <a:lnTo>
                    <a:pt x="0" y="1869"/>
                  </a:lnTo>
                  <a:lnTo>
                    <a:pt x="1101" y="1869"/>
                  </a:lnTo>
                  <a:lnTo>
                    <a:pt x="1101" y="1"/>
                  </a:lnTo>
                  <a:close/>
                </a:path>
              </a:pathLst>
            </a:custGeom>
            <a:solidFill>
              <a:srgbClr val="263238"/>
            </a:solidFill>
            <a:ln w="91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7"/>
            <p:cNvSpPr/>
            <p:nvPr/>
          </p:nvSpPr>
          <p:spPr>
            <a:xfrm>
              <a:off x="2978125" y="1434800"/>
              <a:ext cx="26725" cy="63400"/>
            </a:xfrm>
            <a:custGeom>
              <a:avLst/>
              <a:gdLst/>
              <a:ahLst/>
              <a:cxnLst/>
              <a:rect l="l" t="t" r="r" b="b"/>
              <a:pathLst>
                <a:path w="1069" h="2536" extrusionOk="0">
                  <a:moveTo>
                    <a:pt x="1" y="1"/>
                  </a:moveTo>
                  <a:lnTo>
                    <a:pt x="1" y="2536"/>
                  </a:lnTo>
                  <a:lnTo>
                    <a:pt x="1068" y="2536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263238"/>
            </a:solidFill>
            <a:ln w="91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7"/>
            <p:cNvSpPr/>
            <p:nvPr/>
          </p:nvSpPr>
          <p:spPr>
            <a:xfrm>
              <a:off x="3020650" y="1416450"/>
              <a:ext cx="27550" cy="81750"/>
            </a:xfrm>
            <a:custGeom>
              <a:avLst/>
              <a:gdLst/>
              <a:ahLst/>
              <a:cxnLst/>
              <a:rect l="l" t="t" r="r" b="b"/>
              <a:pathLst>
                <a:path w="1102" h="3270" extrusionOk="0">
                  <a:moveTo>
                    <a:pt x="1" y="1"/>
                  </a:moveTo>
                  <a:lnTo>
                    <a:pt x="1" y="3270"/>
                  </a:lnTo>
                  <a:lnTo>
                    <a:pt x="1102" y="3270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63238"/>
            </a:solidFill>
            <a:ln w="91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7"/>
            <p:cNvSpPr/>
            <p:nvPr/>
          </p:nvSpPr>
          <p:spPr>
            <a:xfrm>
              <a:off x="2923925" y="1553225"/>
              <a:ext cx="1723750" cy="129275"/>
            </a:xfrm>
            <a:custGeom>
              <a:avLst/>
              <a:gdLst/>
              <a:ahLst/>
              <a:cxnLst/>
              <a:rect l="l" t="t" r="r" b="b"/>
              <a:pathLst>
                <a:path w="68950" h="5171" extrusionOk="0">
                  <a:moveTo>
                    <a:pt x="1" y="0"/>
                  </a:moveTo>
                  <a:lnTo>
                    <a:pt x="1" y="5171"/>
                  </a:lnTo>
                  <a:lnTo>
                    <a:pt x="68950" y="5171"/>
                  </a:lnTo>
                  <a:lnTo>
                    <a:pt x="6895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7"/>
            <p:cNvSpPr/>
            <p:nvPr/>
          </p:nvSpPr>
          <p:spPr>
            <a:xfrm>
              <a:off x="3025675" y="2715725"/>
              <a:ext cx="2061475" cy="1344125"/>
            </a:xfrm>
            <a:custGeom>
              <a:avLst/>
              <a:gdLst/>
              <a:ahLst/>
              <a:cxnLst/>
              <a:rect l="l" t="t" r="r" b="b"/>
              <a:pathLst>
                <a:path w="82459" h="53765" extrusionOk="0">
                  <a:moveTo>
                    <a:pt x="68349" y="0"/>
                  </a:moveTo>
                  <a:lnTo>
                    <a:pt x="69383" y="17246"/>
                  </a:lnTo>
                  <a:cubicBezTo>
                    <a:pt x="69383" y="17313"/>
                    <a:pt x="69350" y="17413"/>
                    <a:pt x="69283" y="17446"/>
                  </a:cubicBezTo>
                  <a:cubicBezTo>
                    <a:pt x="69241" y="17460"/>
                    <a:pt x="69206" y="17468"/>
                    <a:pt x="69171" y="17468"/>
                  </a:cubicBezTo>
                  <a:cubicBezTo>
                    <a:pt x="69122" y="17468"/>
                    <a:pt x="69075" y="17452"/>
                    <a:pt x="69016" y="17413"/>
                  </a:cubicBezTo>
                  <a:cubicBezTo>
                    <a:pt x="68949" y="17313"/>
                    <a:pt x="60610" y="9807"/>
                    <a:pt x="57708" y="7639"/>
                  </a:cubicBezTo>
                  <a:cubicBezTo>
                    <a:pt x="56107" y="6405"/>
                    <a:pt x="50203" y="2302"/>
                    <a:pt x="43364" y="1835"/>
                  </a:cubicBezTo>
                  <a:cubicBezTo>
                    <a:pt x="42222" y="1757"/>
                    <a:pt x="40989" y="1726"/>
                    <a:pt x="39743" y="1726"/>
                  </a:cubicBezTo>
                  <a:cubicBezTo>
                    <a:pt x="34554" y="1726"/>
                    <a:pt x="29141" y="2269"/>
                    <a:pt x="29088" y="2269"/>
                  </a:cubicBezTo>
                  <a:cubicBezTo>
                    <a:pt x="28987" y="2269"/>
                    <a:pt x="19481" y="3236"/>
                    <a:pt x="14344" y="4270"/>
                  </a:cubicBezTo>
                  <a:cubicBezTo>
                    <a:pt x="9774" y="5171"/>
                    <a:pt x="7005" y="8673"/>
                    <a:pt x="5170" y="15945"/>
                  </a:cubicBezTo>
                  <a:cubicBezTo>
                    <a:pt x="4437" y="18914"/>
                    <a:pt x="2235" y="26819"/>
                    <a:pt x="0" y="34625"/>
                  </a:cubicBezTo>
                  <a:cubicBezTo>
                    <a:pt x="4951" y="46066"/>
                    <a:pt x="16349" y="53764"/>
                    <a:pt x="29101" y="53764"/>
                  </a:cubicBezTo>
                  <a:cubicBezTo>
                    <a:pt x="30440" y="53764"/>
                    <a:pt x="31794" y="53680"/>
                    <a:pt x="33157" y="53505"/>
                  </a:cubicBezTo>
                  <a:cubicBezTo>
                    <a:pt x="33657" y="53472"/>
                    <a:pt x="34124" y="53372"/>
                    <a:pt x="34625" y="53305"/>
                  </a:cubicBezTo>
                  <a:cubicBezTo>
                    <a:pt x="35792" y="51204"/>
                    <a:pt x="37093" y="49169"/>
                    <a:pt x="38428" y="47167"/>
                  </a:cubicBezTo>
                  <a:cubicBezTo>
                    <a:pt x="41797" y="42497"/>
                    <a:pt x="52137" y="26920"/>
                    <a:pt x="52204" y="26753"/>
                  </a:cubicBezTo>
                  <a:cubicBezTo>
                    <a:pt x="52254" y="26678"/>
                    <a:pt x="52323" y="26640"/>
                    <a:pt x="52396" y="26640"/>
                  </a:cubicBezTo>
                  <a:cubicBezTo>
                    <a:pt x="52421" y="26640"/>
                    <a:pt x="52446" y="26644"/>
                    <a:pt x="52471" y="26653"/>
                  </a:cubicBezTo>
                  <a:cubicBezTo>
                    <a:pt x="52504" y="26653"/>
                    <a:pt x="53038" y="26920"/>
                    <a:pt x="57208" y="28120"/>
                  </a:cubicBezTo>
                  <a:cubicBezTo>
                    <a:pt x="59543" y="28788"/>
                    <a:pt x="62978" y="30022"/>
                    <a:pt x="66614" y="31323"/>
                  </a:cubicBezTo>
                  <a:cubicBezTo>
                    <a:pt x="69683" y="32423"/>
                    <a:pt x="72885" y="33591"/>
                    <a:pt x="75888" y="34592"/>
                  </a:cubicBezTo>
                  <a:lnTo>
                    <a:pt x="77856" y="35259"/>
                  </a:lnTo>
                  <a:cubicBezTo>
                    <a:pt x="80303" y="36043"/>
                    <a:pt x="81058" y="36302"/>
                    <a:pt x="81350" y="36302"/>
                  </a:cubicBezTo>
                  <a:cubicBezTo>
                    <a:pt x="81468" y="36302"/>
                    <a:pt x="81510" y="36260"/>
                    <a:pt x="81558" y="36193"/>
                  </a:cubicBezTo>
                  <a:cubicBezTo>
                    <a:pt x="81625" y="36126"/>
                    <a:pt x="81692" y="36026"/>
                    <a:pt x="81825" y="35959"/>
                  </a:cubicBezTo>
                  <a:cubicBezTo>
                    <a:pt x="82459" y="35492"/>
                    <a:pt x="82459" y="33491"/>
                    <a:pt x="81725" y="29188"/>
                  </a:cubicBezTo>
                  <a:cubicBezTo>
                    <a:pt x="81058" y="24985"/>
                    <a:pt x="76021" y="2635"/>
                    <a:pt x="75521" y="601"/>
                  </a:cubicBezTo>
                  <a:lnTo>
                    <a:pt x="683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7"/>
            <p:cNvSpPr/>
            <p:nvPr/>
          </p:nvSpPr>
          <p:spPr>
            <a:xfrm>
              <a:off x="3021500" y="2706550"/>
              <a:ext cx="2079000" cy="1341825"/>
            </a:xfrm>
            <a:custGeom>
              <a:avLst/>
              <a:gdLst/>
              <a:ahLst/>
              <a:cxnLst/>
              <a:rect l="l" t="t" r="r" b="b"/>
              <a:pathLst>
                <a:path w="83160" h="53673" extrusionOk="0">
                  <a:moveTo>
                    <a:pt x="68449" y="0"/>
                  </a:moveTo>
                  <a:cubicBezTo>
                    <a:pt x="68382" y="0"/>
                    <a:pt x="68316" y="0"/>
                    <a:pt x="68282" y="34"/>
                  </a:cubicBezTo>
                  <a:cubicBezTo>
                    <a:pt x="68216" y="100"/>
                    <a:pt x="68182" y="134"/>
                    <a:pt x="68216" y="200"/>
                  </a:cubicBezTo>
                  <a:lnTo>
                    <a:pt x="69216" y="17146"/>
                  </a:lnTo>
                  <a:cubicBezTo>
                    <a:pt x="67549" y="15645"/>
                    <a:pt x="60810" y="9641"/>
                    <a:pt x="58275" y="7706"/>
                  </a:cubicBezTo>
                  <a:cubicBezTo>
                    <a:pt x="56607" y="6472"/>
                    <a:pt x="50636" y="2335"/>
                    <a:pt x="43698" y="1835"/>
                  </a:cubicBezTo>
                  <a:cubicBezTo>
                    <a:pt x="42549" y="1758"/>
                    <a:pt x="41310" y="1726"/>
                    <a:pt x="40058" y="1726"/>
                  </a:cubicBezTo>
                  <a:cubicBezTo>
                    <a:pt x="34841" y="1726"/>
                    <a:pt x="29402" y="2269"/>
                    <a:pt x="29321" y="2269"/>
                  </a:cubicBezTo>
                  <a:cubicBezTo>
                    <a:pt x="29255" y="2269"/>
                    <a:pt x="19681" y="3203"/>
                    <a:pt x="14577" y="4270"/>
                  </a:cubicBezTo>
                  <a:cubicBezTo>
                    <a:pt x="9774" y="5204"/>
                    <a:pt x="6939" y="8807"/>
                    <a:pt x="5071" y="16279"/>
                  </a:cubicBezTo>
                  <a:cubicBezTo>
                    <a:pt x="4303" y="19147"/>
                    <a:pt x="2169" y="26820"/>
                    <a:pt x="0" y="34392"/>
                  </a:cubicBezTo>
                  <a:cubicBezTo>
                    <a:pt x="67" y="34492"/>
                    <a:pt x="100" y="34625"/>
                    <a:pt x="134" y="34692"/>
                  </a:cubicBezTo>
                  <a:cubicBezTo>
                    <a:pt x="2302" y="27020"/>
                    <a:pt x="4504" y="19214"/>
                    <a:pt x="5237" y="16312"/>
                  </a:cubicBezTo>
                  <a:cubicBezTo>
                    <a:pt x="6905" y="9774"/>
                    <a:pt x="9407" y="5504"/>
                    <a:pt x="14577" y="4470"/>
                  </a:cubicBezTo>
                  <a:cubicBezTo>
                    <a:pt x="19748" y="3436"/>
                    <a:pt x="29288" y="2469"/>
                    <a:pt x="29288" y="2469"/>
                  </a:cubicBezTo>
                  <a:cubicBezTo>
                    <a:pt x="29288" y="2469"/>
                    <a:pt x="34690" y="1926"/>
                    <a:pt x="39947" y="1926"/>
                  </a:cubicBezTo>
                  <a:cubicBezTo>
                    <a:pt x="41209" y="1926"/>
                    <a:pt x="42463" y="1958"/>
                    <a:pt x="43631" y="2035"/>
                  </a:cubicBezTo>
                  <a:cubicBezTo>
                    <a:pt x="49669" y="2469"/>
                    <a:pt x="55140" y="5671"/>
                    <a:pt x="58042" y="7873"/>
                  </a:cubicBezTo>
                  <a:cubicBezTo>
                    <a:pt x="60977" y="10108"/>
                    <a:pt x="69383" y="17646"/>
                    <a:pt x="69383" y="17646"/>
                  </a:cubicBezTo>
                  <a:lnTo>
                    <a:pt x="68349" y="200"/>
                  </a:lnTo>
                  <a:lnTo>
                    <a:pt x="75955" y="834"/>
                  </a:lnTo>
                  <a:cubicBezTo>
                    <a:pt x="75955" y="834"/>
                    <a:pt x="81458" y="25152"/>
                    <a:pt x="82159" y="29622"/>
                  </a:cubicBezTo>
                  <a:cubicBezTo>
                    <a:pt x="82859" y="34058"/>
                    <a:pt x="82893" y="36059"/>
                    <a:pt x="82159" y="36560"/>
                  </a:cubicBezTo>
                  <a:cubicBezTo>
                    <a:pt x="81854" y="36758"/>
                    <a:pt x="81876" y="36931"/>
                    <a:pt x="81595" y="36931"/>
                  </a:cubicBezTo>
                  <a:cubicBezTo>
                    <a:pt x="81168" y="36931"/>
                    <a:pt x="80044" y="36533"/>
                    <a:pt x="76021" y="35226"/>
                  </a:cubicBezTo>
                  <a:cubicBezTo>
                    <a:pt x="69350" y="33057"/>
                    <a:pt x="61578" y="30022"/>
                    <a:pt x="57341" y="28821"/>
                  </a:cubicBezTo>
                  <a:cubicBezTo>
                    <a:pt x="53105" y="27553"/>
                    <a:pt x="52538" y="27353"/>
                    <a:pt x="52538" y="27353"/>
                  </a:cubicBezTo>
                  <a:cubicBezTo>
                    <a:pt x="52538" y="27353"/>
                    <a:pt x="42130" y="43031"/>
                    <a:pt x="38828" y="47701"/>
                  </a:cubicBezTo>
                  <a:cubicBezTo>
                    <a:pt x="37494" y="49636"/>
                    <a:pt x="36293" y="51637"/>
                    <a:pt x="35125" y="53672"/>
                  </a:cubicBezTo>
                  <a:cubicBezTo>
                    <a:pt x="35192" y="53672"/>
                    <a:pt x="35292" y="53639"/>
                    <a:pt x="35426" y="53639"/>
                  </a:cubicBezTo>
                  <a:cubicBezTo>
                    <a:pt x="36526" y="51671"/>
                    <a:pt x="37761" y="49703"/>
                    <a:pt x="38995" y="47868"/>
                  </a:cubicBezTo>
                  <a:cubicBezTo>
                    <a:pt x="42130" y="43331"/>
                    <a:pt x="51637" y="29021"/>
                    <a:pt x="52671" y="27487"/>
                  </a:cubicBezTo>
                  <a:cubicBezTo>
                    <a:pt x="53038" y="27620"/>
                    <a:pt x="54139" y="27954"/>
                    <a:pt x="57308" y="28888"/>
                  </a:cubicBezTo>
                  <a:cubicBezTo>
                    <a:pt x="59643" y="29555"/>
                    <a:pt x="63045" y="30822"/>
                    <a:pt x="66681" y="32090"/>
                  </a:cubicBezTo>
                  <a:cubicBezTo>
                    <a:pt x="69783" y="33224"/>
                    <a:pt x="72986" y="34358"/>
                    <a:pt x="75988" y="35359"/>
                  </a:cubicBezTo>
                  <a:lnTo>
                    <a:pt x="77956" y="36026"/>
                  </a:lnTo>
                  <a:cubicBezTo>
                    <a:pt x="80369" y="36838"/>
                    <a:pt x="81237" y="37130"/>
                    <a:pt x="81655" y="37130"/>
                  </a:cubicBezTo>
                  <a:cubicBezTo>
                    <a:pt x="81889" y="37130"/>
                    <a:pt x="81982" y="37037"/>
                    <a:pt x="82126" y="36893"/>
                  </a:cubicBezTo>
                  <a:cubicBezTo>
                    <a:pt x="82159" y="36860"/>
                    <a:pt x="82192" y="36793"/>
                    <a:pt x="82326" y="36727"/>
                  </a:cubicBezTo>
                  <a:cubicBezTo>
                    <a:pt x="83160" y="36160"/>
                    <a:pt x="83160" y="34225"/>
                    <a:pt x="82392" y="29555"/>
                  </a:cubicBezTo>
                  <a:cubicBezTo>
                    <a:pt x="81692" y="25152"/>
                    <a:pt x="76221" y="1034"/>
                    <a:pt x="76188" y="801"/>
                  </a:cubicBezTo>
                  <a:cubicBezTo>
                    <a:pt x="76188" y="701"/>
                    <a:pt x="76121" y="634"/>
                    <a:pt x="76021" y="634"/>
                  </a:cubicBezTo>
                  <a:lnTo>
                    <a:pt x="6844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7"/>
            <p:cNvSpPr/>
            <p:nvPr/>
          </p:nvSpPr>
          <p:spPr>
            <a:xfrm>
              <a:off x="3027325" y="2708225"/>
              <a:ext cx="2069000" cy="1337650"/>
            </a:xfrm>
            <a:custGeom>
              <a:avLst/>
              <a:gdLst/>
              <a:ahLst/>
              <a:cxnLst/>
              <a:rect l="l" t="t" r="r" b="b"/>
              <a:pathLst>
                <a:path w="82760" h="53506" extrusionOk="0">
                  <a:moveTo>
                    <a:pt x="68216" y="0"/>
                  </a:moveTo>
                  <a:lnTo>
                    <a:pt x="69250" y="17446"/>
                  </a:lnTo>
                  <a:cubicBezTo>
                    <a:pt x="69250" y="17446"/>
                    <a:pt x="60811" y="9907"/>
                    <a:pt x="57909" y="7672"/>
                  </a:cubicBezTo>
                  <a:cubicBezTo>
                    <a:pt x="54973" y="5471"/>
                    <a:pt x="49469" y="2268"/>
                    <a:pt x="43465" y="1835"/>
                  </a:cubicBezTo>
                  <a:cubicBezTo>
                    <a:pt x="42303" y="1757"/>
                    <a:pt x="41053" y="1726"/>
                    <a:pt x="39794" y="1726"/>
                  </a:cubicBezTo>
                  <a:cubicBezTo>
                    <a:pt x="34545" y="1726"/>
                    <a:pt x="29122" y="2268"/>
                    <a:pt x="29122" y="2268"/>
                  </a:cubicBezTo>
                  <a:cubicBezTo>
                    <a:pt x="29122" y="2268"/>
                    <a:pt x="19581" y="3236"/>
                    <a:pt x="14411" y="4270"/>
                  </a:cubicBezTo>
                  <a:cubicBezTo>
                    <a:pt x="9241" y="5304"/>
                    <a:pt x="6739" y="9574"/>
                    <a:pt x="5071" y="16112"/>
                  </a:cubicBezTo>
                  <a:cubicBezTo>
                    <a:pt x="4337" y="19014"/>
                    <a:pt x="2169" y="26819"/>
                    <a:pt x="1" y="34491"/>
                  </a:cubicBezTo>
                  <a:cubicBezTo>
                    <a:pt x="34" y="34591"/>
                    <a:pt x="68" y="34692"/>
                    <a:pt x="101" y="34792"/>
                  </a:cubicBezTo>
                  <a:cubicBezTo>
                    <a:pt x="2236" y="27119"/>
                    <a:pt x="4437" y="19147"/>
                    <a:pt x="5205" y="16245"/>
                  </a:cubicBezTo>
                  <a:cubicBezTo>
                    <a:pt x="7039" y="8973"/>
                    <a:pt x="9774" y="5471"/>
                    <a:pt x="14378" y="4570"/>
                  </a:cubicBezTo>
                  <a:cubicBezTo>
                    <a:pt x="19515" y="3503"/>
                    <a:pt x="29022" y="2569"/>
                    <a:pt x="29088" y="2569"/>
                  </a:cubicBezTo>
                  <a:cubicBezTo>
                    <a:pt x="29169" y="2569"/>
                    <a:pt x="34565" y="2026"/>
                    <a:pt x="39765" y="2026"/>
                  </a:cubicBezTo>
                  <a:cubicBezTo>
                    <a:pt x="41013" y="2026"/>
                    <a:pt x="42249" y="2057"/>
                    <a:pt x="43398" y="2135"/>
                  </a:cubicBezTo>
                  <a:cubicBezTo>
                    <a:pt x="50203" y="2602"/>
                    <a:pt x="56074" y="6672"/>
                    <a:pt x="57742" y="7939"/>
                  </a:cubicBezTo>
                  <a:cubicBezTo>
                    <a:pt x="60611" y="10107"/>
                    <a:pt x="68950" y="17613"/>
                    <a:pt x="69050" y="17679"/>
                  </a:cubicBezTo>
                  <a:cubicBezTo>
                    <a:pt x="69099" y="17728"/>
                    <a:pt x="69166" y="17759"/>
                    <a:pt x="69224" y="17759"/>
                  </a:cubicBezTo>
                  <a:cubicBezTo>
                    <a:pt x="69245" y="17759"/>
                    <a:pt x="69266" y="17755"/>
                    <a:pt x="69284" y="17746"/>
                  </a:cubicBezTo>
                  <a:cubicBezTo>
                    <a:pt x="69384" y="17679"/>
                    <a:pt x="69417" y="17613"/>
                    <a:pt x="69417" y="17546"/>
                  </a:cubicBezTo>
                  <a:lnTo>
                    <a:pt x="68383" y="300"/>
                  </a:lnTo>
                  <a:lnTo>
                    <a:pt x="68383" y="300"/>
                  </a:lnTo>
                  <a:lnTo>
                    <a:pt x="75555" y="901"/>
                  </a:lnTo>
                  <a:cubicBezTo>
                    <a:pt x="75988" y="2935"/>
                    <a:pt x="81059" y="25285"/>
                    <a:pt x="81759" y="29488"/>
                  </a:cubicBezTo>
                  <a:cubicBezTo>
                    <a:pt x="82460" y="33791"/>
                    <a:pt x="82460" y="35792"/>
                    <a:pt x="81826" y="36259"/>
                  </a:cubicBezTo>
                  <a:cubicBezTo>
                    <a:pt x="81726" y="36326"/>
                    <a:pt x="81626" y="36426"/>
                    <a:pt x="81592" y="36493"/>
                  </a:cubicBezTo>
                  <a:cubicBezTo>
                    <a:pt x="81546" y="36540"/>
                    <a:pt x="81502" y="36573"/>
                    <a:pt x="81387" y="36573"/>
                  </a:cubicBezTo>
                  <a:cubicBezTo>
                    <a:pt x="81094" y="36573"/>
                    <a:pt x="80339" y="36351"/>
                    <a:pt x="77890" y="35559"/>
                  </a:cubicBezTo>
                  <a:lnTo>
                    <a:pt x="75922" y="34858"/>
                  </a:lnTo>
                  <a:cubicBezTo>
                    <a:pt x="72920" y="33891"/>
                    <a:pt x="69717" y="32757"/>
                    <a:pt x="66615" y="31623"/>
                  </a:cubicBezTo>
                  <a:cubicBezTo>
                    <a:pt x="62979" y="30322"/>
                    <a:pt x="59577" y="29121"/>
                    <a:pt x="57242" y="28420"/>
                  </a:cubicBezTo>
                  <a:cubicBezTo>
                    <a:pt x="53072" y="27220"/>
                    <a:pt x="52472" y="26953"/>
                    <a:pt x="52472" y="26953"/>
                  </a:cubicBezTo>
                  <a:cubicBezTo>
                    <a:pt x="52454" y="26944"/>
                    <a:pt x="52431" y="26940"/>
                    <a:pt x="52407" y="26940"/>
                  </a:cubicBezTo>
                  <a:cubicBezTo>
                    <a:pt x="52341" y="26940"/>
                    <a:pt x="52263" y="26971"/>
                    <a:pt x="52238" y="27019"/>
                  </a:cubicBezTo>
                  <a:cubicBezTo>
                    <a:pt x="52105" y="27186"/>
                    <a:pt x="41764" y="42764"/>
                    <a:pt x="38528" y="47401"/>
                  </a:cubicBezTo>
                  <a:cubicBezTo>
                    <a:pt x="37194" y="49335"/>
                    <a:pt x="35893" y="51404"/>
                    <a:pt x="34726" y="53505"/>
                  </a:cubicBezTo>
                  <a:cubicBezTo>
                    <a:pt x="34792" y="53505"/>
                    <a:pt x="34892" y="53472"/>
                    <a:pt x="34959" y="53472"/>
                  </a:cubicBezTo>
                  <a:cubicBezTo>
                    <a:pt x="36127" y="51437"/>
                    <a:pt x="37361" y="49469"/>
                    <a:pt x="38695" y="47501"/>
                  </a:cubicBezTo>
                  <a:cubicBezTo>
                    <a:pt x="41964" y="42831"/>
                    <a:pt x="52405" y="27153"/>
                    <a:pt x="52405" y="27153"/>
                  </a:cubicBezTo>
                  <a:cubicBezTo>
                    <a:pt x="52405" y="27153"/>
                    <a:pt x="52939" y="27353"/>
                    <a:pt x="57175" y="28621"/>
                  </a:cubicBezTo>
                  <a:cubicBezTo>
                    <a:pt x="61445" y="29855"/>
                    <a:pt x="69250" y="32857"/>
                    <a:pt x="75888" y="35025"/>
                  </a:cubicBezTo>
                  <a:cubicBezTo>
                    <a:pt x="79893" y="36340"/>
                    <a:pt x="81016" y="36759"/>
                    <a:pt x="81443" y="36759"/>
                  </a:cubicBezTo>
                  <a:cubicBezTo>
                    <a:pt x="81720" y="36759"/>
                    <a:pt x="81704" y="36583"/>
                    <a:pt x="81993" y="36359"/>
                  </a:cubicBezTo>
                  <a:cubicBezTo>
                    <a:pt x="82760" y="35826"/>
                    <a:pt x="82727" y="33858"/>
                    <a:pt x="81993" y="29421"/>
                  </a:cubicBezTo>
                  <a:cubicBezTo>
                    <a:pt x="81292" y="24951"/>
                    <a:pt x="75788" y="634"/>
                    <a:pt x="75788" y="634"/>
                  </a:cubicBezTo>
                  <a:lnTo>
                    <a:pt x="6821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7"/>
            <p:cNvSpPr/>
            <p:nvPr/>
          </p:nvSpPr>
          <p:spPr>
            <a:xfrm>
              <a:off x="4329100" y="3260800"/>
              <a:ext cx="231025" cy="132100"/>
            </a:xfrm>
            <a:custGeom>
              <a:avLst/>
              <a:gdLst/>
              <a:ahLst/>
              <a:cxnLst/>
              <a:rect l="l" t="t" r="r" b="b"/>
              <a:pathLst>
                <a:path w="9241" h="5284" extrusionOk="0">
                  <a:moveTo>
                    <a:pt x="3218" y="0"/>
                  </a:moveTo>
                  <a:cubicBezTo>
                    <a:pt x="3128" y="0"/>
                    <a:pt x="3027" y="38"/>
                    <a:pt x="3002" y="113"/>
                  </a:cubicBezTo>
                  <a:lnTo>
                    <a:pt x="34" y="4950"/>
                  </a:lnTo>
                  <a:cubicBezTo>
                    <a:pt x="0" y="5016"/>
                    <a:pt x="0" y="5117"/>
                    <a:pt x="67" y="5183"/>
                  </a:cubicBezTo>
                  <a:cubicBezTo>
                    <a:pt x="100" y="5217"/>
                    <a:pt x="200" y="5283"/>
                    <a:pt x="234" y="5283"/>
                  </a:cubicBezTo>
                  <a:cubicBezTo>
                    <a:pt x="301" y="5283"/>
                    <a:pt x="301" y="5217"/>
                    <a:pt x="367" y="5217"/>
                  </a:cubicBezTo>
                  <a:lnTo>
                    <a:pt x="9107" y="380"/>
                  </a:lnTo>
                  <a:cubicBezTo>
                    <a:pt x="9207" y="313"/>
                    <a:pt x="9240" y="180"/>
                    <a:pt x="9207" y="113"/>
                  </a:cubicBezTo>
                  <a:cubicBezTo>
                    <a:pt x="9132" y="38"/>
                    <a:pt x="9057" y="0"/>
                    <a:pt x="8982" y="0"/>
                  </a:cubicBezTo>
                  <a:cubicBezTo>
                    <a:pt x="8957" y="0"/>
                    <a:pt x="8932" y="5"/>
                    <a:pt x="8907" y="13"/>
                  </a:cubicBezTo>
                  <a:lnTo>
                    <a:pt x="834" y="4483"/>
                  </a:lnTo>
                  <a:lnTo>
                    <a:pt x="3369" y="313"/>
                  </a:lnTo>
                  <a:cubicBezTo>
                    <a:pt x="3403" y="213"/>
                    <a:pt x="3369" y="46"/>
                    <a:pt x="3303" y="13"/>
                  </a:cubicBezTo>
                  <a:cubicBezTo>
                    <a:pt x="3278" y="5"/>
                    <a:pt x="3248" y="0"/>
                    <a:pt x="321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7"/>
            <p:cNvSpPr/>
            <p:nvPr/>
          </p:nvSpPr>
          <p:spPr>
            <a:xfrm>
              <a:off x="3145750" y="2873550"/>
              <a:ext cx="1948075" cy="1185250"/>
            </a:xfrm>
            <a:custGeom>
              <a:avLst/>
              <a:gdLst/>
              <a:ahLst/>
              <a:cxnLst/>
              <a:rect l="l" t="t" r="r" b="b"/>
              <a:pathLst>
                <a:path w="77923" h="47410" extrusionOk="0">
                  <a:moveTo>
                    <a:pt x="35377" y="0"/>
                  </a:moveTo>
                  <a:cubicBezTo>
                    <a:pt x="32813" y="0"/>
                    <a:pt x="30236" y="378"/>
                    <a:pt x="27687" y="1193"/>
                  </a:cubicBezTo>
                  <a:cubicBezTo>
                    <a:pt x="22050" y="3027"/>
                    <a:pt x="17346" y="4829"/>
                    <a:pt x="13877" y="8298"/>
                  </a:cubicBezTo>
                  <a:cubicBezTo>
                    <a:pt x="11175" y="11000"/>
                    <a:pt x="3336" y="28345"/>
                    <a:pt x="1" y="35884"/>
                  </a:cubicBezTo>
                  <a:cubicBezTo>
                    <a:pt x="5899" y="43015"/>
                    <a:pt x="14818" y="47410"/>
                    <a:pt x="24486" y="47410"/>
                  </a:cubicBezTo>
                  <a:cubicBezTo>
                    <a:pt x="25808" y="47410"/>
                    <a:pt x="27144" y="47327"/>
                    <a:pt x="28488" y="47159"/>
                  </a:cubicBezTo>
                  <a:cubicBezTo>
                    <a:pt x="29021" y="47059"/>
                    <a:pt x="29622" y="46992"/>
                    <a:pt x="30155" y="46892"/>
                  </a:cubicBezTo>
                  <a:cubicBezTo>
                    <a:pt x="31323" y="44857"/>
                    <a:pt x="32557" y="42856"/>
                    <a:pt x="33891" y="40888"/>
                  </a:cubicBezTo>
                  <a:cubicBezTo>
                    <a:pt x="37160" y="36184"/>
                    <a:pt x="47568" y="20506"/>
                    <a:pt x="47568" y="20506"/>
                  </a:cubicBezTo>
                  <a:cubicBezTo>
                    <a:pt x="47568" y="20506"/>
                    <a:pt x="48135" y="20707"/>
                    <a:pt x="52371" y="21974"/>
                  </a:cubicBezTo>
                  <a:cubicBezTo>
                    <a:pt x="56608" y="23208"/>
                    <a:pt x="64413" y="26211"/>
                    <a:pt x="71051" y="28379"/>
                  </a:cubicBezTo>
                  <a:cubicBezTo>
                    <a:pt x="75142" y="29715"/>
                    <a:pt x="76230" y="30114"/>
                    <a:pt x="76643" y="30114"/>
                  </a:cubicBezTo>
                  <a:cubicBezTo>
                    <a:pt x="76900" y="30114"/>
                    <a:pt x="76895" y="29959"/>
                    <a:pt x="77189" y="29780"/>
                  </a:cubicBezTo>
                  <a:cubicBezTo>
                    <a:pt x="77923" y="29279"/>
                    <a:pt x="77923" y="27278"/>
                    <a:pt x="77189" y="22808"/>
                  </a:cubicBezTo>
                  <a:cubicBezTo>
                    <a:pt x="76755" y="20140"/>
                    <a:pt x="74587" y="10433"/>
                    <a:pt x="72986" y="2994"/>
                  </a:cubicBezTo>
                  <a:lnTo>
                    <a:pt x="72986" y="2994"/>
                  </a:lnTo>
                  <a:cubicBezTo>
                    <a:pt x="73653" y="11767"/>
                    <a:pt x="73887" y="20306"/>
                    <a:pt x="72552" y="21907"/>
                  </a:cubicBezTo>
                  <a:cubicBezTo>
                    <a:pt x="71750" y="22867"/>
                    <a:pt x="70842" y="23214"/>
                    <a:pt x="69950" y="23214"/>
                  </a:cubicBezTo>
                  <a:cubicBezTo>
                    <a:pt x="67615" y="23214"/>
                    <a:pt x="65381" y="20840"/>
                    <a:pt x="65381" y="20840"/>
                  </a:cubicBezTo>
                  <a:lnTo>
                    <a:pt x="64547" y="14135"/>
                  </a:lnTo>
                  <a:cubicBezTo>
                    <a:pt x="64547" y="14135"/>
                    <a:pt x="50003" y="3394"/>
                    <a:pt x="44566" y="1560"/>
                  </a:cubicBezTo>
                  <a:cubicBezTo>
                    <a:pt x="41569" y="555"/>
                    <a:pt x="38482" y="0"/>
                    <a:pt x="35377" y="0"/>
                  </a:cubicBezTo>
                  <a:close/>
                </a:path>
              </a:pathLst>
            </a:custGeom>
            <a:solidFill>
              <a:srgbClr val="000000">
                <a:alpha val="28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7"/>
            <p:cNvSpPr/>
            <p:nvPr/>
          </p:nvSpPr>
          <p:spPr>
            <a:xfrm>
              <a:off x="4755225" y="3145200"/>
              <a:ext cx="92600" cy="298575"/>
            </a:xfrm>
            <a:custGeom>
              <a:avLst/>
              <a:gdLst/>
              <a:ahLst/>
              <a:cxnLst/>
              <a:rect l="l" t="t" r="r" b="b"/>
              <a:pathLst>
                <a:path w="3704" h="11943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435" y="8640"/>
                    <a:pt x="935" y="9974"/>
                  </a:cubicBezTo>
                  <a:cubicBezTo>
                    <a:pt x="1435" y="11308"/>
                    <a:pt x="3703" y="11942"/>
                    <a:pt x="3703" y="1194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7"/>
            <p:cNvSpPr/>
            <p:nvPr/>
          </p:nvSpPr>
          <p:spPr>
            <a:xfrm>
              <a:off x="4750225" y="3140200"/>
              <a:ext cx="104275" cy="308575"/>
            </a:xfrm>
            <a:custGeom>
              <a:avLst/>
              <a:gdLst/>
              <a:ahLst/>
              <a:cxnLst/>
              <a:rect l="l" t="t" r="r" b="b"/>
              <a:pathLst>
                <a:path w="4171" h="12343" extrusionOk="0">
                  <a:moveTo>
                    <a:pt x="201" y="0"/>
                  </a:moveTo>
                  <a:cubicBezTo>
                    <a:pt x="67" y="0"/>
                    <a:pt x="1" y="67"/>
                    <a:pt x="1" y="200"/>
                  </a:cubicBezTo>
                  <a:cubicBezTo>
                    <a:pt x="34" y="601"/>
                    <a:pt x="401" y="8873"/>
                    <a:pt x="935" y="10274"/>
                  </a:cubicBezTo>
                  <a:cubicBezTo>
                    <a:pt x="1502" y="11675"/>
                    <a:pt x="3837" y="12309"/>
                    <a:pt x="3903" y="12342"/>
                  </a:cubicBezTo>
                  <a:lnTo>
                    <a:pt x="3970" y="12342"/>
                  </a:lnTo>
                  <a:cubicBezTo>
                    <a:pt x="4037" y="12342"/>
                    <a:pt x="4137" y="12309"/>
                    <a:pt x="4170" y="12209"/>
                  </a:cubicBezTo>
                  <a:cubicBezTo>
                    <a:pt x="4170" y="12075"/>
                    <a:pt x="4104" y="12009"/>
                    <a:pt x="4004" y="11975"/>
                  </a:cubicBezTo>
                  <a:cubicBezTo>
                    <a:pt x="3937" y="11975"/>
                    <a:pt x="1769" y="11375"/>
                    <a:pt x="1335" y="10141"/>
                  </a:cubicBezTo>
                  <a:cubicBezTo>
                    <a:pt x="835" y="8806"/>
                    <a:pt x="401" y="300"/>
                    <a:pt x="401" y="200"/>
                  </a:cubicBezTo>
                  <a:cubicBezTo>
                    <a:pt x="401" y="67"/>
                    <a:pt x="334" y="0"/>
                    <a:pt x="2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7"/>
            <p:cNvSpPr/>
            <p:nvPr/>
          </p:nvSpPr>
          <p:spPr>
            <a:xfrm>
              <a:off x="3583575" y="2801675"/>
              <a:ext cx="494525" cy="443625"/>
            </a:xfrm>
            <a:custGeom>
              <a:avLst/>
              <a:gdLst/>
              <a:ahLst/>
              <a:cxnLst/>
              <a:rect l="l" t="t" r="r" b="b"/>
              <a:pathLst>
                <a:path w="19781" h="17745" extrusionOk="0">
                  <a:moveTo>
                    <a:pt x="11400" y="0"/>
                  </a:moveTo>
                  <a:cubicBezTo>
                    <a:pt x="7082" y="0"/>
                    <a:pt x="6227" y="3387"/>
                    <a:pt x="4203" y="7403"/>
                  </a:cubicBezTo>
                  <a:cubicBezTo>
                    <a:pt x="2135" y="11640"/>
                    <a:pt x="1134" y="13508"/>
                    <a:pt x="1134" y="13508"/>
                  </a:cubicBezTo>
                  <a:cubicBezTo>
                    <a:pt x="1134" y="13508"/>
                    <a:pt x="0" y="16210"/>
                    <a:pt x="534" y="16210"/>
                  </a:cubicBezTo>
                  <a:cubicBezTo>
                    <a:pt x="1101" y="16210"/>
                    <a:pt x="4803" y="14809"/>
                    <a:pt x="6505" y="14809"/>
                  </a:cubicBezTo>
                  <a:cubicBezTo>
                    <a:pt x="8206" y="14809"/>
                    <a:pt x="10041" y="17744"/>
                    <a:pt x="10041" y="17744"/>
                  </a:cubicBezTo>
                  <a:cubicBezTo>
                    <a:pt x="10041" y="17744"/>
                    <a:pt x="14472" y="14473"/>
                    <a:pt x="16258" y="14473"/>
                  </a:cubicBezTo>
                  <a:cubicBezTo>
                    <a:pt x="16363" y="14473"/>
                    <a:pt x="16460" y="14484"/>
                    <a:pt x="16545" y="14508"/>
                  </a:cubicBezTo>
                  <a:cubicBezTo>
                    <a:pt x="17312" y="14742"/>
                    <a:pt x="18013" y="15176"/>
                    <a:pt x="18613" y="15709"/>
                  </a:cubicBezTo>
                  <a:cubicBezTo>
                    <a:pt x="18730" y="15826"/>
                    <a:pt x="18879" y="15879"/>
                    <a:pt x="19030" y="15879"/>
                  </a:cubicBezTo>
                  <a:cubicBezTo>
                    <a:pt x="19222" y="15879"/>
                    <a:pt x="19416" y="15792"/>
                    <a:pt x="19547" y="15643"/>
                  </a:cubicBezTo>
                  <a:cubicBezTo>
                    <a:pt x="19647" y="15509"/>
                    <a:pt x="19714" y="15342"/>
                    <a:pt x="19714" y="15209"/>
                  </a:cubicBezTo>
                  <a:cubicBezTo>
                    <a:pt x="19781" y="14475"/>
                    <a:pt x="19781" y="13408"/>
                    <a:pt x="19781" y="12073"/>
                  </a:cubicBezTo>
                  <a:cubicBezTo>
                    <a:pt x="19781" y="8971"/>
                    <a:pt x="17046" y="498"/>
                    <a:pt x="12142" y="31"/>
                  </a:cubicBezTo>
                  <a:cubicBezTo>
                    <a:pt x="11884" y="11"/>
                    <a:pt x="11637" y="0"/>
                    <a:pt x="114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7"/>
            <p:cNvSpPr/>
            <p:nvPr/>
          </p:nvSpPr>
          <p:spPr>
            <a:xfrm>
              <a:off x="3561600" y="2680700"/>
              <a:ext cx="542350" cy="546425"/>
            </a:xfrm>
            <a:custGeom>
              <a:avLst/>
              <a:gdLst/>
              <a:ahLst/>
              <a:cxnLst/>
              <a:rect l="l" t="t" r="r" b="b"/>
              <a:pathLst>
                <a:path w="21694" h="21857" extrusionOk="0">
                  <a:moveTo>
                    <a:pt x="12654" y="0"/>
                  </a:moveTo>
                  <a:cubicBezTo>
                    <a:pt x="12654" y="0"/>
                    <a:pt x="7851" y="634"/>
                    <a:pt x="5682" y="2702"/>
                  </a:cubicBezTo>
                  <a:cubicBezTo>
                    <a:pt x="3514" y="4804"/>
                    <a:pt x="4215" y="8073"/>
                    <a:pt x="3081" y="11142"/>
                  </a:cubicBezTo>
                  <a:cubicBezTo>
                    <a:pt x="1986" y="14161"/>
                    <a:pt x="0" y="20182"/>
                    <a:pt x="996" y="20182"/>
                  </a:cubicBezTo>
                  <a:cubicBezTo>
                    <a:pt x="1001" y="20182"/>
                    <a:pt x="1007" y="20182"/>
                    <a:pt x="1012" y="20181"/>
                  </a:cubicBezTo>
                  <a:cubicBezTo>
                    <a:pt x="1935" y="20092"/>
                    <a:pt x="4931" y="17771"/>
                    <a:pt x="6299" y="17771"/>
                  </a:cubicBezTo>
                  <a:cubicBezTo>
                    <a:pt x="6464" y="17771"/>
                    <a:pt x="6605" y="17804"/>
                    <a:pt x="6717" y="17880"/>
                  </a:cubicBezTo>
                  <a:cubicBezTo>
                    <a:pt x="7751" y="18580"/>
                    <a:pt x="10152" y="21649"/>
                    <a:pt x="10553" y="21849"/>
                  </a:cubicBezTo>
                  <a:cubicBezTo>
                    <a:pt x="10564" y="21854"/>
                    <a:pt x="10578" y="21857"/>
                    <a:pt x="10595" y="21857"/>
                  </a:cubicBezTo>
                  <a:cubicBezTo>
                    <a:pt x="11251" y="21857"/>
                    <a:pt x="16275" y="18203"/>
                    <a:pt x="16991" y="17813"/>
                  </a:cubicBezTo>
                  <a:cubicBezTo>
                    <a:pt x="17022" y="17793"/>
                    <a:pt x="17060" y="17784"/>
                    <a:pt x="17103" y="17784"/>
                  </a:cubicBezTo>
                  <a:cubicBezTo>
                    <a:pt x="17889" y="17784"/>
                    <a:pt x="20448" y="20937"/>
                    <a:pt x="21172" y="20937"/>
                  </a:cubicBezTo>
                  <a:cubicBezTo>
                    <a:pt x="21277" y="20937"/>
                    <a:pt x="21344" y="20869"/>
                    <a:pt x="21360" y="20715"/>
                  </a:cubicBezTo>
                  <a:cubicBezTo>
                    <a:pt x="21494" y="19481"/>
                    <a:pt x="21694" y="12076"/>
                    <a:pt x="20927" y="7639"/>
                  </a:cubicBezTo>
                  <a:cubicBezTo>
                    <a:pt x="20226" y="3136"/>
                    <a:pt x="15056" y="134"/>
                    <a:pt x="126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7"/>
            <p:cNvSpPr/>
            <p:nvPr/>
          </p:nvSpPr>
          <p:spPr>
            <a:xfrm>
              <a:off x="3557700" y="2674850"/>
              <a:ext cx="552100" cy="557100"/>
            </a:xfrm>
            <a:custGeom>
              <a:avLst/>
              <a:gdLst/>
              <a:ahLst/>
              <a:cxnLst/>
              <a:rect l="l" t="t" r="r" b="b"/>
              <a:pathLst>
                <a:path w="22084" h="22284" extrusionOk="0">
                  <a:moveTo>
                    <a:pt x="12843" y="468"/>
                  </a:moveTo>
                  <a:cubicBezTo>
                    <a:pt x="15212" y="601"/>
                    <a:pt x="20215" y="3570"/>
                    <a:pt x="20916" y="7906"/>
                  </a:cubicBezTo>
                  <a:cubicBezTo>
                    <a:pt x="21650" y="12343"/>
                    <a:pt x="21416" y="19782"/>
                    <a:pt x="21350" y="20949"/>
                  </a:cubicBezTo>
                  <a:lnTo>
                    <a:pt x="21350" y="20982"/>
                  </a:lnTo>
                  <a:cubicBezTo>
                    <a:pt x="21049" y="20916"/>
                    <a:pt x="20182" y="20082"/>
                    <a:pt x="19582" y="19515"/>
                  </a:cubicBezTo>
                  <a:cubicBezTo>
                    <a:pt x="18506" y="18469"/>
                    <a:pt x="17760" y="17802"/>
                    <a:pt x="17277" y="17802"/>
                  </a:cubicBezTo>
                  <a:cubicBezTo>
                    <a:pt x="17206" y="17802"/>
                    <a:pt x="17140" y="17817"/>
                    <a:pt x="17080" y="17847"/>
                  </a:cubicBezTo>
                  <a:cubicBezTo>
                    <a:pt x="16846" y="17980"/>
                    <a:pt x="16246" y="18414"/>
                    <a:pt x="15512" y="18914"/>
                  </a:cubicBezTo>
                  <a:cubicBezTo>
                    <a:pt x="14144" y="19815"/>
                    <a:pt x="11309" y="21783"/>
                    <a:pt x="10809" y="21850"/>
                  </a:cubicBezTo>
                  <a:cubicBezTo>
                    <a:pt x="10575" y="21750"/>
                    <a:pt x="10008" y="21016"/>
                    <a:pt x="9474" y="20449"/>
                  </a:cubicBezTo>
                  <a:cubicBezTo>
                    <a:pt x="8574" y="19481"/>
                    <a:pt x="7573" y="18347"/>
                    <a:pt x="7006" y="17947"/>
                  </a:cubicBezTo>
                  <a:cubicBezTo>
                    <a:pt x="6873" y="17814"/>
                    <a:pt x="6672" y="17780"/>
                    <a:pt x="6472" y="17780"/>
                  </a:cubicBezTo>
                  <a:cubicBezTo>
                    <a:pt x="5572" y="17780"/>
                    <a:pt x="4337" y="18547"/>
                    <a:pt x="3070" y="19281"/>
                  </a:cubicBezTo>
                  <a:cubicBezTo>
                    <a:pt x="2303" y="19748"/>
                    <a:pt x="1502" y="20182"/>
                    <a:pt x="1168" y="20249"/>
                  </a:cubicBezTo>
                  <a:cubicBezTo>
                    <a:pt x="802" y="19915"/>
                    <a:pt x="1869" y="15612"/>
                    <a:pt x="3470" y="11476"/>
                  </a:cubicBezTo>
                  <a:cubicBezTo>
                    <a:pt x="3870" y="10308"/>
                    <a:pt x="4037" y="9107"/>
                    <a:pt x="4204" y="7940"/>
                  </a:cubicBezTo>
                  <a:cubicBezTo>
                    <a:pt x="4471" y="6105"/>
                    <a:pt x="4704" y="4404"/>
                    <a:pt x="6005" y="3136"/>
                  </a:cubicBezTo>
                  <a:cubicBezTo>
                    <a:pt x="8040" y="1168"/>
                    <a:pt x="12510" y="501"/>
                    <a:pt x="12843" y="468"/>
                  </a:cubicBezTo>
                  <a:close/>
                  <a:moveTo>
                    <a:pt x="12810" y="1"/>
                  </a:moveTo>
                  <a:cubicBezTo>
                    <a:pt x="12577" y="67"/>
                    <a:pt x="7907" y="668"/>
                    <a:pt x="5705" y="2803"/>
                  </a:cubicBezTo>
                  <a:cubicBezTo>
                    <a:pt x="4304" y="4137"/>
                    <a:pt x="4037" y="5938"/>
                    <a:pt x="3804" y="7806"/>
                  </a:cubicBezTo>
                  <a:cubicBezTo>
                    <a:pt x="3637" y="8941"/>
                    <a:pt x="3470" y="10141"/>
                    <a:pt x="3036" y="11276"/>
                  </a:cubicBezTo>
                  <a:cubicBezTo>
                    <a:pt x="3003" y="11342"/>
                    <a:pt x="1" y="19415"/>
                    <a:pt x="802" y="20449"/>
                  </a:cubicBezTo>
                  <a:cubicBezTo>
                    <a:pt x="868" y="20582"/>
                    <a:pt x="1002" y="20616"/>
                    <a:pt x="1168" y="20616"/>
                  </a:cubicBezTo>
                  <a:cubicBezTo>
                    <a:pt x="1569" y="20582"/>
                    <a:pt x="2369" y="20115"/>
                    <a:pt x="3237" y="19615"/>
                  </a:cubicBezTo>
                  <a:cubicBezTo>
                    <a:pt x="4317" y="19018"/>
                    <a:pt x="5713" y="18202"/>
                    <a:pt x="6432" y="18202"/>
                  </a:cubicBezTo>
                  <a:cubicBezTo>
                    <a:pt x="6556" y="18202"/>
                    <a:pt x="6660" y="18226"/>
                    <a:pt x="6739" y="18281"/>
                  </a:cubicBezTo>
                  <a:cubicBezTo>
                    <a:pt x="7306" y="18647"/>
                    <a:pt x="8307" y="19782"/>
                    <a:pt x="9141" y="20682"/>
                  </a:cubicBezTo>
                  <a:cubicBezTo>
                    <a:pt x="9975" y="21650"/>
                    <a:pt x="10408" y="22150"/>
                    <a:pt x="10642" y="22250"/>
                  </a:cubicBezTo>
                  <a:cubicBezTo>
                    <a:pt x="10675" y="22283"/>
                    <a:pt x="10709" y="22283"/>
                    <a:pt x="10742" y="22283"/>
                  </a:cubicBezTo>
                  <a:cubicBezTo>
                    <a:pt x="11142" y="22283"/>
                    <a:pt x="12176" y="21650"/>
                    <a:pt x="15712" y="19248"/>
                  </a:cubicBezTo>
                  <a:cubicBezTo>
                    <a:pt x="16413" y="18748"/>
                    <a:pt x="17046" y="18314"/>
                    <a:pt x="17247" y="18180"/>
                  </a:cubicBezTo>
                  <a:cubicBezTo>
                    <a:pt x="17256" y="18178"/>
                    <a:pt x="17265" y="18177"/>
                    <a:pt x="17276" y="18177"/>
                  </a:cubicBezTo>
                  <a:cubicBezTo>
                    <a:pt x="17615" y="18177"/>
                    <a:pt x="18699" y="19199"/>
                    <a:pt x="19281" y="19782"/>
                  </a:cubicBezTo>
                  <a:cubicBezTo>
                    <a:pt x="20344" y="20785"/>
                    <a:pt x="20936" y="21345"/>
                    <a:pt x="21359" y="21345"/>
                  </a:cubicBezTo>
                  <a:cubicBezTo>
                    <a:pt x="21414" y="21345"/>
                    <a:pt x="21466" y="21335"/>
                    <a:pt x="21516" y="21316"/>
                  </a:cubicBezTo>
                  <a:cubicBezTo>
                    <a:pt x="21650" y="21283"/>
                    <a:pt x="21750" y="21183"/>
                    <a:pt x="21750" y="20949"/>
                  </a:cubicBezTo>
                  <a:cubicBezTo>
                    <a:pt x="21883" y="19682"/>
                    <a:pt x="22083" y="12343"/>
                    <a:pt x="21350" y="7806"/>
                  </a:cubicBezTo>
                  <a:cubicBezTo>
                    <a:pt x="20582" y="3236"/>
                    <a:pt x="15345" y="134"/>
                    <a:pt x="128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7"/>
            <p:cNvSpPr/>
            <p:nvPr/>
          </p:nvSpPr>
          <p:spPr>
            <a:xfrm>
              <a:off x="3762150" y="2535600"/>
              <a:ext cx="454400" cy="696425"/>
            </a:xfrm>
            <a:custGeom>
              <a:avLst/>
              <a:gdLst/>
              <a:ahLst/>
              <a:cxnLst/>
              <a:rect l="l" t="t" r="r" b="b"/>
              <a:pathLst>
                <a:path w="18176" h="27857" extrusionOk="0">
                  <a:moveTo>
                    <a:pt x="6300" y="0"/>
                  </a:moveTo>
                  <a:cubicBezTo>
                    <a:pt x="6300" y="0"/>
                    <a:pt x="4532" y="5371"/>
                    <a:pt x="3064" y="7305"/>
                  </a:cubicBezTo>
                  <a:cubicBezTo>
                    <a:pt x="1630" y="9173"/>
                    <a:pt x="996" y="9474"/>
                    <a:pt x="496" y="13843"/>
                  </a:cubicBezTo>
                  <a:cubicBezTo>
                    <a:pt x="0" y="18169"/>
                    <a:pt x="2186" y="27856"/>
                    <a:pt x="2974" y="27856"/>
                  </a:cubicBezTo>
                  <a:cubicBezTo>
                    <a:pt x="2982" y="27856"/>
                    <a:pt x="2990" y="27855"/>
                    <a:pt x="2998" y="27853"/>
                  </a:cubicBezTo>
                  <a:cubicBezTo>
                    <a:pt x="3731" y="27653"/>
                    <a:pt x="10870" y="16212"/>
                    <a:pt x="13305" y="14344"/>
                  </a:cubicBezTo>
                  <a:cubicBezTo>
                    <a:pt x="15673" y="12476"/>
                    <a:pt x="18175" y="10508"/>
                    <a:pt x="18175" y="10508"/>
                  </a:cubicBezTo>
                  <a:cubicBezTo>
                    <a:pt x="18175" y="10508"/>
                    <a:pt x="12338" y="8773"/>
                    <a:pt x="10370" y="6271"/>
                  </a:cubicBezTo>
                  <a:cubicBezTo>
                    <a:pt x="8868" y="4270"/>
                    <a:pt x="7501" y="2168"/>
                    <a:pt x="6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7"/>
            <p:cNvSpPr/>
            <p:nvPr/>
          </p:nvSpPr>
          <p:spPr>
            <a:xfrm>
              <a:off x="3866275" y="2535600"/>
              <a:ext cx="349425" cy="337750"/>
            </a:xfrm>
            <a:custGeom>
              <a:avLst/>
              <a:gdLst/>
              <a:ahLst/>
              <a:cxnLst/>
              <a:rect l="l" t="t" r="r" b="b"/>
              <a:pathLst>
                <a:path w="13977" h="13510" extrusionOk="0">
                  <a:moveTo>
                    <a:pt x="2135" y="0"/>
                  </a:moveTo>
                  <a:cubicBezTo>
                    <a:pt x="1501" y="1835"/>
                    <a:pt x="834" y="3636"/>
                    <a:pt x="0" y="5371"/>
                  </a:cubicBezTo>
                  <a:cubicBezTo>
                    <a:pt x="901" y="7839"/>
                    <a:pt x="3336" y="11842"/>
                    <a:pt x="10141" y="13510"/>
                  </a:cubicBezTo>
                  <a:cubicBezTo>
                    <a:pt x="12175" y="11942"/>
                    <a:pt x="13977" y="10474"/>
                    <a:pt x="13977" y="10474"/>
                  </a:cubicBezTo>
                  <a:cubicBezTo>
                    <a:pt x="13977" y="10474"/>
                    <a:pt x="8139" y="8706"/>
                    <a:pt x="6171" y="6205"/>
                  </a:cubicBezTo>
                  <a:cubicBezTo>
                    <a:pt x="4670" y="4203"/>
                    <a:pt x="3336" y="2135"/>
                    <a:pt x="2135" y="0"/>
                  </a:cubicBezTo>
                  <a:close/>
                </a:path>
              </a:pathLst>
            </a:custGeom>
            <a:solidFill>
              <a:srgbClr val="000000">
                <a:alpha val="29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7"/>
            <p:cNvSpPr/>
            <p:nvPr/>
          </p:nvSpPr>
          <p:spPr>
            <a:xfrm>
              <a:off x="3884600" y="2535600"/>
              <a:ext cx="331100" cy="317750"/>
            </a:xfrm>
            <a:custGeom>
              <a:avLst/>
              <a:gdLst/>
              <a:ahLst/>
              <a:cxnLst/>
              <a:rect l="l" t="t" r="r" b="b"/>
              <a:pathLst>
                <a:path w="13244" h="12710" extrusionOk="0">
                  <a:moveTo>
                    <a:pt x="1402" y="0"/>
                  </a:moveTo>
                  <a:cubicBezTo>
                    <a:pt x="1402" y="0"/>
                    <a:pt x="802" y="1835"/>
                    <a:pt x="1" y="3703"/>
                  </a:cubicBezTo>
                  <a:cubicBezTo>
                    <a:pt x="635" y="5604"/>
                    <a:pt x="1969" y="8373"/>
                    <a:pt x="4271" y="10007"/>
                  </a:cubicBezTo>
                  <a:cubicBezTo>
                    <a:pt x="6139" y="11275"/>
                    <a:pt x="8240" y="12176"/>
                    <a:pt x="10442" y="12709"/>
                  </a:cubicBezTo>
                  <a:lnTo>
                    <a:pt x="13244" y="10508"/>
                  </a:lnTo>
                  <a:cubicBezTo>
                    <a:pt x="13244" y="10474"/>
                    <a:pt x="7440" y="8706"/>
                    <a:pt x="5438" y="6205"/>
                  </a:cubicBezTo>
                  <a:cubicBezTo>
                    <a:pt x="3937" y="4203"/>
                    <a:pt x="2603" y="2135"/>
                    <a:pt x="14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7"/>
            <p:cNvSpPr/>
            <p:nvPr/>
          </p:nvSpPr>
          <p:spPr>
            <a:xfrm>
              <a:off x="3757025" y="2530575"/>
              <a:ext cx="462025" cy="706375"/>
            </a:xfrm>
            <a:custGeom>
              <a:avLst/>
              <a:gdLst/>
              <a:ahLst/>
              <a:cxnLst/>
              <a:rect l="l" t="t" r="r" b="b"/>
              <a:pathLst>
                <a:path w="18481" h="28255" extrusionOk="0">
                  <a:moveTo>
                    <a:pt x="6538" y="701"/>
                  </a:moveTo>
                  <a:cubicBezTo>
                    <a:pt x="7706" y="2703"/>
                    <a:pt x="9007" y="4704"/>
                    <a:pt x="10408" y="6572"/>
                  </a:cubicBezTo>
                  <a:cubicBezTo>
                    <a:pt x="12109" y="8741"/>
                    <a:pt x="16579" y="10342"/>
                    <a:pt x="17913" y="10809"/>
                  </a:cubicBezTo>
                  <a:cubicBezTo>
                    <a:pt x="17146" y="11376"/>
                    <a:pt x="15211" y="12910"/>
                    <a:pt x="13343" y="14378"/>
                  </a:cubicBezTo>
                  <a:cubicBezTo>
                    <a:pt x="11942" y="15479"/>
                    <a:pt x="8940" y="19748"/>
                    <a:pt x="6572" y="23184"/>
                  </a:cubicBezTo>
                  <a:cubicBezTo>
                    <a:pt x="5071" y="25319"/>
                    <a:pt x="3536" y="27521"/>
                    <a:pt x="3169" y="27821"/>
                  </a:cubicBezTo>
                  <a:cubicBezTo>
                    <a:pt x="2435" y="27087"/>
                    <a:pt x="367" y="18214"/>
                    <a:pt x="868" y="14044"/>
                  </a:cubicBezTo>
                  <a:cubicBezTo>
                    <a:pt x="1301" y="10242"/>
                    <a:pt x="1835" y="9641"/>
                    <a:pt x="2936" y="8207"/>
                  </a:cubicBezTo>
                  <a:cubicBezTo>
                    <a:pt x="3069" y="8040"/>
                    <a:pt x="3236" y="7840"/>
                    <a:pt x="3403" y="7640"/>
                  </a:cubicBezTo>
                  <a:cubicBezTo>
                    <a:pt x="4637" y="6005"/>
                    <a:pt x="6071" y="2036"/>
                    <a:pt x="6538" y="701"/>
                  </a:cubicBezTo>
                  <a:close/>
                  <a:moveTo>
                    <a:pt x="6438" y="1"/>
                  </a:moveTo>
                  <a:cubicBezTo>
                    <a:pt x="6372" y="1"/>
                    <a:pt x="6338" y="34"/>
                    <a:pt x="6271" y="134"/>
                  </a:cubicBezTo>
                  <a:cubicBezTo>
                    <a:pt x="6238" y="168"/>
                    <a:pt x="4504" y="5505"/>
                    <a:pt x="3069" y="7340"/>
                  </a:cubicBezTo>
                  <a:cubicBezTo>
                    <a:pt x="2902" y="7540"/>
                    <a:pt x="2736" y="7740"/>
                    <a:pt x="2602" y="7907"/>
                  </a:cubicBezTo>
                  <a:cubicBezTo>
                    <a:pt x="1501" y="9341"/>
                    <a:pt x="901" y="10041"/>
                    <a:pt x="434" y="13978"/>
                  </a:cubicBezTo>
                  <a:cubicBezTo>
                    <a:pt x="0" y="18014"/>
                    <a:pt x="1935" y="27321"/>
                    <a:pt x="2902" y="28154"/>
                  </a:cubicBezTo>
                  <a:cubicBezTo>
                    <a:pt x="3036" y="28221"/>
                    <a:pt x="3069" y="28221"/>
                    <a:pt x="3169" y="28221"/>
                  </a:cubicBezTo>
                  <a:cubicBezTo>
                    <a:pt x="3203" y="28221"/>
                    <a:pt x="3203" y="28221"/>
                    <a:pt x="3203" y="28255"/>
                  </a:cubicBezTo>
                  <a:cubicBezTo>
                    <a:pt x="3536" y="28154"/>
                    <a:pt x="4504" y="26854"/>
                    <a:pt x="6872" y="23418"/>
                  </a:cubicBezTo>
                  <a:cubicBezTo>
                    <a:pt x="9240" y="20015"/>
                    <a:pt x="12209" y="15746"/>
                    <a:pt x="13543" y="14712"/>
                  </a:cubicBezTo>
                  <a:cubicBezTo>
                    <a:pt x="15912" y="12844"/>
                    <a:pt x="18413" y="10875"/>
                    <a:pt x="18413" y="10875"/>
                  </a:cubicBezTo>
                  <a:cubicBezTo>
                    <a:pt x="18480" y="10842"/>
                    <a:pt x="18480" y="10742"/>
                    <a:pt x="18480" y="10675"/>
                  </a:cubicBezTo>
                  <a:cubicBezTo>
                    <a:pt x="18480" y="10575"/>
                    <a:pt x="18447" y="10542"/>
                    <a:pt x="18380" y="10508"/>
                  </a:cubicBezTo>
                  <a:cubicBezTo>
                    <a:pt x="18347" y="10508"/>
                    <a:pt x="12609" y="8741"/>
                    <a:pt x="10708" y="6339"/>
                  </a:cubicBezTo>
                  <a:cubicBezTo>
                    <a:pt x="9207" y="4371"/>
                    <a:pt x="7873" y="2303"/>
                    <a:pt x="6672" y="134"/>
                  </a:cubicBezTo>
                  <a:cubicBezTo>
                    <a:pt x="6605" y="34"/>
                    <a:pt x="6538" y="1"/>
                    <a:pt x="64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7"/>
            <p:cNvSpPr/>
            <p:nvPr/>
          </p:nvSpPr>
          <p:spPr>
            <a:xfrm>
              <a:off x="3846250" y="2059375"/>
              <a:ext cx="649650" cy="783450"/>
            </a:xfrm>
            <a:custGeom>
              <a:avLst/>
              <a:gdLst/>
              <a:ahLst/>
              <a:cxnLst/>
              <a:rect l="l" t="t" r="r" b="b"/>
              <a:pathLst>
                <a:path w="25986" h="31338" extrusionOk="0">
                  <a:moveTo>
                    <a:pt x="13018" y="0"/>
                  </a:moveTo>
                  <a:cubicBezTo>
                    <a:pt x="10434" y="0"/>
                    <a:pt x="7860" y="618"/>
                    <a:pt x="5504" y="1837"/>
                  </a:cubicBezTo>
                  <a:cubicBezTo>
                    <a:pt x="834" y="4305"/>
                    <a:pt x="1" y="12077"/>
                    <a:pt x="701" y="14379"/>
                  </a:cubicBezTo>
                  <a:cubicBezTo>
                    <a:pt x="1435" y="16681"/>
                    <a:pt x="2269" y="23719"/>
                    <a:pt x="6839" y="27155"/>
                  </a:cubicBezTo>
                  <a:cubicBezTo>
                    <a:pt x="10700" y="30009"/>
                    <a:pt x="15288" y="31337"/>
                    <a:pt x="17730" y="31337"/>
                  </a:cubicBezTo>
                  <a:cubicBezTo>
                    <a:pt x="18200" y="31337"/>
                    <a:pt x="18590" y="31288"/>
                    <a:pt x="18881" y="31191"/>
                  </a:cubicBezTo>
                  <a:cubicBezTo>
                    <a:pt x="20682" y="30557"/>
                    <a:pt x="22216" y="28156"/>
                    <a:pt x="24084" y="24420"/>
                  </a:cubicBezTo>
                  <a:cubicBezTo>
                    <a:pt x="25986" y="20717"/>
                    <a:pt x="25085" y="16747"/>
                    <a:pt x="24918" y="14446"/>
                  </a:cubicBezTo>
                  <a:cubicBezTo>
                    <a:pt x="24785" y="12178"/>
                    <a:pt x="25052" y="5206"/>
                    <a:pt x="25052" y="5206"/>
                  </a:cubicBezTo>
                  <a:cubicBezTo>
                    <a:pt x="25052" y="5206"/>
                    <a:pt x="20248" y="1503"/>
                    <a:pt x="17747" y="703"/>
                  </a:cubicBezTo>
                  <a:cubicBezTo>
                    <a:pt x="16198" y="233"/>
                    <a:pt x="14606" y="0"/>
                    <a:pt x="130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7"/>
            <p:cNvSpPr/>
            <p:nvPr/>
          </p:nvSpPr>
          <p:spPr>
            <a:xfrm>
              <a:off x="3940475" y="2057975"/>
              <a:ext cx="533750" cy="217250"/>
            </a:xfrm>
            <a:custGeom>
              <a:avLst/>
              <a:gdLst/>
              <a:ahLst/>
              <a:cxnLst/>
              <a:rect l="l" t="t" r="r" b="b"/>
              <a:pathLst>
                <a:path w="21350" h="8690" extrusionOk="0">
                  <a:moveTo>
                    <a:pt x="9360" y="0"/>
                  </a:moveTo>
                  <a:cubicBezTo>
                    <a:pt x="6738" y="0"/>
                    <a:pt x="4143" y="631"/>
                    <a:pt x="1769" y="1859"/>
                  </a:cubicBezTo>
                  <a:cubicBezTo>
                    <a:pt x="1102" y="2226"/>
                    <a:pt x="535" y="2693"/>
                    <a:pt x="1" y="3227"/>
                  </a:cubicBezTo>
                  <a:lnTo>
                    <a:pt x="2403" y="4928"/>
                  </a:lnTo>
                  <a:cubicBezTo>
                    <a:pt x="2403" y="4928"/>
                    <a:pt x="3461" y="3881"/>
                    <a:pt x="5718" y="3881"/>
                  </a:cubicBezTo>
                  <a:cubicBezTo>
                    <a:pt x="7324" y="3881"/>
                    <a:pt x="9538" y="4412"/>
                    <a:pt x="12410" y="6229"/>
                  </a:cubicBezTo>
                  <a:cubicBezTo>
                    <a:pt x="15436" y="8107"/>
                    <a:pt x="18062" y="8689"/>
                    <a:pt x="20110" y="8689"/>
                  </a:cubicBezTo>
                  <a:cubicBezTo>
                    <a:pt x="20500" y="8689"/>
                    <a:pt x="20869" y="8668"/>
                    <a:pt x="21216" y="8631"/>
                  </a:cubicBezTo>
                  <a:cubicBezTo>
                    <a:pt x="21249" y="6796"/>
                    <a:pt x="21349" y="5262"/>
                    <a:pt x="21349" y="5262"/>
                  </a:cubicBezTo>
                  <a:cubicBezTo>
                    <a:pt x="21349" y="5262"/>
                    <a:pt x="16546" y="1526"/>
                    <a:pt x="14078" y="692"/>
                  </a:cubicBezTo>
                  <a:cubicBezTo>
                    <a:pt x="12524" y="228"/>
                    <a:pt x="10937" y="0"/>
                    <a:pt x="9360" y="0"/>
                  </a:cubicBezTo>
                  <a:close/>
                </a:path>
              </a:pathLst>
            </a:custGeom>
            <a:solidFill>
              <a:srgbClr val="000000">
                <a:alpha val="29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7"/>
            <p:cNvSpPr/>
            <p:nvPr/>
          </p:nvSpPr>
          <p:spPr>
            <a:xfrm>
              <a:off x="3842925" y="2053575"/>
              <a:ext cx="652975" cy="794775"/>
            </a:xfrm>
            <a:custGeom>
              <a:avLst/>
              <a:gdLst/>
              <a:ahLst/>
              <a:cxnLst/>
              <a:rect l="l" t="t" r="r" b="b"/>
              <a:pathLst>
                <a:path w="26119" h="31791" extrusionOk="0">
                  <a:moveTo>
                    <a:pt x="13176" y="401"/>
                  </a:moveTo>
                  <a:cubicBezTo>
                    <a:pt x="14744" y="401"/>
                    <a:pt x="16312" y="634"/>
                    <a:pt x="17813" y="1068"/>
                  </a:cubicBezTo>
                  <a:cubicBezTo>
                    <a:pt x="20048" y="1802"/>
                    <a:pt x="24284" y="5038"/>
                    <a:pt x="24951" y="5538"/>
                  </a:cubicBezTo>
                  <a:cubicBezTo>
                    <a:pt x="24918" y="6439"/>
                    <a:pt x="24651" y="12576"/>
                    <a:pt x="24851" y="14711"/>
                  </a:cubicBezTo>
                  <a:cubicBezTo>
                    <a:pt x="24918" y="14978"/>
                    <a:pt x="24951" y="15378"/>
                    <a:pt x="24985" y="15745"/>
                  </a:cubicBezTo>
                  <a:cubicBezTo>
                    <a:pt x="25251" y="17980"/>
                    <a:pt x="25652" y="21416"/>
                    <a:pt x="24084" y="24552"/>
                  </a:cubicBezTo>
                  <a:cubicBezTo>
                    <a:pt x="22283" y="28087"/>
                    <a:pt x="20748" y="30556"/>
                    <a:pt x="18980" y="31156"/>
                  </a:cubicBezTo>
                  <a:cubicBezTo>
                    <a:pt x="18697" y="31260"/>
                    <a:pt x="18311" y="31312"/>
                    <a:pt x="17842" y="31312"/>
                  </a:cubicBezTo>
                  <a:cubicBezTo>
                    <a:pt x="15438" y="31312"/>
                    <a:pt x="10879" y="29945"/>
                    <a:pt x="7139" y="27153"/>
                  </a:cubicBezTo>
                  <a:cubicBezTo>
                    <a:pt x="3469" y="24418"/>
                    <a:pt x="2235" y="19281"/>
                    <a:pt x="1501" y="16212"/>
                  </a:cubicBezTo>
                  <a:cubicBezTo>
                    <a:pt x="1401" y="15478"/>
                    <a:pt x="1234" y="14911"/>
                    <a:pt x="1101" y="14478"/>
                  </a:cubicBezTo>
                  <a:cubicBezTo>
                    <a:pt x="434" y="12476"/>
                    <a:pt x="1101" y="4704"/>
                    <a:pt x="5771" y="2202"/>
                  </a:cubicBezTo>
                  <a:cubicBezTo>
                    <a:pt x="8106" y="1035"/>
                    <a:pt x="10641" y="401"/>
                    <a:pt x="13176" y="401"/>
                  </a:cubicBezTo>
                  <a:close/>
                  <a:moveTo>
                    <a:pt x="13215" y="0"/>
                  </a:moveTo>
                  <a:cubicBezTo>
                    <a:pt x="10587" y="0"/>
                    <a:pt x="7986" y="626"/>
                    <a:pt x="5604" y="1869"/>
                  </a:cubicBezTo>
                  <a:cubicBezTo>
                    <a:pt x="634" y="4471"/>
                    <a:pt x="0" y="12476"/>
                    <a:pt x="734" y="14644"/>
                  </a:cubicBezTo>
                  <a:cubicBezTo>
                    <a:pt x="834" y="15078"/>
                    <a:pt x="967" y="15645"/>
                    <a:pt x="1134" y="16312"/>
                  </a:cubicBezTo>
                  <a:cubicBezTo>
                    <a:pt x="1835" y="19448"/>
                    <a:pt x="3102" y="24718"/>
                    <a:pt x="6905" y="27554"/>
                  </a:cubicBezTo>
                  <a:cubicBezTo>
                    <a:pt x="10674" y="30422"/>
                    <a:pt x="15378" y="31790"/>
                    <a:pt x="17880" y="31790"/>
                  </a:cubicBezTo>
                  <a:cubicBezTo>
                    <a:pt x="18413" y="31790"/>
                    <a:pt x="18814" y="31723"/>
                    <a:pt x="19180" y="31590"/>
                  </a:cubicBezTo>
                  <a:cubicBezTo>
                    <a:pt x="21082" y="30956"/>
                    <a:pt x="22650" y="28388"/>
                    <a:pt x="24484" y="24752"/>
                  </a:cubicBezTo>
                  <a:cubicBezTo>
                    <a:pt x="26119" y="21483"/>
                    <a:pt x="25685" y="17980"/>
                    <a:pt x="25452" y="15712"/>
                  </a:cubicBezTo>
                  <a:cubicBezTo>
                    <a:pt x="25385" y="15312"/>
                    <a:pt x="25352" y="14978"/>
                    <a:pt x="25318" y="14644"/>
                  </a:cubicBezTo>
                  <a:cubicBezTo>
                    <a:pt x="25151" y="12410"/>
                    <a:pt x="25452" y="5538"/>
                    <a:pt x="25452" y="5438"/>
                  </a:cubicBezTo>
                  <a:cubicBezTo>
                    <a:pt x="25452" y="5405"/>
                    <a:pt x="25418" y="5304"/>
                    <a:pt x="25352" y="5271"/>
                  </a:cubicBezTo>
                  <a:cubicBezTo>
                    <a:pt x="25151" y="5138"/>
                    <a:pt x="20515" y="1535"/>
                    <a:pt x="18013" y="701"/>
                  </a:cubicBezTo>
                  <a:cubicBezTo>
                    <a:pt x="16433" y="233"/>
                    <a:pt x="14819" y="0"/>
                    <a:pt x="132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7"/>
            <p:cNvSpPr/>
            <p:nvPr/>
          </p:nvSpPr>
          <p:spPr>
            <a:xfrm>
              <a:off x="4195675" y="2390475"/>
              <a:ext cx="30875" cy="66750"/>
            </a:xfrm>
            <a:custGeom>
              <a:avLst/>
              <a:gdLst/>
              <a:ahLst/>
              <a:cxnLst/>
              <a:rect l="l" t="t" r="r" b="b"/>
              <a:pathLst>
                <a:path w="1235" h="2670" extrusionOk="0">
                  <a:moveTo>
                    <a:pt x="634" y="1"/>
                  </a:moveTo>
                  <a:cubicBezTo>
                    <a:pt x="300" y="1"/>
                    <a:pt x="0" y="601"/>
                    <a:pt x="0" y="1335"/>
                  </a:cubicBezTo>
                  <a:cubicBezTo>
                    <a:pt x="0" y="2102"/>
                    <a:pt x="300" y="2670"/>
                    <a:pt x="634" y="2670"/>
                  </a:cubicBezTo>
                  <a:cubicBezTo>
                    <a:pt x="968" y="2670"/>
                    <a:pt x="1234" y="2102"/>
                    <a:pt x="1234" y="1335"/>
                  </a:cubicBezTo>
                  <a:cubicBezTo>
                    <a:pt x="1234" y="635"/>
                    <a:pt x="968" y="1"/>
                    <a:pt x="6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7"/>
            <p:cNvSpPr/>
            <p:nvPr/>
          </p:nvSpPr>
          <p:spPr>
            <a:xfrm>
              <a:off x="4384975" y="2408825"/>
              <a:ext cx="31700" cy="66750"/>
            </a:xfrm>
            <a:custGeom>
              <a:avLst/>
              <a:gdLst/>
              <a:ahLst/>
              <a:cxnLst/>
              <a:rect l="l" t="t" r="r" b="b"/>
              <a:pathLst>
                <a:path w="1268" h="2670" extrusionOk="0">
                  <a:moveTo>
                    <a:pt x="634" y="1"/>
                  </a:moveTo>
                  <a:cubicBezTo>
                    <a:pt x="300" y="1"/>
                    <a:pt x="0" y="568"/>
                    <a:pt x="0" y="1335"/>
                  </a:cubicBezTo>
                  <a:cubicBezTo>
                    <a:pt x="0" y="2069"/>
                    <a:pt x="300" y="2669"/>
                    <a:pt x="634" y="2669"/>
                  </a:cubicBezTo>
                  <a:cubicBezTo>
                    <a:pt x="968" y="2669"/>
                    <a:pt x="1268" y="2069"/>
                    <a:pt x="1268" y="1335"/>
                  </a:cubicBezTo>
                  <a:cubicBezTo>
                    <a:pt x="1268" y="568"/>
                    <a:pt x="968" y="1"/>
                    <a:pt x="6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7"/>
            <p:cNvSpPr/>
            <p:nvPr/>
          </p:nvSpPr>
          <p:spPr>
            <a:xfrm>
              <a:off x="4257375" y="2386950"/>
              <a:ext cx="119275" cy="170350"/>
            </a:xfrm>
            <a:custGeom>
              <a:avLst/>
              <a:gdLst/>
              <a:ahLst/>
              <a:cxnLst/>
              <a:rect l="l" t="t" r="r" b="b"/>
              <a:pathLst>
                <a:path w="4771" h="6814" extrusionOk="0">
                  <a:moveTo>
                    <a:pt x="4375" y="0"/>
                  </a:moveTo>
                  <a:cubicBezTo>
                    <a:pt x="4320" y="0"/>
                    <a:pt x="4270" y="25"/>
                    <a:pt x="4237" y="75"/>
                  </a:cubicBezTo>
                  <a:cubicBezTo>
                    <a:pt x="3970" y="275"/>
                    <a:pt x="2135" y="2143"/>
                    <a:pt x="2736" y="3111"/>
                  </a:cubicBezTo>
                  <a:cubicBezTo>
                    <a:pt x="2936" y="3411"/>
                    <a:pt x="3136" y="3644"/>
                    <a:pt x="3403" y="3878"/>
                  </a:cubicBezTo>
                  <a:cubicBezTo>
                    <a:pt x="3870" y="4312"/>
                    <a:pt x="4270" y="4745"/>
                    <a:pt x="4070" y="5446"/>
                  </a:cubicBezTo>
                  <a:cubicBezTo>
                    <a:pt x="3903" y="5913"/>
                    <a:pt x="3270" y="6280"/>
                    <a:pt x="2536" y="6380"/>
                  </a:cubicBezTo>
                  <a:cubicBezTo>
                    <a:pt x="2451" y="6387"/>
                    <a:pt x="2363" y="6392"/>
                    <a:pt x="2274" y="6392"/>
                  </a:cubicBezTo>
                  <a:cubicBezTo>
                    <a:pt x="1592" y="6392"/>
                    <a:pt x="814" y="6150"/>
                    <a:pt x="401" y="5412"/>
                  </a:cubicBezTo>
                  <a:cubicBezTo>
                    <a:pt x="351" y="5337"/>
                    <a:pt x="263" y="5300"/>
                    <a:pt x="180" y="5300"/>
                  </a:cubicBezTo>
                  <a:cubicBezTo>
                    <a:pt x="153" y="5300"/>
                    <a:pt x="126" y="5304"/>
                    <a:pt x="101" y="5312"/>
                  </a:cubicBezTo>
                  <a:cubicBezTo>
                    <a:pt x="34" y="5412"/>
                    <a:pt x="1" y="5546"/>
                    <a:pt x="34" y="5613"/>
                  </a:cubicBezTo>
                  <a:cubicBezTo>
                    <a:pt x="534" y="6547"/>
                    <a:pt x="1435" y="6813"/>
                    <a:pt x="2236" y="6813"/>
                  </a:cubicBezTo>
                  <a:cubicBezTo>
                    <a:pt x="2369" y="6813"/>
                    <a:pt x="2436" y="6813"/>
                    <a:pt x="2602" y="6780"/>
                  </a:cubicBezTo>
                  <a:cubicBezTo>
                    <a:pt x="3536" y="6680"/>
                    <a:pt x="4270" y="6180"/>
                    <a:pt x="4470" y="5579"/>
                  </a:cubicBezTo>
                  <a:cubicBezTo>
                    <a:pt x="4771" y="4612"/>
                    <a:pt x="4204" y="4078"/>
                    <a:pt x="3703" y="3578"/>
                  </a:cubicBezTo>
                  <a:cubicBezTo>
                    <a:pt x="3470" y="3344"/>
                    <a:pt x="3270" y="3144"/>
                    <a:pt x="3103" y="2911"/>
                  </a:cubicBezTo>
                  <a:cubicBezTo>
                    <a:pt x="2803" y="2444"/>
                    <a:pt x="3770" y="1109"/>
                    <a:pt x="4537" y="342"/>
                  </a:cubicBezTo>
                  <a:cubicBezTo>
                    <a:pt x="4604" y="275"/>
                    <a:pt x="4604" y="142"/>
                    <a:pt x="4537" y="75"/>
                  </a:cubicBezTo>
                  <a:cubicBezTo>
                    <a:pt x="4487" y="25"/>
                    <a:pt x="4429" y="0"/>
                    <a:pt x="43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7"/>
            <p:cNvSpPr/>
            <p:nvPr/>
          </p:nvSpPr>
          <p:spPr>
            <a:xfrm>
              <a:off x="4072250" y="2553100"/>
              <a:ext cx="200175" cy="141525"/>
            </a:xfrm>
            <a:custGeom>
              <a:avLst/>
              <a:gdLst/>
              <a:ahLst/>
              <a:cxnLst/>
              <a:rect l="l" t="t" r="r" b="b"/>
              <a:pathLst>
                <a:path w="8007" h="5661" extrusionOk="0">
                  <a:moveTo>
                    <a:pt x="1668" y="1"/>
                  </a:moveTo>
                  <a:cubicBezTo>
                    <a:pt x="1668" y="1"/>
                    <a:pt x="0" y="5338"/>
                    <a:pt x="1902" y="5638"/>
                  </a:cubicBezTo>
                  <a:cubicBezTo>
                    <a:pt x="1997" y="5653"/>
                    <a:pt x="2098" y="5661"/>
                    <a:pt x="2204" y="5661"/>
                  </a:cubicBezTo>
                  <a:cubicBezTo>
                    <a:pt x="4190" y="5661"/>
                    <a:pt x="8006" y="3136"/>
                    <a:pt x="8006" y="3136"/>
                  </a:cubicBezTo>
                  <a:cubicBezTo>
                    <a:pt x="5571" y="3069"/>
                    <a:pt x="3269" y="1935"/>
                    <a:pt x="1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7"/>
            <p:cNvSpPr/>
            <p:nvPr/>
          </p:nvSpPr>
          <p:spPr>
            <a:xfrm>
              <a:off x="4077250" y="2548100"/>
              <a:ext cx="201825" cy="150975"/>
            </a:xfrm>
            <a:custGeom>
              <a:avLst/>
              <a:gdLst/>
              <a:ahLst/>
              <a:cxnLst/>
              <a:rect l="l" t="t" r="r" b="b"/>
              <a:pathLst>
                <a:path w="8073" h="6039" extrusionOk="0">
                  <a:moveTo>
                    <a:pt x="1568" y="634"/>
                  </a:moveTo>
                  <a:cubicBezTo>
                    <a:pt x="3036" y="2269"/>
                    <a:pt x="5037" y="3269"/>
                    <a:pt x="7139" y="3503"/>
                  </a:cubicBezTo>
                  <a:cubicBezTo>
                    <a:pt x="6006" y="4164"/>
                    <a:pt x="3391" y="5655"/>
                    <a:pt x="1950" y="5655"/>
                  </a:cubicBezTo>
                  <a:cubicBezTo>
                    <a:pt x="1862" y="5655"/>
                    <a:pt x="1780" y="5649"/>
                    <a:pt x="1702" y="5638"/>
                  </a:cubicBezTo>
                  <a:cubicBezTo>
                    <a:pt x="1468" y="5571"/>
                    <a:pt x="1368" y="5471"/>
                    <a:pt x="1235" y="5304"/>
                  </a:cubicBezTo>
                  <a:cubicBezTo>
                    <a:pt x="668" y="4370"/>
                    <a:pt x="1235" y="1868"/>
                    <a:pt x="1568" y="634"/>
                  </a:cubicBezTo>
                  <a:close/>
                  <a:moveTo>
                    <a:pt x="1435" y="0"/>
                  </a:moveTo>
                  <a:cubicBezTo>
                    <a:pt x="1335" y="0"/>
                    <a:pt x="1301" y="34"/>
                    <a:pt x="1268" y="134"/>
                  </a:cubicBezTo>
                  <a:cubicBezTo>
                    <a:pt x="1235" y="301"/>
                    <a:pt x="0" y="4137"/>
                    <a:pt x="901" y="5504"/>
                  </a:cubicBezTo>
                  <a:cubicBezTo>
                    <a:pt x="1068" y="5805"/>
                    <a:pt x="1301" y="5971"/>
                    <a:pt x="1635" y="6005"/>
                  </a:cubicBezTo>
                  <a:cubicBezTo>
                    <a:pt x="1768" y="6038"/>
                    <a:pt x="1835" y="6038"/>
                    <a:pt x="1969" y="6038"/>
                  </a:cubicBezTo>
                  <a:cubicBezTo>
                    <a:pt x="4037" y="6038"/>
                    <a:pt x="7773" y="3636"/>
                    <a:pt x="7939" y="3536"/>
                  </a:cubicBezTo>
                  <a:cubicBezTo>
                    <a:pt x="8006" y="3470"/>
                    <a:pt x="8073" y="3370"/>
                    <a:pt x="8006" y="3303"/>
                  </a:cubicBezTo>
                  <a:cubicBezTo>
                    <a:pt x="7973" y="3203"/>
                    <a:pt x="7906" y="3136"/>
                    <a:pt x="7806" y="3136"/>
                  </a:cubicBezTo>
                  <a:cubicBezTo>
                    <a:pt x="5438" y="3036"/>
                    <a:pt x="3169" y="1935"/>
                    <a:pt x="1635" y="101"/>
                  </a:cubicBezTo>
                  <a:cubicBezTo>
                    <a:pt x="1602" y="0"/>
                    <a:pt x="1502" y="0"/>
                    <a:pt x="14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7"/>
            <p:cNvSpPr/>
            <p:nvPr/>
          </p:nvSpPr>
          <p:spPr>
            <a:xfrm>
              <a:off x="4133125" y="2283625"/>
              <a:ext cx="147625" cy="46850"/>
            </a:xfrm>
            <a:custGeom>
              <a:avLst/>
              <a:gdLst/>
              <a:ahLst/>
              <a:cxnLst/>
              <a:rect l="l" t="t" r="r" b="b"/>
              <a:pathLst>
                <a:path w="5905" h="1874" extrusionOk="0">
                  <a:moveTo>
                    <a:pt x="3386" y="0"/>
                  </a:moveTo>
                  <a:cubicBezTo>
                    <a:pt x="1208" y="0"/>
                    <a:pt x="67" y="1514"/>
                    <a:pt x="67" y="1540"/>
                  </a:cubicBezTo>
                  <a:cubicBezTo>
                    <a:pt x="0" y="1606"/>
                    <a:pt x="34" y="1740"/>
                    <a:pt x="100" y="1840"/>
                  </a:cubicBezTo>
                  <a:cubicBezTo>
                    <a:pt x="167" y="1873"/>
                    <a:pt x="201" y="1873"/>
                    <a:pt x="234" y="1873"/>
                  </a:cubicBezTo>
                  <a:cubicBezTo>
                    <a:pt x="301" y="1873"/>
                    <a:pt x="367" y="1873"/>
                    <a:pt x="401" y="1840"/>
                  </a:cubicBezTo>
                  <a:cubicBezTo>
                    <a:pt x="477" y="1764"/>
                    <a:pt x="1454" y="460"/>
                    <a:pt x="3406" y="460"/>
                  </a:cubicBezTo>
                  <a:cubicBezTo>
                    <a:pt x="4028" y="460"/>
                    <a:pt x="4749" y="593"/>
                    <a:pt x="5571" y="939"/>
                  </a:cubicBezTo>
                  <a:cubicBezTo>
                    <a:pt x="5608" y="958"/>
                    <a:pt x="5646" y="966"/>
                    <a:pt x="5681" y="966"/>
                  </a:cubicBezTo>
                  <a:cubicBezTo>
                    <a:pt x="5771" y="966"/>
                    <a:pt x="5847" y="911"/>
                    <a:pt x="5871" y="839"/>
                  </a:cubicBezTo>
                  <a:cubicBezTo>
                    <a:pt x="5905" y="706"/>
                    <a:pt x="5871" y="572"/>
                    <a:pt x="5738" y="539"/>
                  </a:cubicBezTo>
                  <a:cubicBezTo>
                    <a:pt x="4854" y="149"/>
                    <a:pt x="4069" y="0"/>
                    <a:pt x="33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7"/>
            <p:cNvSpPr/>
            <p:nvPr/>
          </p:nvSpPr>
          <p:spPr>
            <a:xfrm>
              <a:off x="4377475" y="2320800"/>
              <a:ext cx="90900" cy="53025"/>
            </a:xfrm>
            <a:custGeom>
              <a:avLst/>
              <a:gdLst/>
              <a:ahLst/>
              <a:cxnLst/>
              <a:rect l="l" t="t" r="r" b="b"/>
              <a:pathLst>
                <a:path w="3636" h="2121" extrusionOk="0">
                  <a:moveTo>
                    <a:pt x="846" y="0"/>
                  </a:moveTo>
                  <a:cubicBezTo>
                    <a:pt x="488" y="0"/>
                    <a:pt x="244" y="53"/>
                    <a:pt x="234" y="53"/>
                  </a:cubicBezTo>
                  <a:cubicBezTo>
                    <a:pt x="100" y="86"/>
                    <a:pt x="0" y="186"/>
                    <a:pt x="67" y="286"/>
                  </a:cubicBezTo>
                  <a:cubicBezTo>
                    <a:pt x="93" y="390"/>
                    <a:pt x="160" y="474"/>
                    <a:pt x="235" y="474"/>
                  </a:cubicBezTo>
                  <a:cubicBezTo>
                    <a:pt x="256" y="474"/>
                    <a:pt x="278" y="468"/>
                    <a:pt x="300" y="453"/>
                  </a:cubicBezTo>
                  <a:cubicBezTo>
                    <a:pt x="331" y="453"/>
                    <a:pt x="538" y="413"/>
                    <a:pt x="832" y="413"/>
                  </a:cubicBezTo>
                  <a:cubicBezTo>
                    <a:pt x="1512" y="413"/>
                    <a:pt x="2657" y="624"/>
                    <a:pt x="3169" y="2021"/>
                  </a:cubicBezTo>
                  <a:cubicBezTo>
                    <a:pt x="3236" y="2087"/>
                    <a:pt x="3302" y="2121"/>
                    <a:pt x="3402" y="2121"/>
                  </a:cubicBezTo>
                  <a:cubicBezTo>
                    <a:pt x="3402" y="2121"/>
                    <a:pt x="3436" y="2121"/>
                    <a:pt x="3469" y="2087"/>
                  </a:cubicBezTo>
                  <a:cubicBezTo>
                    <a:pt x="3603" y="2054"/>
                    <a:pt x="3636" y="1954"/>
                    <a:pt x="3603" y="1854"/>
                  </a:cubicBezTo>
                  <a:cubicBezTo>
                    <a:pt x="2962" y="252"/>
                    <a:pt x="1629" y="0"/>
                    <a:pt x="8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7"/>
            <p:cNvSpPr/>
            <p:nvPr/>
          </p:nvSpPr>
          <p:spPr>
            <a:xfrm>
              <a:off x="3784550" y="1922650"/>
              <a:ext cx="887325" cy="566275"/>
            </a:xfrm>
            <a:custGeom>
              <a:avLst/>
              <a:gdLst/>
              <a:ahLst/>
              <a:cxnLst/>
              <a:rect l="l" t="t" r="r" b="b"/>
              <a:pathLst>
                <a:path w="35493" h="22651" extrusionOk="0">
                  <a:moveTo>
                    <a:pt x="24218" y="1"/>
                  </a:moveTo>
                  <a:cubicBezTo>
                    <a:pt x="23599" y="1"/>
                    <a:pt x="22975" y="54"/>
                    <a:pt x="22349" y="167"/>
                  </a:cubicBezTo>
                  <a:cubicBezTo>
                    <a:pt x="20682" y="468"/>
                    <a:pt x="19114" y="1135"/>
                    <a:pt x="17446" y="1302"/>
                  </a:cubicBezTo>
                  <a:cubicBezTo>
                    <a:pt x="17144" y="1333"/>
                    <a:pt x="16847" y="1347"/>
                    <a:pt x="16553" y="1347"/>
                  </a:cubicBezTo>
                  <a:cubicBezTo>
                    <a:pt x="14660" y="1347"/>
                    <a:pt x="12902" y="775"/>
                    <a:pt x="11044" y="775"/>
                  </a:cubicBezTo>
                  <a:cubicBezTo>
                    <a:pt x="10477" y="775"/>
                    <a:pt x="9900" y="828"/>
                    <a:pt x="9307" y="968"/>
                  </a:cubicBezTo>
                  <a:cubicBezTo>
                    <a:pt x="6938" y="1535"/>
                    <a:pt x="4837" y="2836"/>
                    <a:pt x="3269" y="4704"/>
                  </a:cubicBezTo>
                  <a:cubicBezTo>
                    <a:pt x="734" y="7873"/>
                    <a:pt x="0" y="13710"/>
                    <a:pt x="3936" y="22650"/>
                  </a:cubicBezTo>
                  <a:cubicBezTo>
                    <a:pt x="3936" y="22650"/>
                    <a:pt x="4837" y="18614"/>
                    <a:pt x="7139" y="17146"/>
                  </a:cubicBezTo>
                  <a:cubicBezTo>
                    <a:pt x="9440" y="15678"/>
                    <a:pt x="11608" y="16012"/>
                    <a:pt x="10274" y="14011"/>
                  </a:cubicBezTo>
                  <a:cubicBezTo>
                    <a:pt x="8940" y="12009"/>
                    <a:pt x="8173" y="10041"/>
                    <a:pt x="11108" y="9140"/>
                  </a:cubicBezTo>
                  <a:cubicBezTo>
                    <a:pt x="11724" y="8942"/>
                    <a:pt x="12467" y="8857"/>
                    <a:pt x="13288" y="8857"/>
                  </a:cubicBezTo>
                  <a:cubicBezTo>
                    <a:pt x="16334" y="8857"/>
                    <a:pt x="20441" y="10036"/>
                    <a:pt x="23017" y="11008"/>
                  </a:cubicBezTo>
                  <a:cubicBezTo>
                    <a:pt x="24272" y="11491"/>
                    <a:pt x="25987" y="11847"/>
                    <a:pt x="27721" y="11847"/>
                  </a:cubicBezTo>
                  <a:cubicBezTo>
                    <a:pt x="30546" y="11847"/>
                    <a:pt x="33424" y="10900"/>
                    <a:pt x="34458" y="8006"/>
                  </a:cubicBezTo>
                  <a:cubicBezTo>
                    <a:pt x="35492" y="5138"/>
                    <a:pt x="32490" y="2836"/>
                    <a:pt x="30288" y="1635"/>
                  </a:cubicBezTo>
                  <a:cubicBezTo>
                    <a:pt x="28404" y="628"/>
                    <a:pt x="26339" y="1"/>
                    <a:pt x="242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7"/>
            <p:cNvSpPr/>
            <p:nvPr/>
          </p:nvSpPr>
          <p:spPr>
            <a:xfrm>
              <a:off x="3816225" y="1947675"/>
              <a:ext cx="747225" cy="234350"/>
            </a:xfrm>
            <a:custGeom>
              <a:avLst/>
              <a:gdLst/>
              <a:ahLst/>
              <a:cxnLst/>
              <a:rect l="l" t="t" r="r" b="b"/>
              <a:pathLst>
                <a:path w="29889" h="9374" extrusionOk="0">
                  <a:moveTo>
                    <a:pt x="27654" y="0"/>
                  </a:moveTo>
                  <a:lnTo>
                    <a:pt x="27654" y="0"/>
                  </a:lnTo>
                  <a:cubicBezTo>
                    <a:pt x="28254" y="601"/>
                    <a:pt x="28955" y="1468"/>
                    <a:pt x="29222" y="2535"/>
                  </a:cubicBezTo>
                  <a:cubicBezTo>
                    <a:pt x="29488" y="3836"/>
                    <a:pt x="29088" y="5171"/>
                    <a:pt x="28021" y="6538"/>
                  </a:cubicBezTo>
                  <a:cubicBezTo>
                    <a:pt x="26618" y="8350"/>
                    <a:pt x="25243" y="8989"/>
                    <a:pt x="23579" y="8989"/>
                  </a:cubicBezTo>
                  <a:cubicBezTo>
                    <a:pt x="22118" y="8989"/>
                    <a:pt x="20435" y="8496"/>
                    <a:pt x="18314" y="7873"/>
                  </a:cubicBezTo>
                  <a:cubicBezTo>
                    <a:pt x="16512" y="7339"/>
                    <a:pt x="14411" y="6772"/>
                    <a:pt x="11909" y="6238"/>
                  </a:cubicBezTo>
                  <a:cubicBezTo>
                    <a:pt x="10455" y="5956"/>
                    <a:pt x="9094" y="5838"/>
                    <a:pt x="7835" y="5838"/>
                  </a:cubicBezTo>
                  <a:cubicBezTo>
                    <a:pt x="4475" y="5838"/>
                    <a:pt x="1839" y="6681"/>
                    <a:pt x="67" y="7506"/>
                  </a:cubicBezTo>
                  <a:cubicBezTo>
                    <a:pt x="34" y="7672"/>
                    <a:pt x="1" y="7839"/>
                    <a:pt x="1" y="8006"/>
                  </a:cubicBezTo>
                  <a:cubicBezTo>
                    <a:pt x="1659" y="7214"/>
                    <a:pt x="4345" y="6294"/>
                    <a:pt x="7856" y="6294"/>
                  </a:cubicBezTo>
                  <a:cubicBezTo>
                    <a:pt x="9077" y="6294"/>
                    <a:pt x="10397" y="6405"/>
                    <a:pt x="11809" y="6672"/>
                  </a:cubicBezTo>
                  <a:cubicBezTo>
                    <a:pt x="14311" y="7139"/>
                    <a:pt x="16346" y="7773"/>
                    <a:pt x="18114" y="8273"/>
                  </a:cubicBezTo>
                  <a:cubicBezTo>
                    <a:pt x="20248" y="8873"/>
                    <a:pt x="22016" y="9374"/>
                    <a:pt x="23551" y="9374"/>
                  </a:cubicBezTo>
                  <a:cubicBezTo>
                    <a:pt x="25285" y="9374"/>
                    <a:pt x="26820" y="8707"/>
                    <a:pt x="28288" y="6805"/>
                  </a:cubicBezTo>
                  <a:cubicBezTo>
                    <a:pt x="29455" y="5304"/>
                    <a:pt x="29889" y="3836"/>
                    <a:pt x="29588" y="2469"/>
                  </a:cubicBezTo>
                  <a:cubicBezTo>
                    <a:pt x="29422" y="1668"/>
                    <a:pt x="29055" y="1001"/>
                    <a:pt x="28621" y="467"/>
                  </a:cubicBezTo>
                  <a:cubicBezTo>
                    <a:pt x="28288" y="301"/>
                    <a:pt x="27954" y="134"/>
                    <a:pt x="27654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7"/>
            <p:cNvSpPr/>
            <p:nvPr/>
          </p:nvSpPr>
          <p:spPr>
            <a:xfrm>
              <a:off x="3812050" y="2189500"/>
              <a:ext cx="197675" cy="83425"/>
            </a:xfrm>
            <a:custGeom>
              <a:avLst/>
              <a:gdLst/>
              <a:ahLst/>
              <a:cxnLst/>
              <a:rect l="l" t="t" r="r" b="b"/>
              <a:pathLst>
                <a:path w="7907" h="3337" extrusionOk="0">
                  <a:moveTo>
                    <a:pt x="7907" y="1"/>
                  </a:moveTo>
                  <a:cubicBezTo>
                    <a:pt x="7339" y="68"/>
                    <a:pt x="6672" y="168"/>
                    <a:pt x="5872" y="301"/>
                  </a:cubicBezTo>
                  <a:cubicBezTo>
                    <a:pt x="3003" y="801"/>
                    <a:pt x="1135" y="1869"/>
                    <a:pt x="1" y="2836"/>
                  </a:cubicBezTo>
                  <a:cubicBezTo>
                    <a:pt x="1" y="3003"/>
                    <a:pt x="34" y="3170"/>
                    <a:pt x="68" y="3337"/>
                  </a:cubicBezTo>
                  <a:cubicBezTo>
                    <a:pt x="1168" y="2369"/>
                    <a:pt x="3003" y="1202"/>
                    <a:pt x="5905" y="701"/>
                  </a:cubicBezTo>
                  <a:cubicBezTo>
                    <a:pt x="6606" y="568"/>
                    <a:pt x="7239" y="501"/>
                    <a:pt x="7840" y="435"/>
                  </a:cubicBezTo>
                  <a:cubicBezTo>
                    <a:pt x="7840" y="268"/>
                    <a:pt x="7873" y="134"/>
                    <a:pt x="7907" y="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7"/>
            <p:cNvSpPr/>
            <p:nvPr/>
          </p:nvSpPr>
          <p:spPr>
            <a:xfrm>
              <a:off x="3759525" y="1917600"/>
              <a:ext cx="919850" cy="576325"/>
            </a:xfrm>
            <a:custGeom>
              <a:avLst/>
              <a:gdLst/>
              <a:ahLst/>
              <a:cxnLst/>
              <a:rect l="l" t="t" r="r" b="b"/>
              <a:pathLst>
                <a:path w="36794" h="23053" extrusionOk="0">
                  <a:moveTo>
                    <a:pt x="25224" y="351"/>
                  </a:moveTo>
                  <a:cubicBezTo>
                    <a:pt x="27191" y="351"/>
                    <a:pt x="29220" y="896"/>
                    <a:pt x="31189" y="1971"/>
                  </a:cubicBezTo>
                  <a:cubicBezTo>
                    <a:pt x="32790" y="2838"/>
                    <a:pt x="36326" y="5139"/>
                    <a:pt x="35292" y="8075"/>
                  </a:cubicBezTo>
                  <a:cubicBezTo>
                    <a:pt x="34792" y="9409"/>
                    <a:pt x="33858" y="10410"/>
                    <a:pt x="32524" y="11044"/>
                  </a:cubicBezTo>
                  <a:cubicBezTo>
                    <a:pt x="31388" y="11567"/>
                    <a:pt x="30044" y="11782"/>
                    <a:pt x="28700" y="11782"/>
                  </a:cubicBezTo>
                  <a:cubicBezTo>
                    <a:pt x="27044" y="11782"/>
                    <a:pt x="25388" y="11456"/>
                    <a:pt x="24118" y="10977"/>
                  </a:cubicBezTo>
                  <a:cubicBezTo>
                    <a:pt x="21135" y="9862"/>
                    <a:pt x="17185" y="8787"/>
                    <a:pt x="14242" y="8787"/>
                  </a:cubicBezTo>
                  <a:cubicBezTo>
                    <a:pt x="13400" y="8787"/>
                    <a:pt x="12640" y="8875"/>
                    <a:pt x="12009" y="9076"/>
                  </a:cubicBezTo>
                  <a:cubicBezTo>
                    <a:pt x="10908" y="9476"/>
                    <a:pt x="10241" y="9976"/>
                    <a:pt x="9974" y="10710"/>
                  </a:cubicBezTo>
                  <a:cubicBezTo>
                    <a:pt x="9607" y="11878"/>
                    <a:pt x="10408" y="13245"/>
                    <a:pt x="11108" y="14313"/>
                  </a:cubicBezTo>
                  <a:cubicBezTo>
                    <a:pt x="11442" y="14746"/>
                    <a:pt x="11575" y="15080"/>
                    <a:pt x="11475" y="15313"/>
                  </a:cubicBezTo>
                  <a:cubicBezTo>
                    <a:pt x="11409" y="15647"/>
                    <a:pt x="10841" y="15847"/>
                    <a:pt x="10141" y="16147"/>
                  </a:cubicBezTo>
                  <a:cubicBezTo>
                    <a:pt x="9574" y="16381"/>
                    <a:pt x="8807" y="16681"/>
                    <a:pt x="8073" y="17148"/>
                  </a:cubicBezTo>
                  <a:cubicBezTo>
                    <a:pt x="6205" y="18316"/>
                    <a:pt x="5271" y="20984"/>
                    <a:pt x="4904" y="22185"/>
                  </a:cubicBezTo>
                  <a:cubicBezTo>
                    <a:pt x="601" y="12144"/>
                    <a:pt x="2769" y="7074"/>
                    <a:pt x="4470" y="5006"/>
                  </a:cubicBezTo>
                  <a:cubicBezTo>
                    <a:pt x="5971" y="3205"/>
                    <a:pt x="8106" y="1870"/>
                    <a:pt x="10374" y="1337"/>
                  </a:cubicBezTo>
                  <a:cubicBezTo>
                    <a:pt x="10975" y="1170"/>
                    <a:pt x="11575" y="1137"/>
                    <a:pt x="12109" y="1137"/>
                  </a:cubicBezTo>
                  <a:cubicBezTo>
                    <a:pt x="13010" y="1137"/>
                    <a:pt x="13910" y="1303"/>
                    <a:pt x="14778" y="1370"/>
                  </a:cubicBezTo>
                  <a:cubicBezTo>
                    <a:pt x="15755" y="1506"/>
                    <a:pt x="16733" y="1664"/>
                    <a:pt x="17765" y="1664"/>
                  </a:cubicBezTo>
                  <a:cubicBezTo>
                    <a:pt x="18000" y="1664"/>
                    <a:pt x="18238" y="1656"/>
                    <a:pt x="18480" y="1637"/>
                  </a:cubicBezTo>
                  <a:cubicBezTo>
                    <a:pt x="19448" y="1504"/>
                    <a:pt x="20382" y="1237"/>
                    <a:pt x="21316" y="1003"/>
                  </a:cubicBezTo>
                  <a:cubicBezTo>
                    <a:pt x="22016" y="836"/>
                    <a:pt x="22750" y="636"/>
                    <a:pt x="23450" y="503"/>
                  </a:cubicBezTo>
                  <a:cubicBezTo>
                    <a:pt x="24034" y="402"/>
                    <a:pt x="24626" y="351"/>
                    <a:pt x="25224" y="351"/>
                  </a:cubicBezTo>
                  <a:close/>
                  <a:moveTo>
                    <a:pt x="25227" y="0"/>
                  </a:moveTo>
                  <a:cubicBezTo>
                    <a:pt x="24583" y="0"/>
                    <a:pt x="23945" y="56"/>
                    <a:pt x="23317" y="169"/>
                  </a:cubicBezTo>
                  <a:cubicBezTo>
                    <a:pt x="22583" y="269"/>
                    <a:pt x="21849" y="436"/>
                    <a:pt x="21149" y="670"/>
                  </a:cubicBezTo>
                  <a:cubicBezTo>
                    <a:pt x="20282" y="903"/>
                    <a:pt x="19314" y="1170"/>
                    <a:pt x="18414" y="1237"/>
                  </a:cubicBezTo>
                  <a:cubicBezTo>
                    <a:pt x="18131" y="1267"/>
                    <a:pt x="17851" y="1280"/>
                    <a:pt x="17572" y="1280"/>
                  </a:cubicBezTo>
                  <a:cubicBezTo>
                    <a:pt x="16632" y="1280"/>
                    <a:pt x="15711" y="1132"/>
                    <a:pt x="14811" y="1003"/>
                  </a:cubicBezTo>
                  <a:cubicBezTo>
                    <a:pt x="13874" y="875"/>
                    <a:pt x="12924" y="721"/>
                    <a:pt x="11952" y="721"/>
                  </a:cubicBezTo>
                  <a:cubicBezTo>
                    <a:pt x="11400" y="721"/>
                    <a:pt x="10842" y="770"/>
                    <a:pt x="10274" y="903"/>
                  </a:cubicBezTo>
                  <a:cubicBezTo>
                    <a:pt x="7906" y="1504"/>
                    <a:pt x="5738" y="2871"/>
                    <a:pt x="4137" y="4739"/>
                  </a:cubicBezTo>
                  <a:cubicBezTo>
                    <a:pt x="2335" y="6974"/>
                    <a:pt x="0" y="12311"/>
                    <a:pt x="4737" y="22919"/>
                  </a:cubicBezTo>
                  <a:cubicBezTo>
                    <a:pt x="4770" y="23019"/>
                    <a:pt x="4837" y="23052"/>
                    <a:pt x="4937" y="23052"/>
                  </a:cubicBezTo>
                  <a:cubicBezTo>
                    <a:pt x="5071" y="23052"/>
                    <a:pt x="5137" y="22986"/>
                    <a:pt x="5104" y="22919"/>
                  </a:cubicBezTo>
                  <a:cubicBezTo>
                    <a:pt x="5104" y="22885"/>
                    <a:pt x="6071" y="18916"/>
                    <a:pt x="8240" y="17548"/>
                  </a:cubicBezTo>
                  <a:cubicBezTo>
                    <a:pt x="8940" y="17081"/>
                    <a:pt x="9641" y="16814"/>
                    <a:pt x="10241" y="16581"/>
                  </a:cubicBezTo>
                  <a:cubicBezTo>
                    <a:pt x="11075" y="16247"/>
                    <a:pt x="11642" y="16014"/>
                    <a:pt x="11809" y="15514"/>
                  </a:cubicBezTo>
                  <a:cubicBezTo>
                    <a:pt x="11942" y="15147"/>
                    <a:pt x="11775" y="14713"/>
                    <a:pt x="11409" y="14146"/>
                  </a:cubicBezTo>
                  <a:cubicBezTo>
                    <a:pt x="10775" y="13212"/>
                    <a:pt x="9974" y="11911"/>
                    <a:pt x="10308" y="10910"/>
                  </a:cubicBezTo>
                  <a:cubicBezTo>
                    <a:pt x="10508" y="10343"/>
                    <a:pt x="11108" y="9876"/>
                    <a:pt x="12109" y="9543"/>
                  </a:cubicBezTo>
                  <a:cubicBezTo>
                    <a:pt x="12705" y="9351"/>
                    <a:pt x="13429" y="9267"/>
                    <a:pt x="14236" y="9267"/>
                  </a:cubicBezTo>
                  <a:cubicBezTo>
                    <a:pt x="17089" y="9267"/>
                    <a:pt x="20979" y="10319"/>
                    <a:pt x="23917" y="11411"/>
                  </a:cubicBezTo>
                  <a:cubicBezTo>
                    <a:pt x="25265" y="11927"/>
                    <a:pt x="26990" y="12271"/>
                    <a:pt x="28709" y="12271"/>
                  </a:cubicBezTo>
                  <a:cubicBezTo>
                    <a:pt x="30097" y="12271"/>
                    <a:pt x="31480" y="12047"/>
                    <a:pt x="32657" y="11511"/>
                  </a:cubicBezTo>
                  <a:cubicBezTo>
                    <a:pt x="34125" y="10844"/>
                    <a:pt x="35125" y="9743"/>
                    <a:pt x="35626" y="8308"/>
                  </a:cubicBezTo>
                  <a:cubicBezTo>
                    <a:pt x="36793" y="5006"/>
                    <a:pt x="33024" y="2571"/>
                    <a:pt x="31356" y="1670"/>
                  </a:cubicBezTo>
                  <a:cubicBezTo>
                    <a:pt x="29332" y="557"/>
                    <a:pt x="27250" y="0"/>
                    <a:pt x="2522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7"/>
            <p:cNvSpPr/>
            <p:nvPr/>
          </p:nvSpPr>
          <p:spPr>
            <a:xfrm>
              <a:off x="3761950" y="2354100"/>
              <a:ext cx="183575" cy="188050"/>
            </a:xfrm>
            <a:custGeom>
              <a:avLst/>
              <a:gdLst/>
              <a:ahLst/>
              <a:cxnLst/>
              <a:rect l="l" t="t" r="r" b="b"/>
              <a:pathLst>
                <a:path w="7343" h="7522" extrusionOk="0">
                  <a:moveTo>
                    <a:pt x="3635" y="1"/>
                  </a:moveTo>
                  <a:cubicBezTo>
                    <a:pt x="3149" y="1"/>
                    <a:pt x="2653" y="263"/>
                    <a:pt x="2172" y="922"/>
                  </a:cubicBezTo>
                  <a:cubicBezTo>
                    <a:pt x="1" y="3857"/>
                    <a:pt x="3407" y="7521"/>
                    <a:pt x="6508" y="7521"/>
                  </a:cubicBezTo>
                  <a:cubicBezTo>
                    <a:pt x="6790" y="7521"/>
                    <a:pt x="7069" y="7491"/>
                    <a:pt x="7342" y="7427"/>
                  </a:cubicBezTo>
                  <a:lnTo>
                    <a:pt x="7209" y="3891"/>
                  </a:lnTo>
                  <a:cubicBezTo>
                    <a:pt x="7209" y="3891"/>
                    <a:pt x="5505" y="1"/>
                    <a:pt x="36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7"/>
            <p:cNvSpPr/>
            <p:nvPr/>
          </p:nvSpPr>
          <p:spPr>
            <a:xfrm>
              <a:off x="3787050" y="2348575"/>
              <a:ext cx="163475" cy="198725"/>
            </a:xfrm>
            <a:custGeom>
              <a:avLst/>
              <a:gdLst/>
              <a:ahLst/>
              <a:cxnLst/>
              <a:rect l="l" t="t" r="r" b="b"/>
              <a:pathLst>
                <a:path w="6539" h="7949" extrusionOk="0">
                  <a:moveTo>
                    <a:pt x="2669" y="1"/>
                  </a:moveTo>
                  <a:cubicBezTo>
                    <a:pt x="2063" y="1"/>
                    <a:pt x="1490" y="337"/>
                    <a:pt x="1001" y="1010"/>
                  </a:cubicBezTo>
                  <a:cubicBezTo>
                    <a:pt x="0" y="2311"/>
                    <a:pt x="34" y="3945"/>
                    <a:pt x="1001" y="5413"/>
                  </a:cubicBezTo>
                  <a:cubicBezTo>
                    <a:pt x="2002" y="6947"/>
                    <a:pt x="3836" y="7948"/>
                    <a:pt x="5471" y="7948"/>
                  </a:cubicBezTo>
                  <a:cubicBezTo>
                    <a:pt x="5738" y="7948"/>
                    <a:pt x="6038" y="7915"/>
                    <a:pt x="6338" y="7848"/>
                  </a:cubicBezTo>
                  <a:cubicBezTo>
                    <a:pt x="6438" y="7815"/>
                    <a:pt x="6538" y="7748"/>
                    <a:pt x="6505" y="7615"/>
                  </a:cubicBezTo>
                  <a:cubicBezTo>
                    <a:pt x="6450" y="7504"/>
                    <a:pt x="6394" y="7439"/>
                    <a:pt x="6301" y="7439"/>
                  </a:cubicBezTo>
                  <a:cubicBezTo>
                    <a:pt x="6282" y="7439"/>
                    <a:pt x="6261" y="7442"/>
                    <a:pt x="6238" y="7448"/>
                  </a:cubicBezTo>
                  <a:cubicBezTo>
                    <a:pt x="5990" y="7507"/>
                    <a:pt x="5732" y="7536"/>
                    <a:pt x="5468" y="7536"/>
                  </a:cubicBezTo>
                  <a:cubicBezTo>
                    <a:pt x="3958" y="7536"/>
                    <a:pt x="2272" y="6599"/>
                    <a:pt x="1334" y="5179"/>
                  </a:cubicBezTo>
                  <a:cubicBezTo>
                    <a:pt x="467" y="3845"/>
                    <a:pt x="400" y="2444"/>
                    <a:pt x="1301" y="1277"/>
                  </a:cubicBezTo>
                  <a:cubicBezTo>
                    <a:pt x="1692" y="706"/>
                    <a:pt x="2136" y="433"/>
                    <a:pt x="2586" y="433"/>
                  </a:cubicBezTo>
                  <a:cubicBezTo>
                    <a:pt x="2636" y="433"/>
                    <a:pt x="2686" y="436"/>
                    <a:pt x="2735" y="443"/>
                  </a:cubicBezTo>
                  <a:cubicBezTo>
                    <a:pt x="4403" y="643"/>
                    <a:pt x="6004" y="4145"/>
                    <a:pt x="6004" y="4179"/>
                  </a:cubicBezTo>
                  <a:cubicBezTo>
                    <a:pt x="6055" y="4281"/>
                    <a:pt x="6126" y="4324"/>
                    <a:pt x="6216" y="4324"/>
                  </a:cubicBezTo>
                  <a:cubicBezTo>
                    <a:pt x="6244" y="4324"/>
                    <a:pt x="6273" y="4320"/>
                    <a:pt x="6305" y="4312"/>
                  </a:cubicBezTo>
                  <a:cubicBezTo>
                    <a:pt x="6405" y="4245"/>
                    <a:pt x="6471" y="4145"/>
                    <a:pt x="6405" y="4012"/>
                  </a:cubicBezTo>
                  <a:cubicBezTo>
                    <a:pt x="6371" y="3845"/>
                    <a:pt x="4737" y="243"/>
                    <a:pt x="2836" y="9"/>
                  </a:cubicBezTo>
                  <a:cubicBezTo>
                    <a:pt x="2780" y="4"/>
                    <a:pt x="2725" y="1"/>
                    <a:pt x="26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7"/>
            <p:cNvSpPr/>
            <p:nvPr/>
          </p:nvSpPr>
          <p:spPr>
            <a:xfrm>
              <a:off x="4607625" y="2431350"/>
              <a:ext cx="90100" cy="127625"/>
            </a:xfrm>
            <a:custGeom>
              <a:avLst/>
              <a:gdLst/>
              <a:ahLst/>
              <a:cxnLst/>
              <a:rect l="l" t="t" r="r" b="b"/>
              <a:pathLst>
                <a:path w="3604" h="5105" extrusionOk="0">
                  <a:moveTo>
                    <a:pt x="3603" y="0"/>
                  </a:moveTo>
                  <a:lnTo>
                    <a:pt x="2703" y="101"/>
                  </a:lnTo>
                  <a:cubicBezTo>
                    <a:pt x="2703" y="101"/>
                    <a:pt x="2600" y="87"/>
                    <a:pt x="2439" y="87"/>
                  </a:cubicBezTo>
                  <a:cubicBezTo>
                    <a:pt x="1933" y="87"/>
                    <a:pt x="854" y="221"/>
                    <a:pt x="601" y="1335"/>
                  </a:cubicBezTo>
                  <a:cubicBezTo>
                    <a:pt x="267" y="2802"/>
                    <a:pt x="1" y="5104"/>
                    <a:pt x="601" y="5104"/>
                  </a:cubicBezTo>
                  <a:cubicBezTo>
                    <a:pt x="1235" y="5104"/>
                    <a:pt x="2369" y="4804"/>
                    <a:pt x="2769" y="3837"/>
                  </a:cubicBezTo>
                  <a:cubicBezTo>
                    <a:pt x="3203" y="2869"/>
                    <a:pt x="3603" y="1"/>
                    <a:pt x="36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7"/>
            <p:cNvSpPr/>
            <p:nvPr/>
          </p:nvSpPr>
          <p:spPr>
            <a:xfrm>
              <a:off x="4601800" y="2426350"/>
              <a:ext cx="103425" cy="137625"/>
            </a:xfrm>
            <a:custGeom>
              <a:avLst/>
              <a:gdLst/>
              <a:ahLst/>
              <a:cxnLst/>
              <a:rect l="l" t="t" r="r" b="b"/>
              <a:pathLst>
                <a:path w="4137" h="5505" extrusionOk="0">
                  <a:moveTo>
                    <a:pt x="3603" y="367"/>
                  </a:moveTo>
                  <a:lnTo>
                    <a:pt x="3603" y="367"/>
                  </a:lnTo>
                  <a:cubicBezTo>
                    <a:pt x="3469" y="1134"/>
                    <a:pt x="3136" y="3169"/>
                    <a:pt x="2802" y="3903"/>
                  </a:cubicBezTo>
                  <a:cubicBezTo>
                    <a:pt x="2469" y="4737"/>
                    <a:pt x="1434" y="5037"/>
                    <a:pt x="801" y="5037"/>
                  </a:cubicBezTo>
                  <a:cubicBezTo>
                    <a:pt x="601" y="4737"/>
                    <a:pt x="667" y="3236"/>
                    <a:pt x="1068" y="1568"/>
                  </a:cubicBezTo>
                  <a:cubicBezTo>
                    <a:pt x="1268" y="634"/>
                    <a:pt x="2235" y="501"/>
                    <a:pt x="2669" y="501"/>
                  </a:cubicBezTo>
                  <a:cubicBezTo>
                    <a:pt x="2802" y="501"/>
                    <a:pt x="2902" y="501"/>
                    <a:pt x="2869" y="467"/>
                  </a:cubicBezTo>
                  <a:lnTo>
                    <a:pt x="2936" y="467"/>
                  </a:lnTo>
                  <a:lnTo>
                    <a:pt x="3603" y="367"/>
                  </a:lnTo>
                  <a:close/>
                  <a:moveTo>
                    <a:pt x="3903" y="0"/>
                  </a:moveTo>
                  <a:lnTo>
                    <a:pt x="2969" y="67"/>
                  </a:lnTo>
                  <a:cubicBezTo>
                    <a:pt x="2897" y="60"/>
                    <a:pt x="2818" y="56"/>
                    <a:pt x="2734" y="56"/>
                  </a:cubicBezTo>
                  <a:cubicBezTo>
                    <a:pt x="2028" y="56"/>
                    <a:pt x="935" y="340"/>
                    <a:pt x="667" y="1501"/>
                  </a:cubicBezTo>
                  <a:cubicBezTo>
                    <a:pt x="567" y="2035"/>
                    <a:pt x="0" y="4704"/>
                    <a:pt x="500" y="5337"/>
                  </a:cubicBezTo>
                  <a:cubicBezTo>
                    <a:pt x="601" y="5471"/>
                    <a:pt x="734" y="5504"/>
                    <a:pt x="834" y="5504"/>
                  </a:cubicBezTo>
                  <a:cubicBezTo>
                    <a:pt x="1468" y="5504"/>
                    <a:pt x="2735" y="5237"/>
                    <a:pt x="3269" y="4170"/>
                  </a:cubicBezTo>
                  <a:cubicBezTo>
                    <a:pt x="3669" y="3203"/>
                    <a:pt x="4103" y="367"/>
                    <a:pt x="4103" y="234"/>
                  </a:cubicBezTo>
                  <a:cubicBezTo>
                    <a:pt x="4136" y="200"/>
                    <a:pt x="4103" y="167"/>
                    <a:pt x="4036" y="67"/>
                  </a:cubicBezTo>
                  <a:cubicBezTo>
                    <a:pt x="4003" y="0"/>
                    <a:pt x="3936" y="0"/>
                    <a:pt x="39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4657675" y="2418925"/>
              <a:ext cx="87575" cy="121900"/>
            </a:xfrm>
            <a:custGeom>
              <a:avLst/>
              <a:gdLst/>
              <a:ahLst/>
              <a:cxnLst/>
              <a:rect l="l" t="t" r="r" b="b"/>
              <a:pathLst>
                <a:path w="3503" h="4876" extrusionOk="0">
                  <a:moveTo>
                    <a:pt x="2322" y="0"/>
                  </a:moveTo>
                  <a:cubicBezTo>
                    <a:pt x="1629" y="0"/>
                    <a:pt x="859" y="121"/>
                    <a:pt x="701" y="631"/>
                  </a:cubicBezTo>
                  <a:cubicBezTo>
                    <a:pt x="400" y="1598"/>
                    <a:pt x="0" y="4801"/>
                    <a:pt x="267" y="4867"/>
                  </a:cubicBezTo>
                  <a:cubicBezTo>
                    <a:pt x="285" y="4873"/>
                    <a:pt x="308" y="4876"/>
                    <a:pt x="335" y="4876"/>
                  </a:cubicBezTo>
                  <a:cubicBezTo>
                    <a:pt x="780" y="4876"/>
                    <a:pt x="2435" y="4167"/>
                    <a:pt x="2435" y="4167"/>
                  </a:cubicBezTo>
                  <a:lnTo>
                    <a:pt x="3503" y="97"/>
                  </a:lnTo>
                  <a:cubicBezTo>
                    <a:pt x="3503" y="97"/>
                    <a:pt x="2943" y="0"/>
                    <a:pt x="2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4651825" y="2413325"/>
              <a:ext cx="99275" cy="133125"/>
            </a:xfrm>
            <a:custGeom>
              <a:avLst/>
              <a:gdLst/>
              <a:ahLst/>
              <a:cxnLst/>
              <a:rect l="l" t="t" r="r" b="b"/>
              <a:pathLst>
                <a:path w="3971" h="5325" extrusionOk="0">
                  <a:moveTo>
                    <a:pt x="2569" y="421"/>
                  </a:moveTo>
                  <a:cubicBezTo>
                    <a:pt x="2903" y="421"/>
                    <a:pt x="3169" y="421"/>
                    <a:pt x="3436" y="521"/>
                  </a:cubicBezTo>
                  <a:lnTo>
                    <a:pt x="2469" y="4224"/>
                  </a:lnTo>
                  <a:cubicBezTo>
                    <a:pt x="1735" y="4558"/>
                    <a:pt x="901" y="4858"/>
                    <a:pt x="601" y="4891"/>
                  </a:cubicBezTo>
                  <a:cubicBezTo>
                    <a:pt x="501" y="4357"/>
                    <a:pt x="801" y="1789"/>
                    <a:pt x="1101" y="888"/>
                  </a:cubicBezTo>
                  <a:cubicBezTo>
                    <a:pt x="1235" y="555"/>
                    <a:pt x="1902" y="421"/>
                    <a:pt x="2569" y="421"/>
                  </a:cubicBezTo>
                  <a:close/>
                  <a:moveTo>
                    <a:pt x="2614" y="0"/>
                  </a:moveTo>
                  <a:cubicBezTo>
                    <a:pt x="1844" y="0"/>
                    <a:pt x="961" y="138"/>
                    <a:pt x="768" y="755"/>
                  </a:cubicBezTo>
                  <a:cubicBezTo>
                    <a:pt x="501" y="1555"/>
                    <a:pt x="1" y="4658"/>
                    <a:pt x="301" y="5158"/>
                  </a:cubicBezTo>
                  <a:cubicBezTo>
                    <a:pt x="334" y="5258"/>
                    <a:pt x="434" y="5325"/>
                    <a:pt x="468" y="5325"/>
                  </a:cubicBezTo>
                  <a:lnTo>
                    <a:pt x="568" y="5325"/>
                  </a:lnTo>
                  <a:cubicBezTo>
                    <a:pt x="968" y="5325"/>
                    <a:pt x="2102" y="4858"/>
                    <a:pt x="2803" y="4524"/>
                  </a:cubicBezTo>
                  <a:cubicBezTo>
                    <a:pt x="2903" y="4524"/>
                    <a:pt x="2936" y="4424"/>
                    <a:pt x="2936" y="4391"/>
                  </a:cubicBezTo>
                  <a:lnTo>
                    <a:pt x="3970" y="355"/>
                  </a:lnTo>
                  <a:cubicBezTo>
                    <a:pt x="3970" y="321"/>
                    <a:pt x="3937" y="221"/>
                    <a:pt x="3937" y="188"/>
                  </a:cubicBezTo>
                  <a:cubicBezTo>
                    <a:pt x="3937" y="154"/>
                    <a:pt x="3837" y="88"/>
                    <a:pt x="3803" y="88"/>
                  </a:cubicBezTo>
                  <a:cubicBezTo>
                    <a:pt x="3677" y="74"/>
                    <a:pt x="3175" y="0"/>
                    <a:pt x="2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4718550" y="2396450"/>
              <a:ext cx="150125" cy="127800"/>
            </a:xfrm>
            <a:custGeom>
              <a:avLst/>
              <a:gdLst/>
              <a:ahLst/>
              <a:cxnLst/>
              <a:rect l="l" t="t" r="r" b="b"/>
              <a:pathLst>
                <a:path w="6005" h="5112" extrusionOk="0">
                  <a:moveTo>
                    <a:pt x="1414" y="1"/>
                  </a:moveTo>
                  <a:cubicBezTo>
                    <a:pt x="1137" y="1"/>
                    <a:pt x="907" y="76"/>
                    <a:pt x="767" y="262"/>
                  </a:cubicBezTo>
                  <a:cubicBezTo>
                    <a:pt x="67" y="1230"/>
                    <a:pt x="0" y="5066"/>
                    <a:pt x="0" y="5066"/>
                  </a:cubicBezTo>
                  <a:cubicBezTo>
                    <a:pt x="131" y="5097"/>
                    <a:pt x="260" y="5111"/>
                    <a:pt x="386" y="5111"/>
                  </a:cubicBezTo>
                  <a:cubicBezTo>
                    <a:pt x="805" y="5111"/>
                    <a:pt x="1186" y="4948"/>
                    <a:pt x="1468" y="4665"/>
                  </a:cubicBezTo>
                  <a:cubicBezTo>
                    <a:pt x="2002" y="4032"/>
                    <a:pt x="2602" y="3198"/>
                    <a:pt x="2602" y="3198"/>
                  </a:cubicBezTo>
                  <a:cubicBezTo>
                    <a:pt x="2602" y="3198"/>
                    <a:pt x="4311" y="3611"/>
                    <a:pt x="4848" y="3611"/>
                  </a:cubicBezTo>
                  <a:cubicBezTo>
                    <a:pt x="4901" y="3611"/>
                    <a:pt x="4943" y="3607"/>
                    <a:pt x="4970" y="3598"/>
                  </a:cubicBezTo>
                  <a:cubicBezTo>
                    <a:pt x="5271" y="3531"/>
                    <a:pt x="6004" y="3598"/>
                    <a:pt x="5804" y="2564"/>
                  </a:cubicBezTo>
                  <a:cubicBezTo>
                    <a:pt x="5604" y="1530"/>
                    <a:pt x="4403" y="1196"/>
                    <a:pt x="4403" y="1196"/>
                  </a:cubicBezTo>
                  <a:cubicBezTo>
                    <a:pt x="4403" y="1196"/>
                    <a:pt x="2525" y="1"/>
                    <a:pt x="1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4714375" y="2390350"/>
              <a:ext cx="158475" cy="137750"/>
            </a:xfrm>
            <a:custGeom>
              <a:avLst/>
              <a:gdLst/>
              <a:ahLst/>
              <a:cxnLst/>
              <a:rect l="l" t="t" r="r" b="b"/>
              <a:pathLst>
                <a:path w="6339" h="5510" extrusionOk="0">
                  <a:moveTo>
                    <a:pt x="1560" y="421"/>
                  </a:moveTo>
                  <a:cubicBezTo>
                    <a:pt x="2319" y="421"/>
                    <a:pt x="3705" y="1137"/>
                    <a:pt x="4437" y="1607"/>
                  </a:cubicBezTo>
                  <a:cubicBezTo>
                    <a:pt x="4437" y="1640"/>
                    <a:pt x="4437" y="1640"/>
                    <a:pt x="4470" y="1640"/>
                  </a:cubicBezTo>
                  <a:cubicBezTo>
                    <a:pt x="4470" y="1640"/>
                    <a:pt x="5604" y="1974"/>
                    <a:pt x="5771" y="2841"/>
                  </a:cubicBezTo>
                  <a:cubicBezTo>
                    <a:pt x="5804" y="3142"/>
                    <a:pt x="5804" y="3308"/>
                    <a:pt x="5738" y="3442"/>
                  </a:cubicBezTo>
                  <a:cubicBezTo>
                    <a:pt x="5638" y="3575"/>
                    <a:pt x="5471" y="3575"/>
                    <a:pt x="5304" y="3609"/>
                  </a:cubicBezTo>
                  <a:cubicBezTo>
                    <a:pt x="5237" y="3609"/>
                    <a:pt x="5137" y="3642"/>
                    <a:pt x="5104" y="3642"/>
                  </a:cubicBezTo>
                  <a:cubicBezTo>
                    <a:pt x="5089" y="3644"/>
                    <a:pt x="5069" y="3646"/>
                    <a:pt x="5045" y="3646"/>
                  </a:cubicBezTo>
                  <a:cubicBezTo>
                    <a:pt x="4737" y="3646"/>
                    <a:pt x="3698" y="3458"/>
                    <a:pt x="2802" y="3242"/>
                  </a:cubicBezTo>
                  <a:cubicBezTo>
                    <a:pt x="2736" y="3242"/>
                    <a:pt x="2636" y="3242"/>
                    <a:pt x="2602" y="3308"/>
                  </a:cubicBezTo>
                  <a:cubicBezTo>
                    <a:pt x="2602" y="3308"/>
                    <a:pt x="1968" y="4142"/>
                    <a:pt x="1468" y="4743"/>
                  </a:cubicBezTo>
                  <a:cubicBezTo>
                    <a:pt x="1198" y="4983"/>
                    <a:pt x="874" y="5115"/>
                    <a:pt x="521" y="5115"/>
                  </a:cubicBezTo>
                  <a:cubicBezTo>
                    <a:pt x="481" y="5115"/>
                    <a:pt x="441" y="5113"/>
                    <a:pt x="401" y="5110"/>
                  </a:cubicBezTo>
                  <a:cubicBezTo>
                    <a:pt x="434" y="3942"/>
                    <a:pt x="567" y="1307"/>
                    <a:pt x="1101" y="606"/>
                  </a:cubicBezTo>
                  <a:cubicBezTo>
                    <a:pt x="1188" y="476"/>
                    <a:pt x="1350" y="421"/>
                    <a:pt x="1560" y="421"/>
                  </a:cubicBezTo>
                  <a:close/>
                  <a:moveTo>
                    <a:pt x="1625" y="0"/>
                  </a:moveTo>
                  <a:cubicBezTo>
                    <a:pt x="1282" y="0"/>
                    <a:pt x="990" y="96"/>
                    <a:pt x="801" y="340"/>
                  </a:cubicBezTo>
                  <a:cubicBezTo>
                    <a:pt x="67" y="1307"/>
                    <a:pt x="0" y="4843"/>
                    <a:pt x="0" y="5276"/>
                  </a:cubicBezTo>
                  <a:cubicBezTo>
                    <a:pt x="0" y="5343"/>
                    <a:pt x="100" y="5443"/>
                    <a:pt x="167" y="5477"/>
                  </a:cubicBezTo>
                  <a:cubicBezTo>
                    <a:pt x="301" y="5510"/>
                    <a:pt x="434" y="5510"/>
                    <a:pt x="567" y="5510"/>
                  </a:cubicBezTo>
                  <a:cubicBezTo>
                    <a:pt x="1001" y="5510"/>
                    <a:pt x="1468" y="5343"/>
                    <a:pt x="1835" y="4976"/>
                  </a:cubicBezTo>
                  <a:cubicBezTo>
                    <a:pt x="2269" y="4509"/>
                    <a:pt x="2736" y="3875"/>
                    <a:pt x="2936" y="3642"/>
                  </a:cubicBezTo>
                  <a:cubicBezTo>
                    <a:pt x="3540" y="3786"/>
                    <a:pt x="4640" y="4029"/>
                    <a:pt x="5124" y="4029"/>
                  </a:cubicBezTo>
                  <a:cubicBezTo>
                    <a:pt x="5201" y="4029"/>
                    <a:pt x="5263" y="4023"/>
                    <a:pt x="5304" y="4009"/>
                  </a:cubicBezTo>
                  <a:cubicBezTo>
                    <a:pt x="5337" y="3975"/>
                    <a:pt x="5438" y="3975"/>
                    <a:pt x="5471" y="3975"/>
                  </a:cubicBezTo>
                  <a:cubicBezTo>
                    <a:pt x="5671" y="3942"/>
                    <a:pt x="6005" y="3842"/>
                    <a:pt x="6171" y="3609"/>
                  </a:cubicBezTo>
                  <a:cubicBezTo>
                    <a:pt x="6305" y="3375"/>
                    <a:pt x="6338" y="3108"/>
                    <a:pt x="6271" y="2708"/>
                  </a:cubicBezTo>
                  <a:cubicBezTo>
                    <a:pt x="6071" y="1674"/>
                    <a:pt x="4904" y="1307"/>
                    <a:pt x="4670" y="1207"/>
                  </a:cubicBezTo>
                  <a:cubicBezTo>
                    <a:pt x="4364" y="1003"/>
                    <a:pt x="2734" y="0"/>
                    <a:pt x="1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4783575" y="2340200"/>
              <a:ext cx="143475" cy="153725"/>
            </a:xfrm>
            <a:custGeom>
              <a:avLst/>
              <a:gdLst/>
              <a:ahLst/>
              <a:cxnLst/>
              <a:rect l="l" t="t" r="r" b="b"/>
              <a:pathLst>
                <a:path w="5739" h="6149" extrusionOk="0">
                  <a:moveTo>
                    <a:pt x="1219" y="1"/>
                  </a:moveTo>
                  <a:cubicBezTo>
                    <a:pt x="968" y="1"/>
                    <a:pt x="754" y="246"/>
                    <a:pt x="535" y="644"/>
                  </a:cubicBezTo>
                  <a:cubicBezTo>
                    <a:pt x="1" y="1612"/>
                    <a:pt x="635" y="2512"/>
                    <a:pt x="1035" y="3346"/>
                  </a:cubicBezTo>
                  <a:cubicBezTo>
                    <a:pt x="1469" y="4180"/>
                    <a:pt x="3203" y="6148"/>
                    <a:pt x="3203" y="6148"/>
                  </a:cubicBezTo>
                  <a:lnTo>
                    <a:pt x="5738" y="5314"/>
                  </a:lnTo>
                  <a:cubicBezTo>
                    <a:pt x="4471" y="4414"/>
                    <a:pt x="3370" y="3179"/>
                    <a:pt x="2636" y="1778"/>
                  </a:cubicBezTo>
                  <a:cubicBezTo>
                    <a:pt x="2008" y="503"/>
                    <a:pt x="1576" y="1"/>
                    <a:pt x="1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4779425" y="2335450"/>
              <a:ext cx="151800" cy="163475"/>
            </a:xfrm>
            <a:custGeom>
              <a:avLst/>
              <a:gdLst/>
              <a:ahLst/>
              <a:cxnLst/>
              <a:rect l="l" t="t" r="r" b="b"/>
              <a:pathLst>
                <a:path w="6072" h="6539" extrusionOk="0">
                  <a:moveTo>
                    <a:pt x="1368" y="434"/>
                  </a:moveTo>
                  <a:cubicBezTo>
                    <a:pt x="1568" y="434"/>
                    <a:pt x="1968" y="701"/>
                    <a:pt x="2635" y="2102"/>
                  </a:cubicBezTo>
                  <a:cubicBezTo>
                    <a:pt x="3303" y="3436"/>
                    <a:pt x="4303" y="4604"/>
                    <a:pt x="5471" y="5471"/>
                  </a:cubicBezTo>
                  <a:lnTo>
                    <a:pt x="3469" y="6138"/>
                  </a:lnTo>
                  <a:cubicBezTo>
                    <a:pt x="3136" y="5704"/>
                    <a:pt x="1735" y="4170"/>
                    <a:pt x="1401" y="3470"/>
                  </a:cubicBezTo>
                  <a:cubicBezTo>
                    <a:pt x="1368" y="3369"/>
                    <a:pt x="1301" y="3269"/>
                    <a:pt x="1234" y="3169"/>
                  </a:cubicBezTo>
                  <a:cubicBezTo>
                    <a:pt x="867" y="2435"/>
                    <a:pt x="467" y="1702"/>
                    <a:pt x="867" y="968"/>
                  </a:cubicBezTo>
                  <a:cubicBezTo>
                    <a:pt x="1068" y="601"/>
                    <a:pt x="1234" y="434"/>
                    <a:pt x="1368" y="434"/>
                  </a:cubicBezTo>
                  <a:close/>
                  <a:moveTo>
                    <a:pt x="1368" y="0"/>
                  </a:moveTo>
                  <a:cubicBezTo>
                    <a:pt x="968" y="0"/>
                    <a:pt x="701" y="434"/>
                    <a:pt x="501" y="768"/>
                  </a:cubicBezTo>
                  <a:cubicBezTo>
                    <a:pt x="0" y="1668"/>
                    <a:pt x="467" y="2536"/>
                    <a:pt x="867" y="3336"/>
                  </a:cubicBezTo>
                  <a:cubicBezTo>
                    <a:pt x="968" y="3436"/>
                    <a:pt x="1001" y="3536"/>
                    <a:pt x="1034" y="3636"/>
                  </a:cubicBezTo>
                  <a:cubicBezTo>
                    <a:pt x="1468" y="4470"/>
                    <a:pt x="3169" y="6372"/>
                    <a:pt x="3236" y="6472"/>
                  </a:cubicBezTo>
                  <a:cubicBezTo>
                    <a:pt x="3303" y="6505"/>
                    <a:pt x="3369" y="6538"/>
                    <a:pt x="3403" y="6538"/>
                  </a:cubicBezTo>
                  <a:lnTo>
                    <a:pt x="3469" y="6538"/>
                  </a:lnTo>
                  <a:lnTo>
                    <a:pt x="5971" y="5704"/>
                  </a:lnTo>
                  <a:cubicBezTo>
                    <a:pt x="6004" y="5671"/>
                    <a:pt x="6071" y="5638"/>
                    <a:pt x="6071" y="5538"/>
                  </a:cubicBezTo>
                  <a:cubicBezTo>
                    <a:pt x="6071" y="5471"/>
                    <a:pt x="6071" y="5371"/>
                    <a:pt x="6004" y="5338"/>
                  </a:cubicBezTo>
                  <a:cubicBezTo>
                    <a:pt x="4704" y="4470"/>
                    <a:pt x="3669" y="3269"/>
                    <a:pt x="2969" y="1868"/>
                  </a:cubicBezTo>
                  <a:cubicBezTo>
                    <a:pt x="2335" y="601"/>
                    <a:pt x="1835" y="0"/>
                    <a:pt x="13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4422500" y="2835800"/>
              <a:ext cx="138450" cy="368350"/>
            </a:xfrm>
            <a:custGeom>
              <a:avLst/>
              <a:gdLst/>
              <a:ahLst/>
              <a:cxnLst/>
              <a:rect l="l" t="t" r="r" b="b"/>
              <a:pathLst>
                <a:path w="5538" h="14734" extrusionOk="0">
                  <a:moveTo>
                    <a:pt x="1501" y="1"/>
                  </a:moveTo>
                  <a:cubicBezTo>
                    <a:pt x="1501" y="1"/>
                    <a:pt x="0" y="12843"/>
                    <a:pt x="267" y="13544"/>
                  </a:cubicBezTo>
                  <a:cubicBezTo>
                    <a:pt x="455" y="14107"/>
                    <a:pt x="2128" y="14734"/>
                    <a:pt x="3073" y="14734"/>
                  </a:cubicBezTo>
                  <a:cubicBezTo>
                    <a:pt x="3304" y="14734"/>
                    <a:pt x="3491" y="14696"/>
                    <a:pt x="3603" y="14611"/>
                  </a:cubicBezTo>
                  <a:cubicBezTo>
                    <a:pt x="4137" y="14144"/>
                    <a:pt x="3836" y="13210"/>
                    <a:pt x="3603" y="12643"/>
                  </a:cubicBezTo>
                  <a:cubicBezTo>
                    <a:pt x="3336" y="12043"/>
                    <a:pt x="5538" y="1302"/>
                    <a:pt x="5538" y="1302"/>
                  </a:cubicBezTo>
                  <a:lnTo>
                    <a:pt x="1501" y="1"/>
                  </a:ln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4416650" y="2830800"/>
              <a:ext cx="148475" cy="379475"/>
            </a:xfrm>
            <a:custGeom>
              <a:avLst/>
              <a:gdLst/>
              <a:ahLst/>
              <a:cxnLst/>
              <a:rect l="l" t="t" r="r" b="b"/>
              <a:pathLst>
                <a:path w="5939" h="15179" extrusionOk="0">
                  <a:moveTo>
                    <a:pt x="1902" y="501"/>
                  </a:moveTo>
                  <a:lnTo>
                    <a:pt x="5538" y="1635"/>
                  </a:lnTo>
                  <a:cubicBezTo>
                    <a:pt x="5004" y="4370"/>
                    <a:pt x="3370" y="12343"/>
                    <a:pt x="3637" y="12910"/>
                  </a:cubicBezTo>
                  <a:cubicBezTo>
                    <a:pt x="3904" y="13577"/>
                    <a:pt x="4137" y="14311"/>
                    <a:pt x="3703" y="14644"/>
                  </a:cubicBezTo>
                  <a:cubicBezTo>
                    <a:pt x="3624" y="14692"/>
                    <a:pt x="3453" y="14732"/>
                    <a:pt x="3210" y="14732"/>
                  </a:cubicBezTo>
                  <a:cubicBezTo>
                    <a:pt x="2943" y="14732"/>
                    <a:pt x="2588" y="14684"/>
                    <a:pt x="2169" y="14544"/>
                  </a:cubicBezTo>
                  <a:cubicBezTo>
                    <a:pt x="1335" y="14311"/>
                    <a:pt x="735" y="13911"/>
                    <a:pt x="668" y="13710"/>
                  </a:cubicBezTo>
                  <a:cubicBezTo>
                    <a:pt x="501" y="13177"/>
                    <a:pt x="1335" y="5638"/>
                    <a:pt x="1902" y="501"/>
                  </a:cubicBezTo>
                  <a:close/>
                  <a:moveTo>
                    <a:pt x="1735" y="1"/>
                  </a:moveTo>
                  <a:cubicBezTo>
                    <a:pt x="1702" y="1"/>
                    <a:pt x="1635" y="1"/>
                    <a:pt x="1569" y="34"/>
                  </a:cubicBezTo>
                  <a:cubicBezTo>
                    <a:pt x="1535" y="67"/>
                    <a:pt x="1502" y="167"/>
                    <a:pt x="1502" y="201"/>
                  </a:cubicBezTo>
                  <a:cubicBezTo>
                    <a:pt x="1235" y="2336"/>
                    <a:pt x="1" y="13143"/>
                    <a:pt x="234" y="13844"/>
                  </a:cubicBezTo>
                  <a:cubicBezTo>
                    <a:pt x="401" y="14344"/>
                    <a:pt x="1302" y="14744"/>
                    <a:pt x="2036" y="14978"/>
                  </a:cubicBezTo>
                  <a:cubicBezTo>
                    <a:pt x="2302" y="15045"/>
                    <a:pt x="2803" y="15178"/>
                    <a:pt x="3236" y="15178"/>
                  </a:cubicBezTo>
                  <a:cubicBezTo>
                    <a:pt x="3537" y="15178"/>
                    <a:pt x="3804" y="15078"/>
                    <a:pt x="3870" y="15011"/>
                  </a:cubicBezTo>
                  <a:cubicBezTo>
                    <a:pt x="4637" y="14411"/>
                    <a:pt x="4170" y="13310"/>
                    <a:pt x="3970" y="12810"/>
                  </a:cubicBezTo>
                  <a:cubicBezTo>
                    <a:pt x="3837" y="12243"/>
                    <a:pt x="5071" y="5571"/>
                    <a:pt x="5905" y="1535"/>
                  </a:cubicBezTo>
                  <a:cubicBezTo>
                    <a:pt x="5938" y="1402"/>
                    <a:pt x="5872" y="1335"/>
                    <a:pt x="5772" y="1302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3192450" y="2854200"/>
              <a:ext cx="1450225" cy="1109950"/>
            </a:xfrm>
            <a:custGeom>
              <a:avLst/>
              <a:gdLst/>
              <a:ahLst/>
              <a:cxnLst/>
              <a:rect l="l" t="t" r="r" b="b"/>
              <a:pathLst>
                <a:path w="58009" h="44398" extrusionOk="0">
                  <a:moveTo>
                    <a:pt x="50881" y="1"/>
                  </a:moveTo>
                  <a:cubicBezTo>
                    <a:pt x="50493" y="1"/>
                    <a:pt x="50167" y="41"/>
                    <a:pt x="49936" y="132"/>
                  </a:cubicBezTo>
                  <a:cubicBezTo>
                    <a:pt x="48468" y="732"/>
                    <a:pt x="46100" y="6737"/>
                    <a:pt x="41997" y="12041"/>
                  </a:cubicBezTo>
                  <a:cubicBezTo>
                    <a:pt x="37928" y="17311"/>
                    <a:pt x="20415" y="27552"/>
                    <a:pt x="20415" y="27552"/>
                  </a:cubicBezTo>
                  <a:lnTo>
                    <a:pt x="12776" y="3735"/>
                  </a:lnTo>
                  <a:lnTo>
                    <a:pt x="1" y="17978"/>
                  </a:lnTo>
                  <a:cubicBezTo>
                    <a:pt x="2765" y="23174"/>
                    <a:pt x="15605" y="44397"/>
                    <a:pt x="17803" y="44397"/>
                  </a:cubicBezTo>
                  <a:cubicBezTo>
                    <a:pt x="17806" y="44397"/>
                    <a:pt x="17810" y="44397"/>
                    <a:pt x="17813" y="44397"/>
                  </a:cubicBezTo>
                  <a:cubicBezTo>
                    <a:pt x="19981" y="44297"/>
                    <a:pt x="33891" y="31588"/>
                    <a:pt x="38328" y="26084"/>
                  </a:cubicBezTo>
                  <a:cubicBezTo>
                    <a:pt x="42764" y="20580"/>
                    <a:pt x="47468" y="11273"/>
                    <a:pt x="48168" y="11140"/>
                  </a:cubicBezTo>
                  <a:cubicBezTo>
                    <a:pt x="49336" y="11006"/>
                    <a:pt x="50470" y="10806"/>
                    <a:pt x="51604" y="10539"/>
                  </a:cubicBezTo>
                  <a:cubicBezTo>
                    <a:pt x="52271" y="10406"/>
                    <a:pt x="52872" y="10206"/>
                    <a:pt x="53472" y="9939"/>
                  </a:cubicBezTo>
                  <a:cubicBezTo>
                    <a:pt x="53772" y="9806"/>
                    <a:pt x="53872" y="9605"/>
                    <a:pt x="54173" y="9205"/>
                  </a:cubicBezTo>
                  <a:cubicBezTo>
                    <a:pt x="54373" y="8805"/>
                    <a:pt x="54539" y="8405"/>
                    <a:pt x="54640" y="7938"/>
                  </a:cubicBezTo>
                  <a:cubicBezTo>
                    <a:pt x="54667" y="7771"/>
                    <a:pt x="54672" y="7743"/>
                    <a:pt x="54697" y="7743"/>
                  </a:cubicBezTo>
                  <a:cubicBezTo>
                    <a:pt x="54709" y="7743"/>
                    <a:pt x="54727" y="7751"/>
                    <a:pt x="54756" y="7751"/>
                  </a:cubicBezTo>
                  <a:cubicBezTo>
                    <a:pt x="54807" y="7751"/>
                    <a:pt x="54891" y="7728"/>
                    <a:pt x="55040" y="7604"/>
                  </a:cubicBezTo>
                  <a:cubicBezTo>
                    <a:pt x="55473" y="7270"/>
                    <a:pt x="55507" y="5402"/>
                    <a:pt x="55507" y="5402"/>
                  </a:cubicBezTo>
                  <a:cubicBezTo>
                    <a:pt x="55507" y="5402"/>
                    <a:pt x="56007" y="5236"/>
                    <a:pt x="56941" y="4402"/>
                  </a:cubicBezTo>
                  <a:cubicBezTo>
                    <a:pt x="57842" y="3568"/>
                    <a:pt x="58009" y="2634"/>
                    <a:pt x="57275" y="1800"/>
                  </a:cubicBezTo>
                  <a:cubicBezTo>
                    <a:pt x="56631" y="1100"/>
                    <a:pt x="52909" y="1"/>
                    <a:pt x="508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3187450" y="2846950"/>
              <a:ext cx="1463575" cy="1121350"/>
            </a:xfrm>
            <a:custGeom>
              <a:avLst/>
              <a:gdLst/>
              <a:ahLst/>
              <a:cxnLst/>
              <a:rect l="l" t="t" r="r" b="b"/>
              <a:pathLst>
                <a:path w="58543" h="44854" extrusionOk="0">
                  <a:moveTo>
                    <a:pt x="51284" y="1"/>
                  </a:moveTo>
                  <a:cubicBezTo>
                    <a:pt x="50847" y="1"/>
                    <a:pt x="50474" y="48"/>
                    <a:pt x="50203" y="155"/>
                  </a:cubicBezTo>
                  <a:cubicBezTo>
                    <a:pt x="49369" y="422"/>
                    <a:pt x="48435" y="2057"/>
                    <a:pt x="47034" y="4525"/>
                  </a:cubicBezTo>
                  <a:cubicBezTo>
                    <a:pt x="45733" y="6760"/>
                    <a:pt x="44165" y="9529"/>
                    <a:pt x="42164" y="12097"/>
                  </a:cubicBezTo>
                  <a:cubicBezTo>
                    <a:pt x="38361" y="17034"/>
                    <a:pt x="22850" y="26240"/>
                    <a:pt x="20815" y="27441"/>
                  </a:cubicBezTo>
                  <a:lnTo>
                    <a:pt x="13243" y="3891"/>
                  </a:lnTo>
                  <a:cubicBezTo>
                    <a:pt x="13214" y="3834"/>
                    <a:pt x="13161" y="3751"/>
                    <a:pt x="13061" y="3751"/>
                  </a:cubicBezTo>
                  <a:cubicBezTo>
                    <a:pt x="13045" y="3751"/>
                    <a:pt x="13028" y="3753"/>
                    <a:pt x="13010" y="3758"/>
                  </a:cubicBezTo>
                  <a:cubicBezTo>
                    <a:pt x="12910" y="3824"/>
                    <a:pt x="12843" y="3891"/>
                    <a:pt x="12876" y="4025"/>
                  </a:cubicBezTo>
                  <a:lnTo>
                    <a:pt x="20515" y="27842"/>
                  </a:lnTo>
                  <a:cubicBezTo>
                    <a:pt x="20515" y="27875"/>
                    <a:pt x="20615" y="27908"/>
                    <a:pt x="20648" y="27942"/>
                  </a:cubicBezTo>
                  <a:cubicBezTo>
                    <a:pt x="20665" y="27975"/>
                    <a:pt x="20699" y="27992"/>
                    <a:pt x="20732" y="27992"/>
                  </a:cubicBezTo>
                  <a:cubicBezTo>
                    <a:pt x="20765" y="27992"/>
                    <a:pt x="20799" y="27975"/>
                    <a:pt x="20815" y="27942"/>
                  </a:cubicBezTo>
                  <a:cubicBezTo>
                    <a:pt x="21516" y="27541"/>
                    <a:pt x="38394" y="17701"/>
                    <a:pt x="42497" y="12397"/>
                  </a:cubicBezTo>
                  <a:cubicBezTo>
                    <a:pt x="44499" y="9762"/>
                    <a:pt x="46067" y="6993"/>
                    <a:pt x="47368" y="4758"/>
                  </a:cubicBezTo>
                  <a:cubicBezTo>
                    <a:pt x="48635" y="2557"/>
                    <a:pt x="49602" y="822"/>
                    <a:pt x="50303" y="555"/>
                  </a:cubicBezTo>
                  <a:cubicBezTo>
                    <a:pt x="50506" y="481"/>
                    <a:pt x="50790" y="448"/>
                    <a:pt x="51129" y="448"/>
                  </a:cubicBezTo>
                  <a:cubicBezTo>
                    <a:pt x="53070" y="448"/>
                    <a:pt x="56807" y="1537"/>
                    <a:pt x="57375" y="2190"/>
                  </a:cubicBezTo>
                  <a:cubicBezTo>
                    <a:pt x="58008" y="2924"/>
                    <a:pt x="57908" y="3691"/>
                    <a:pt x="57041" y="4525"/>
                  </a:cubicBezTo>
                  <a:cubicBezTo>
                    <a:pt x="56207" y="5326"/>
                    <a:pt x="55707" y="5426"/>
                    <a:pt x="55707" y="5426"/>
                  </a:cubicBezTo>
                  <a:cubicBezTo>
                    <a:pt x="55640" y="5492"/>
                    <a:pt x="55540" y="5559"/>
                    <a:pt x="55540" y="5659"/>
                  </a:cubicBezTo>
                  <a:cubicBezTo>
                    <a:pt x="55540" y="6526"/>
                    <a:pt x="55373" y="7527"/>
                    <a:pt x="55173" y="7694"/>
                  </a:cubicBezTo>
                  <a:cubicBezTo>
                    <a:pt x="55073" y="7761"/>
                    <a:pt x="55040" y="7761"/>
                    <a:pt x="55040" y="7761"/>
                  </a:cubicBezTo>
                  <a:cubicBezTo>
                    <a:pt x="55006" y="7744"/>
                    <a:pt x="54965" y="7736"/>
                    <a:pt x="54927" y="7736"/>
                  </a:cubicBezTo>
                  <a:cubicBezTo>
                    <a:pt x="54890" y="7736"/>
                    <a:pt x="54856" y="7744"/>
                    <a:pt x="54840" y="7761"/>
                  </a:cubicBezTo>
                  <a:cubicBezTo>
                    <a:pt x="54739" y="7827"/>
                    <a:pt x="54706" y="7894"/>
                    <a:pt x="54673" y="8094"/>
                  </a:cubicBezTo>
                  <a:cubicBezTo>
                    <a:pt x="54573" y="8528"/>
                    <a:pt x="54406" y="8928"/>
                    <a:pt x="54206" y="9262"/>
                  </a:cubicBezTo>
                  <a:lnTo>
                    <a:pt x="54072" y="9428"/>
                  </a:lnTo>
                  <a:cubicBezTo>
                    <a:pt x="53872" y="9729"/>
                    <a:pt x="53805" y="9862"/>
                    <a:pt x="53572" y="9929"/>
                  </a:cubicBezTo>
                  <a:cubicBezTo>
                    <a:pt x="53005" y="10196"/>
                    <a:pt x="52371" y="10396"/>
                    <a:pt x="51737" y="10529"/>
                  </a:cubicBezTo>
                  <a:cubicBezTo>
                    <a:pt x="50670" y="10829"/>
                    <a:pt x="49536" y="11030"/>
                    <a:pt x="48368" y="11163"/>
                  </a:cubicBezTo>
                  <a:cubicBezTo>
                    <a:pt x="48035" y="11230"/>
                    <a:pt x="47434" y="12097"/>
                    <a:pt x="45399" y="15533"/>
                  </a:cubicBezTo>
                  <a:cubicBezTo>
                    <a:pt x="43498" y="18702"/>
                    <a:pt x="40896" y="23038"/>
                    <a:pt x="38394" y="26174"/>
                  </a:cubicBezTo>
                  <a:cubicBezTo>
                    <a:pt x="33691" y="32078"/>
                    <a:pt x="19981" y="44353"/>
                    <a:pt x="18013" y="44387"/>
                  </a:cubicBezTo>
                  <a:cubicBezTo>
                    <a:pt x="16045" y="44387"/>
                    <a:pt x="3636" y="24206"/>
                    <a:pt x="434" y="18101"/>
                  </a:cubicBezTo>
                  <a:cubicBezTo>
                    <a:pt x="363" y="18054"/>
                    <a:pt x="276" y="18007"/>
                    <a:pt x="207" y="18007"/>
                  </a:cubicBezTo>
                  <a:cubicBezTo>
                    <a:pt x="179" y="18007"/>
                    <a:pt x="153" y="18015"/>
                    <a:pt x="134" y="18035"/>
                  </a:cubicBezTo>
                  <a:cubicBezTo>
                    <a:pt x="34" y="18101"/>
                    <a:pt x="0" y="18235"/>
                    <a:pt x="34" y="18335"/>
                  </a:cubicBezTo>
                  <a:cubicBezTo>
                    <a:pt x="2169" y="22371"/>
                    <a:pt x="15511" y="44854"/>
                    <a:pt x="18013" y="44854"/>
                  </a:cubicBezTo>
                  <a:cubicBezTo>
                    <a:pt x="20382" y="44754"/>
                    <a:pt x="34625" y="31578"/>
                    <a:pt x="38895" y="26374"/>
                  </a:cubicBezTo>
                  <a:cubicBezTo>
                    <a:pt x="41397" y="23205"/>
                    <a:pt x="43998" y="18835"/>
                    <a:pt x="45900" y="15666"/>
                  </a:cubicBezTo>
                  <a:cubicBezTo>
                    <a:pt x="47167" y="13565"/>
                    <a:pt x="48335" y="11597"/>
                    <a:pt x="48568" y="11497"/>
                  </a:cubicBezTo>
                  <a:cubicBezTo>
                    <a:pt x="49736" y="11363"/>
                    <a:pt x="50870" y="11163"/>
                    <a:pt x="52004" y="10863"/>
                  </a:cubicBezTo>
                  <a:cubicBezTo>
                    <a:pt x="52605" y="10729"/>
                    <a:pt x="53272" y="10529"/>
                    <a:pt x="53872" y="10262"/>
                  </a:cubicBezTo>
                  <a:cubicBezTo>
                    <a:pt x="54172" y="10162"/>
                    <a:pt x="54339" y="9929"/>
                    <a:pt x="54539" y="9595"/>
                  </a:cubicBezTo>
                  <a:lnTo>
                    <a:pt x="54673" y="9428"/>
                  </a:lnTo>
                  <a:cubicBezTo>
                    <a:pt x="54906" y="9028"/>
                    <a:pt x="55073" y="8561"/>
                    <a:pt x="55173" y="8094"/>
                  </a:cubicBezTo>
                  <a:lnTo>
                    <a:pt x="55173" y="8061"/>
                  </a:lnTo>
                  <a:cubicBezTo>
                    <a:pt x="55240" y="8061"/>
                    <a:pt x="55373" y="7994"/>
                    <a:pt x="55507" y="7894"/>
                  </a:cubicBezTo>
                  <a:cubicBezTo>
                    <a:pt x="55907" y="7560"/>
                    <a:pt x="56007" y="6260"/>
                    <a:pt x="56040" y="5692"/>
                  </a:cubicBezTo>
                  <a:cubicBezTo>
                    <a:pt x="56307" y="5592"/>
                    <a:pt x="56741" y="5359"/>
                    <a:pt x="57408" y="4725"/>
                  </a:cubicBezTo>
                  <a:cubicBezTo>
                    <a:pt x="58409" y="3758"/>
                    <a:pt x="58542" y="2724"/>
                    <a:pt x="57742" y="1856"/>
                  </a:cubicBezTo>
                  <a:cubicBezTo>
                    <a:pt x="57104" y="1136"/>
                    <a:pt x="53428" y="1"/>
                    <a:pt x="512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3603575" y="3537975"/>
              <a:ext cx="103425" cy="145125"/>
            </a:xfrm>
            <a:custGeom>
              <a:avLst/>
              <a:gdLst/>
              <a:ahLst/>
              <a:cxnLst/>
              <a:rect l="l" t="t" r="r" b="b"/>
              <a:pathLst>
                <a:path w="4137" h="5805" extrusionOk="0">
                  <a:moveTo>
                    <a:pt x="3903" y="0"/>
                  </a:moveTo>
                  <a:cubicBezTo>
                    <a:pt x="3837" y="0"/>
                    <a:pt x="1735" y="134"/>
                    <a:pt x="34" y="5571"/>
                  </a:cubicBezTo>
                  <a:cubicBezTo>
                    <a:pt x="1" y="5638"/>
                    <a:pt x="34" y="5771"/>
                    <a:pt x="167" y="5805"/>
                  </a:cubicBezTo>
                  <a:lnTo>
                    <a:pt x="234" y="5805"/>
                  </a:lnTo>
                  <a:cubicBezTo>
                    <a:pt x="368" y="5805"/>
                    <a:pt x="401" y="5771"/>
                    <a:pt x="401" y="5738"/>
                  </a:cubicBezTo>
                  <a:cubicBezTo>
                    <a:pt x="2002" y="634"/>
                    <a:pt x="3870" y="434"/>
                    <a:pt x="3903" y="434"/>
                  </a:cubicBezTo>
                  <a:cubicBezTo>
                    <a:pt x="4037" y="434"/>
                    <a:pt x="4137" y="334"/>
                    <a:pt x="4137" y="234"/>
                  </a:cubicBezTo>
                  <a:cubicBezTo>
                    <a:pt x="4137" y="101"/>
                    <a:pt x="4037" y="0"/>
                    <a:pt x="39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4254875" y="2854575"/>
              <a:ext cx="386975" cy="355700"/>
            </a:xfrm>
            <a:custGeom>
              <a:avLst/>
              <a:gdLst/>
              <a:ahLst/>
              <a:cxnLst/>
              <a:rect l="l" t="t" r="r" b="b"/>
              <a:pathLst>
                <a:path w="15479" h="14228" extrusionOk="0">
                  <a:moveTo>
                    <a:pt x="8259" y="1"/>
                  </a:moveTo>
                  <a:cubicBezTo>
                    <a:pt x="7899" y="1"/>
                    <a:pt x="7594" y="37"/>
                    <a:pt x="7372" y="117"/>
                  </a:cubicBezTo>
                  <a:cubicBezTo>
                    <a:pt x="5938" y="684"/>
                    <a:pt x="3770" y="6221"/>
                    <a:pt x="1" y="11358"/>
                  </a:cubicBezTo>
                  <a:lnTo>
                    <a:pt x="3503" y="14227"/>
                  </a:lnTo>
                  <a:cubicBezTo>
                    <a:pt x="4604" y="12392"/>
                    <a:pt x="5371" y="11125"/>
                    <a:pt x="5638" y="11092"/>
                  </a:cubicBezTo>
                  <a:cubicBezTo>
                    <a:pt x="6839" y="10958"/>
                    <a:pt x="7973" y="10758"/>
                    <a:pt x="9107" y="10458"/>
                  </a:cubicBezTo>
                  <a:cubicBezTo>
                    <a:pt x="9707" y="10358"/>
                    <a:pt x="10341" y="10124"/>
                    <a:pt x="10975" y="9891"/>
                  </a:cubicBezTo>
                  <a:cubicBezTo>
                    <a:pt x="11275" y="9757"/>
                    <a:pt x="11375" y="9557"/>
                    <a:pt x="11676" y="9123"/>
                  </a:cubicBezTo>
                  <a:cubicBezTo>
                    <a:pt x="11942" y="8757"/>
                    <a:pt x="12109" y="8356"/>
                    <a:pt x="12143" y="7889"/>
                  </a:cubicBezTo>
                  <a:cubicBezTo>
                    <a:pt x="12209" y="7456"/>
                    <a:pt x="12509" y="7356"/>
                    <a:pt x="12876" y="7022"/>
                  </a:cubicBezTo>
                  <a:cubicBezTo>
                    <a:pt x="13277" y="6688"/>
                    <a:pt x="12976" y="5387"/>
                    <a:pt x="12976" y="5387"/>
                  </a:cubicBezTo>
                  <a:cubicBezTo>
                    <a:pt x="12976" y="5387"/>
                    <a:pt x="13477" y="5254"/>
                    <a:pt x="14377" y="4387"/>
                  </a:cubicBezTo>
                  <a:cubicBezTo>
                    <a:pt x="15311" y="3519"/>
                    <a:pt x="15478" y="2585"/>
                    <a:pt x="14711" y="1785"/>
                  </a:cubicBezTo>
                  <a:cubicBezTo>
                    <a:pt x="14088" y="1133"/>
                    <a:pt x="10290" y="1"/>
                    <a:pt x="8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3362563" y="2850575"/>
              <a:ext cx="1280100" cy="1108775"/>
            </a:xfrm>
            <a:custGeom>
              <a:avLst/>
              <a:gdLst/>
              <a:ahLst/>
              <a:cxnLst/>
              <a:rect l="l" t="t" r="r" b="b"/>
              <a:pathLst>
                <a:path w="51204" h="44351" extrusionOk="0">
                  <a:moveTo>
                    <a:pt x="44002" y="0"/>
                  </a:moveTo>
                  <a:cubicBezTo>
                    <a:pt x="43634" y="0"/>
                    <a:pt x="43323" y="37"/>
                    <a:pt x="43097" y="119"/>
                  </a:cubicBezTo>
                  <a:cubicBezTo>
                    <a:pt x="42731" y="285"/>
                    <a:pt x="42264" y="786"/>
                    <a:pt x="41763" y="1586"/>
                  </a:cubicBezTo>
                  <a:cubicBezTo>
                    <a:pt x="42530" y="2821"/>
                    <a:pt x="43431" y="3588"/>
                    <a:pt x="42597" y="5789"/>
                  </a:cubicBezTo>
                  <a:cubicBezTo>
                    <a:pt x="41363" y="9125"/>
                    <a:pt x="38427" y="13295"/>
                    <a:pt x="35926" y="16831"/>
                  </a:cubicBezTo>
                  <a:cubicBezTo>
                    <a:pt x="33449" y="20364"/>
                    <a:pt x="12995" y="39586"/>
                    <a:pt x="10155" y="39586"/>
                  </a:cubicBezTo>
                  <a:cubicBezTo>
                    <a:pt x="10126" y="39586"/>
                    <a:pt x="10099" y="39584"/>
                    <a:pt x="10074" y="39580"/>
                  </a:cubicBezTo>
                  <a:cubicBezTo>
                    <a:pt x="8039" y="39247"/>
                    <a:pt x="2135" y="32075"/>
                    <a:pt x="0" y="29473"/>
                  </a:cubicBezTo>
                  <a:lnTo>
                    <a:pt x="0" y="29473"/>
                  </a:lnTo>
                  <a:cubicBezTo>
                    <a:pt x="4484" y="36713"/>
                    <a:pt x="9629" y="44351"/>
                    <a:pt x="10990" y="44351"/>
                  </a:cubicBezTo>
                  <a:cubicBezTo>
                    <a:pt x="10996" y="44351"/>
                    <a:pt x="11002" y="44351"/>
                    <a:pt x="11008" y="44350"/>
                  </a:cubicBezTo>
                  <a:cubicBezTo>
                    <a:pt x="13176" y="44284"/>
                    <a:pt x="27153" y="31608"/>
                    <a:pt x="31556" y="26071"/>
                  </a:cubicBezTo>
                  <a:cubicBezTo>
                    <a:pt x="35959" y="20500"/>
                    <a:pt x="40662" y="11227"/>
                    <a:pt x="41363" y="11127"/>
                  </a:cubicBezTo>
                  <a:cubicBezTo>
                    <a:pt x="42530" y="10993"/>
                    <a:pt x="43665" y="10793"/>
                    <a:pt x="44765" y="10493"/>
                  </a:cubicBezTo>
                  <a:cubicBezTo>
                    <a:pt x="45399" y="10393"/>
                    <a:pt x="46033" y="10159"/>
                    <a:pt x="46667" y="9926"/>
                  </a:cubicBezTo>
                  <a:cubicBezTo>
                    <a:pt x="47000" y="9792"/>
                    <a:pt x="47067" y="9592"/>
                    <a:pt x="47367" y="9158"/>
                  </a:cubicBezTo>
                  <a:cubicBezTo>
                    <a:pt x="47601" y="8792"/>
                    <a:pt x="47767" y="8391"/>
                    <a:pt x="47834" y="7924"/>
                  </a:cubicBezTo>
                  <a:cubicBezTo>
                    <a:pt x="47861" y="7749"/>
                    <a:pt x="47866" y="7716"/>
                    <a:pt x="47889" y="7716"/>
                  </a:cubicBezTo>
                  <a:cubicBezTo>
                    <a:pt x="47904" y="7716"/>
                    <a:pt x="47925" y="7729"/>
                    <a:pt x="47964" y="7729"/>
                  </a:cubicBezTo>
                  <a:cubicBezTo>
                    <a:pt x="48015" y="7729"/>
                    <a:pt x="48098" y="7705"/>
                    <a:pt x="48234" y="7591"/>
                  </a:cubicBezTo>
                  <a:cubicBezTo>
                    <a:pt x="48668" y="7257"/>
                    <a:pt x="48701" y="5356"/>
                    <a:pt x="48701" y="5356"/>
                  </a:cubicBezTo>
                  <a:cubicBezTo>
                    <a:pt x="48701" y="5356"/>
                    <a:pt x="49202" y="5256"/>
                    <a:pt x="50102" y="4355"/>
                  </a:cubicBezTo>
                  <a:cubicBezTo>
                    <a:pt x="51036" y="3488"/>
                    <a:pt x="51203" y="2587"/>
                    <a:pt x="50436" y="1787"/>
                  </a:cubicBezTo>
                  <a:cubicBezTo>
                    <a:pt x="49815" y="1109"/>
                    <a:pt x="46037" y="0"/>
                    <a:pt x="44002" y="0"/>
                  </a:cubicBezTo>
                  <a:close/>
                </a:path>
              </a:pathLst>
            </a:custGeom>
            <a:solidFill>
              <a:srgbClr val="000000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4250700" y="2849350"/>
              <a:ext cx="396975" cy="365925"/>
            </a:xfrm>
            <a:custGeom>
              <a:avLst/>
              <a:gdLst/>
              <a:ahLst/>
              <a:cxnLst/>
              <a:rect l="l" t="t" r="r" b="b"/>
              <a:pathLst>
                <a:path w="15879" h="14637" extrusionOk="0">
                  <a:moveTo>
                    <a:pt x="8473" y="487"/>
                  </a:moveTo>
                  <a:cubicBezTo>
                    <a:pt x="10403" y="487"/>
                    <a:pt x="14208" y="1601"/>
                    <a:pt x="14778" y="2227"/>
                  </a:cubicBezTo>
                  <a:cubicBezTo>
                    <a:pt x="15612" y="3095"/>
                    <a:pt x="15011" y="3929"/>
                    <a:pt x="14444" y="4496"/>
                  </a:cubicBezTo>
                  <a:cubicBezTo>
                    <a:pt x="13610" y="5296"/>
                    <a:pt x="13110" y="5430"/>
                    <a:pt x="13110" y="5430"/>
                  </a:cubicBezTo>
                  <a:cubicBezTo>
                    <a:pt x="13043" y="5430"/>
                    <a:pt x="13010" y="5463"/>
                    <a:pt x="12977" y="5496"/>
                  </a:cubicBezTo>
                  <a:cubicBezTo>
                    <a:pt x="12943" y="5530"/>
                    <a:pt x="12943" y="5630"/>
                    <a:pt x="12943" y="5663"/>
                  </a:cubicBezTo>
                  <a:cubicBezTo>
                    <a:pt x="13043" y="6130"/>
                    <a:pt x="13143" y="6931"/>
                    <a:pt x="12943" y="7098"/>
                  </a:cubicBezTo>
                  <a:cubicBezTo>
                    <a:pt x="12877" y="7131"/>
                    <a:pt x="12810" y="7164"/>
                    <a:pt x="12777" y="7198"/>
                  </a:cubicBezTo>
                  <a:cubicBezTo>
                    <a:pt x="12443" y="7464"/>
                    <a:pt x="12176" y="7665"/>
                    <a:pt x="12109" y="8098"/>
                  </a:cubicBezTo>
                  <a:cubicBezTo>
                    <a:pt x="12009" y="8499"/>
                    <a:pt x="11843" y="8932"/>
                    <a:pt x="11642" y="9266"/>
                  </a:cubicBezTo>
                  <a:lnTo>
                    <a:pt x="11542" y="9399"/>
                  </a:lnTo>
                  <a:cubicBezTo>
                    <a:pt x="11342" y="9733"/>
                    <a:pt x="11275" y="9833"/>
                    <a:pt x="11042" y="9933"/>
                  </a:cubicBezTo>
                  <a:cubicBezTo>
                    <a:pt x="10475" y="10133"/>
                    <a:pt x="9841" y="10333"/>
                    <a:pt x="9207" y="10467"/>
                  </a:cubicBezTo>
                  <a:cubicBezTo>
                    <a:pt x="8140" y="10767"/>
                    <a:pt x="7006" y="10967"/>
                    <a:pt x="5838" y="11100"/>
                  </a:cubicBezTo>
                  <a:cubicBezTo>
                    <a:pt x="5538" y="11134"/>
                    <a:pt x="5204" y="11567"/>
                    <a:pt x="3670" y="14103"/>
                  </a:cubicBezTo>
                  <a:lnTo>
                    <a:pt x="501" y="11501"/>
                  </a:lnTo>
                  <a:cubicBezTo>
                    <a:pt x="2169" y="9132"/>
                    <a:pt x="3603" y="6731"/>
                    <a:pt x="4704" y="4829"/>
                  </a:cubicBezTo>
                  <a:cubicBezTo>
                    <a:pt x="5972" y="2628"/>
                    <a:pt x="6972" y="826"/>
                    <a:pt x="7673" y="593"/>
                  </a:cubicBezTo>
                  <a:cubicBezTo>
                    <a:pt x="7868" y="520"/>
                    <a:pt x="8143" y="487"/>
                    <a:pt x="8473" y="487"/>
                  </a:cubicBezTo>
                  <a:close/>
                  <a:moveTo>
                    <a:pt x="8476" y="1"/>
                  </a:moveTo>
                  <a:cubicBezTo>
                    <a:pt x="8096" y="1"/>
                    <a:pt x="7774" y="39"/>
                    <a:pt x="7539" y="126"/>
                  </a:cubicBezTo>
                  <a:cubicBezTo>
                    <a:pt x="6672" y="459"/>
                    <a:pt x="5705" y="2227"/>
                    <a:pt x="4337" y="4596"/>
                  </a:cubicBezTo>
                  <a:cubicBezTo>
                    <a:pt x="3203" y="6597"/>
                    <a:pt x="1802" y="9066"/>
                    <a:pt x="34" y="11434"/>
                  </a:cubicBezTo>
                  <a:cubicBezTo>
                    <a:pt x="1" y="11501"/>
                    <a:pt x="1" y="11634"/>
                    <a:pt x="101" y="11734"/>
                  </a:cubicBezTo>
                  <a:lnTo>
                    <a:pt x="3603" y="14603"/>
                  </a:lnTo>
                  <a:cubicBezTo>
                    <a:pt x="3637" y="14636"/>
                    <a:pt x="3670" y="14636"/>
                    <a:pt x="3703" y="14636"/>
                  </a:cubicBezTo>
                  <a:cubicBezTo>
                    <a:pt x="3772" y="14613"/>
                    <a:pt x="3826" y="14574"/>
                    <a:pt x="3874" y="14574"/>
                  </a:cubicBezTo>
                  <a:cubicBezTo>
                    <a:pt x="3896" y="14574"/>
                    <a:pt x="3916" y="14582"/>
                    <a:pt x="3937" y="14603"/>
                  </a:cubicBezTo>
                  <a:cubicBezTo>
                    <a:pt x="4471" y="13736"/>
                    <a:pt x="5671" y="11667"/>
                    <a:pt x="5938" y="11567"/>
                  </a:cubicBezTo>
                  <a:cubicBezTo>
                    <a:pt x="7106" y="11434"/>
                    <a:pt x="8207" y="11234"/>
                    <a:pt x="9341" y="10934"/>
                  </a:cubicBezTo>
                  <a:cubicBezTo>
                    <a:pt x="9975" y="10800"/>
                    <a:pt x="10642" y="10600"/>
                    <a:pt x="11209" y="10333"/>
                  </a:cubicBezTo>
                  <a:cubicBezTo>
                    <a:pt x="11542" y="10233"/>
                    <a:pt x="11676" y="9966"/>
                    <a:pt x="11943" y="9633"/>
                  </a:cubicBezTo>
                  <a:lnTo>
                    <a:pt x="12009" y="9499"/>
                  </a:lnTo>
                  <a:cubicBezTo>
                    <a:pt x="12276" y="9099"/>
                    <a:pt x="12443" y="8632"/>
                    <a:pt x="12510" y="8165"/>
                  </a:cubicBezTo>
                  <a:cubicBezTo>
                    <a:pt x="12543" y="7898"/>
                    <a:pt x="12710" y="7765"/>
                    <a:pt x="13010" y="7565"/>
                  </a:cubicBezTo>
                  <a:cubicBezTo>
                    <a:pt x="13110" y="7464"/>
                    <a:pt x="13143" y="7431"/>
                    <a:pt x="13210" y="7398"/>
                  </a:cubicBezTo>
                  <a:cubicBezTo>
                    <a:pt x="13644" y="7064"/>
                    <a:pt x="13510" y="6130"/>
                    <a:pt x="13444" y="5730"/>
                  </a:cubicBezTo>
                  <a:cubicBezTo>
                    <a:pt x="13677" y="5630"/>
                    <a:pt x="14144" y="5330"/>
                    <a:pt x="14778" y="4763"/>
                  </a:cubicBezTo>
                  <a:cubicBezTo>
                    <a:pt x="15779" y="3762"/>
                    <a:pt x="15879" y="2728"/>
                    <a:pt x="15112" y="1827"/>
                  </a:cubicBezTo>
                  <a:cubicBezTo>
                    <a:pt x="14462" y="1177"/>
                    <a:pt x="10581" y="1"/>
                    <a:pt x="84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4316575" y="2425500"/>
              <a:ext cx="688025" cy="576275"/>
            </a:xfrm>
            <a:custGeom>
              <a:avLst/>
              <a:gdLst/>
              <a:ahLst/>
              <a:cxnLst/>
              <a:rect l="l" t="t" r="r" b="b"/>
              <a:pathLst>
                <a:path w="27521" h="23051" extrusionOk="0">
                  <a:moveTo>
                    <a:pt x="27521" y="1"/>
                  </a:moveTo>
                  <a:lnTo>
                    <a:pt x="2069" y="8040"/>
                  </a:lnTo>
                  <a:cubicBezTo>
                    <a:pt x="902" y="8040"/>
                    <a:pt x="1" y="9708"/>
                    <a:pt x="1" y="11709"/>
                  </a:cubicBezTo>
                  <a:cubicBezTo>
                    <a:pt x="1" y="13711"/>
                    <a:pt x="902" y="15379"/>
                    <a:pt x="2069" y="15379"/>
                  </a:cubicBezTo>
                  <a:lnTo>
                    <a:pt x="27521" y="23051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4312425" y="2422175"/>
              <a:ext cx="697175" cy="585450"/>
            </a:xfrm>
            <a:custGeom>
              <a:avLst/>
              <a:gdLst/>
              <a:ahLst/>
              <a:cxnLst/>
              <a:rect l="l" t="t" r="r" b="b"/>
              <a:pathLst>
                <a:path w="27887" h="23418" extrusionOk="0">
                  <a:moveTo>
                    <a:pt x="27486" y="468"/>
                  </a:moveTo>
                  <a:lnTo>
                    <a:pt x="27486" y="22884"/>
                  </a:lnTo>
                  <a:lnTo>
                    <a:pt x="2302" y="15311"/>
                  </a:lnTo>
                  <a:lnTo>
                    <a:pt x="2235" y="15311"/>
                  </a:lnTo>
                  <a:cubicBezTo>
                    <a:pt x="1234" y="15311"/>
                    <a:pt x="367" y="13710"/>
                    <a:pt x="367" y="11842"/>
                  </a:cubicBezTo>
                  <a:cubicBezTo>
                    <a:pt x="367" y="9974"/>
                    <a:pt x="1234" y="8373"/>
                    <a:pt x="2235" y="8373"/>
                  </a:cubicBezTo>
                  <a:lnTo>
                    <a:pt x="2335" y="8373"/>
                  </a:lnTo>
                  <a:lnTo>
                    <a:pt x="27486" y="468"/>
                  </a:lnTo>
                  <a:close/>
                  <a:moveTo>
                    <a:pt x="27620" y="1"/>
                  </a:moveTo>
                  <a:lnTo>
                    <a:pt x="2235" y="8006"/>
                  </a:lnTo>
                  <a:cubicBezTo>
                    <a:pt x="1001" y="8006"/>
                    <a:pt x="0" y="9741"/>
                    <a:pt x="0" y="11876"/>
                  </a:cubicBezTo>
                  <a:cubicBezTo>
                    <a:pt x="0" y="14011"/>
                    <a:pt x="1001" y="15712"/>
                    <a:pt x="2235" y="15745"/>
                  </a:cubicBezTo>
                  <a:lnTo>
                    <a:pt x="27620" y="23417"/>
                  </a:lnTo>
                  <a:lnTo>
                    <a:pt x="27787" y="23417"/>
                  </a:lnTo>
                  <a:cubicBezTo>
                    <a:pt x="27853" y="23384"/>
                    <a:pt x="27887" y="23351"/>
                    <a:pt x="27887" y="23251"/>
                  </a:cubicBezTo>
                  <a:lnTo>
                    <a:pt x="27887" y="201"/>
                  </a:lnTo>
                  <a:cubicBezTo>
                    <a:pt x="27887" y="101"/>
                    <a:pt x="27853" y="67"/>
                    <a:pt x="27787" y="34"/>
                  </a:cubicBezTo>
                  <a:cubicBezTo>
                    <a:pt x="27753" y="1"/>
                    <a:pt x="27720" y="1"/>
                    <a:pt x="2762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4471700" y="2543725"/>
              <a:ext cx="259375" cy="82800"/>
            </a:xfrm>
            <a:custGeom>
              <a:avLst/>
              <a:gdLst/>
              <a:ahLst/>
              <a:cxnLst/>
              <a:rect l="l" t="t" r="r" b="b"/>
              <a:pathLst>
                <a:path w="10375" h="3312" extrusionOk="0">
                  <a:moveTo>
                    <a:pt x="10160" y="0"/>
                  </a:moveTo>
                  <a:cubicBezTo>
                    <a:pt x="10143" y="0"/>
                    <a:pt x="10125" y="3"/>
                    <a:pt x="10108" y="9"/>
                  </a:cubicBezTo>
                  <a:lnTo>
                    <a:pt x="167" y="2877"/>
                  </a:lnTo>
                  <a:cubicBezTo>
                    <a:pt x="100" y="2944"/>
                    <a:pt x="0" y="3011"/>
                    <a:pt x="34" y="3144"/>
                  </a:cubicBezTo>
                  <a:cubicBezTo>
                    <a:pt x="100" y="3278"/>
                    <a:pt x="167" y="3311"/>
                    <a:pt x="234" y="3311"/>
                  </a:cubicBezTo>
                  <a:cubicBezTo>
                    <a:pt x="301" y="3311"/>
                    <a:pt x="301" y="3311"/>
                    <a:pt x="301" y="3278"/>
                  </a:cubicBezTo>
                  <a:lnTo>
                    <a:pt x="10208" y="376"/>
                  </a:lnTo>
                  <a:cubicBezTo>
                    <a:pt x="10308" y="342"/>
                    <a:pt x="10374" y="276"/>
                    <a:pt x="10341" y="142"/>
                  </a:cubicBezTo>
                  <a:cubicBezTo>
                    <a:pt x="10314" y="60"/>
                    <a:pt x="10241" y="0"/>
                    <a:pt x="101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7"/>
            <p:cNvSpPr/>
            <p:nvPr/>
          </p:nvSpPr>
          <p:spPr>
            <a:xfrm>
              <a:off x="4751075" y="2520875"/>
              <a:ext cx="63400" cy="25575"/>
            </a:xfrm>
            <a:custGeom>
              <a:avLst/>
              <a:gdLst/>
              <a:ahLst/>
              <a:cxnLst/>
              <a:rect l="l" t="t" r="r" b="b"/>
              <a:pathLst>
                <a:path w="2536" h="1023" extrusionOk="0">
                  <a:moveTo>
                    <a:pt x="2337" y="0"/>
                  </a:moveTo>
                  <a:cubicBezTo>
                    <a:pt x="2315" y="0"/>
                    <a:pt x="2292" y="7"/>
                    <a:pt x="2268" y="22"/>
                  </a:cubicBezTo>
                  <a:lnTo>
                    <a:pt x="167" y="589"/>
                  </a:lnTo>
                  <a:cubicBezTo>
                    <a:pt x="100" y="622"/>
                    <a:pt x="0" y="723"/>
                    <a:pt x="33" y="856"/>
                  </a:cubicBezTo>
                  <a:cubicBezTo>
                    <a:pt x="100" y="956"/>
                    <a:pt x="167" y="1023"/>
                    <a:pt x="267" y="1023"/>
                  </a:cubicBezTo>
                  <a:cubicBezTo>
                    <a:pt x="300" y="1023"/>
                    <a:pt x="300" y="1023"/>
                    <a:pt x="300" y="956"/>
                  </a:cubicBezTo>
                  <a:lnTo>
                    <a:pt x="2368" y="389"/>
                  </a:lnTo>
                  <a:cubicBezTo>
                    <a:pt x="2468" y="356"/>
                    <a:pt x="2535" y="256"/>
                    <a:pt x="2502" y="122"/>
                  </a:cubicBezTo>
                  <a:cubicBezTo>
                    <a:pt x="2476" y="71"/>
                    <a:pt x="2411" y="0"/>
                    <a:pt x="23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7"/>
            <p:cNvSpPr/>
            <p:nvPr/>
          </p:nvSpPr>
          <p:spPr>
            <a:xfrm>
              <a:off x="4316575" y="2600625"/>
              <a:ext cx="133475" cy="231025"/>
            </a:xfrm>
            <a:custGeom>
              <a:avLst/>
              <a:gdLst/>
              <a:ahLst/>
              <a:cxnLst/>
              <a:rect l="l" t="t" r="r" b="b"/>
              <a:pathLst>
                <a:path w="5339" h="9241" extrusionOk="0">
                  <a:moveTo>
                    <a:pt x="5338" y="1"/>
                  </a:moveTo>
                  <a:lnTo>
                    <a:pt x="2069" y="1035"/>
                  </a:lnTo>
                  <a:cubicBezTo>
                    <a:pt x="902" y="1035"/>
                    <a:pt x="1" y="2703"/>
                    <a:pt x="1" y="4704"/>
                  </a:cubicBezTo>
                  <a:cubicBezTo>
                    <a:pt x="1" y="6706"/>
                    <a:pt x="902" y="8374"/>
                    <a:pt x="2069" y="8374"/>
                  </a:cubicBezTo>
                  <a:lnTo>
                    <a:pt x="5005" y="9241"/>
                  </a:lnTo>
                  <a:cubicBezTo>
                    <a:pt x="3637" y="6339"/>
                    <a:pt x="3737" y="2870"/>
                    <a:pt x="5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4312425" y="2596975"/>
              <a:ext cx="142625" cy="241350"/>
            </a:xfrm>
            <a:custGeom>
              <a:avLst/>
              <a:gdLst/>
              <a:ahLst/>
              <a:cxnLst/>
              <a:rect l="l" t="t" r="r" b="b"/>
              <a:pathLst>
                <a:path w="5705" h="9654" extrusionOk="0">
                  <a:moveTo>
                    <a:pt x="5070" y="514"/>
                  </a:moveTo>
                  <a:cubicBezTo>
                    <a:pt x="3736" y="3182"/>
                    <a:pt x="3669" y="6351"/>
                    <a:pt x="4737" y="9053"/>
                  </a:cubicBezTo>
                  <a:lnTo>
                    <a:pt x="2235" y="8319"/>
                  </a:lnTo>
                  <a:lnTo>
                    <a:pt x="2202" y="8319"/>
                  </a:lnTo>
                  <a:cubicBezTo>
                    <a:pt x="1201" y="8319"/>
                    <a:pt x="334" y="6718"/>
                    <a:pt x="334" y="4850"/>
                  </a:cubicBezTo>
                  <a:cubicBezTo>
                    <a:pt x="334" y="2982"/>
                    <a:pt x="1201" y="1381"/>
                    <a:pt x="2202" y="1381"/>
                  </a:cubicBezTo>
                  <a:lnTo>
                    <a:pt x="2302" y="1381"/>
                  </a:lnTo>
                  <a:lnTo>
                    <a:pt x="5070" y="514"/>
                  </a:lnTo>
                  <a:close/>
                  <a:moveTo>
                    <a:pt x="5511" y="0"/>
                  </a:moveTo>
                  <a:cubicBezTo>
                    <a:pt x="5489" y="0"/>
                    <a:pt x="5464" y="5"/>
                    <a:pt x="5437" y="14"/>
                  </a:cubicBezTo>
                  <a:lnTo>
                    <a:pt x="2235" y="1014"/>
                  </a:lnTo>
                  <a:cubicBezTo>
                    <a:pt x="1001" y="1014"/>
                    <a:pt x="0" y="2749"/>
                    <a:pt x="0" y="4884"/>
                  </a:cubicBezTo>
                  <a:cubicBezTo>
                    <a:pt x="0" y="7019"/>
                    <a:pt x="1001" y="8720"/>
                    <a:pt x="2235" y="8753"/>
                  </a:cubicBezTo>
                  <a:lnTo>
                    <a:pt x="5171" y="9654"/>
                  </a:lnTo>
                  <a:lnTo>
                    <a:pt x="5204" y="9654"/>
                  </a:lnTo>
                  <a:cubicBezTo>
                    <a:pt x="5231" y="9654"/>
                    <a:pt x="5279" y="9611"/>
                    <a:pt x="5314" y="9611"/>
                  </a:cubicBezTo>
                  <a:cubicBezTo>
                    <a:pt x="5323" y="9611"/>
                    <a:pt x="5331" y="9614"/>
                    <a:pt x="5337" y="9620"/>
                  </a:cubicBezTo>
                  <a:cubicBezTo>
                    <a:pt x="5404" y="9587"/>
                    <a:pt x="5404" y="9520"/>
                    <a:pt x="5371" y="9420"/>
                  </a:cubicBezTo>
                  <a:cubicBezTo>
                    <a:pt x="4003" y="6552"/>
                    <a:pt x="4070" y="3116"/>
                    <a:pt x="5671" y="347"/>
                  </a:cubicBezTo>
                  <a:cubicBezTo>
                    <a:pt x="5704" y="247"/>
                    <a:pt x="5704" y="180"/>
                    <a:pt x="5671" y="80"/>
                  </a:cubicBezTo>
                  <a:cubicBezTo>
                    <a:pt x="5622" y="31"/>
                    <a:pt x="5573" y="0"/>
                    <a:pt x="55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4841950" y="2331275"/>
              <a:ext cx="435350" cy="773075"/>
            </a:xfrm>
            <a:custGeom>
              <a:avLst/>
              <a:gdLst/>
              <a:ahLst/>
              <a:cxnLst/>
              <a:rect l="l" t="t" r="r" b="b"/>
              <a:pathLst>
                <a:path w="17414" h="30923" extrusionOk="0">
                  <a:moveTo>
                    <a:pt x="8707" y="1"/>
                  </a:moveTo>
                  <a:cubicBezTo>
                    <a:pt x="3904" y="1"/>
                    <a:pt x="1" y="6939"/>
                    <a:pt x="1" y="15478"/>
                  </a:cubicBezTo>
                  <a:cubicBezTo>
                    <a:pt x="1" y="24018"/>
                    <a:pt x="3904" y="30923"/>
                    <a:pt x="8707" y="30923"/>
                  </a:cubicBezTo>
                  <a:cubicBezTo>
                    <a:pt x="13511" y="30923"/>
                    <a:pt x="17413" y="24018"/>
                    <a:pt x="17413" y="15478"/>
                  </a:cubicBezTo>
                  <a:cubicBezTo>
                    <a:pt x="17413" y="6939"/>
                    <a:pt x="13511" y="1"/>
                    <a:pt x="8707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4836950" y="2326275"/>
              <a:ext cx="446175" cy="783925"/>
            </a:xfrm>
            <a:custGeom>
              <a:avLst/>
              <a:gdLst/>
              <a:ahLst/>
              <a:cxnLst/>
              <a:rect l="l" t="t" r="r" b="b"/>
              <a:pathLst>
                <a:path w="17847" h="31357" extrusionOk="0">
                  <a:moveTo>
                    <a:pt x="8907" y="401"/>
                  </a:moveTo>
                  <a:cubicBezTo>
                    <a:pt x="13577" y="401"/>
                    <a:pt x="17413" y="7239"/>
                    <a:pt x="17413" y="15678"/>
                  </a:cubicBezTo>
                  <a:cubicBezTo>
                    <a:pt x="17413" y="24084"/>
                    <a:pt x="13577" y="30923"/>
                    <a:pt x="8907" y="30923"/>
                  </a:cubicBezTo>
                  <a:cubicBezTo>
                    <a:pt x="4237" y="30923"/>
                    <a:pt x="401" y="24084"/>
                    <a:pt x="401" y="15678"/>
                  </a:cubicBezTo>
                  <a:cubicBezTo>
                    <a:pt x="401" y="7239"/>
                    <a:pt x="4204" y="401"/>
                    <a:pt x="8907" y="401"/>
                  </a:cubicBezTo>
                  <a:close/>
                  <a:moveTo>
                    <a:pt x="8907" y="0"/>
                  </a:moveTo>
                  <a:cubicBezTo>
                    <a:pt x="4004" y="0"/>
                    <a:pt x="1" y="7039"/>
                    <a:pt x="1" y="15678"/>
                  </a:cubicBezTo>
                  <a:cubicBezTo>
                    <a:pt x="1" y="24318"/>
                    <a:pt x="4004" y="31356"/>
                    <a:pt x="8907" y="31356"/>
                  </a:cubicBezTo>
                  <a:cubicBezTo>
                    <a:pt x="13844" y="31356"/>
                    <a:pt x="17847" y="24318"/>
                    <a:pt x="17847" y="15678"/>
                  </a:cubicBezTo>
                  <a:cubicBezTo>
                    <a:pt x="17847" y="7039"/>
                    <a:pt x="13811" y="0"/>
                    <a:pt x="890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4833625" y="2576450"/>
              <a:ext cx="233525" cy="299400"/>
            </a:xfrm>
            <a:custGeom>
              <a:avLst/>
              <a:gdLst/>
              <a:ahLst/>
              <a:cxnLst/>
              <a:rect l="l" t="t" r="r" b="b"/>
              <a:pathLst>
                <a:path w="9341" h="11976" extrusionOk="0">
                  <a:moveTo>
                    <a:pt x="701" y="1"/>
                  </a:moveTo>
                  <a:lnTo>
                    <a:pt x="0" y="5905"/>
                  </a:lnTo>
                  <a:lnTo>
                    <a:pt x="901" y="11976"/>
                  </a:lnTo>
                  <a:lnTo>
                    <a:pt x="9040" y="9140"/>
                  </a:lnTo>
                  <a:lnTo>
                    <a:pt x="9340" y="2402"/>
                  </a:lnTo>
                  <a:lnTo>
                    <a:pt x="9040" y="2236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4828625" y="2571450"/>
              <a:ext cx="243525" cy="309400"/>
            </a:xfrm>
            <a:custGeom>
              <a:avLst/>
              <a:gdLst/>
              <a:ahLst/>
              <a:cxnLst/>
              <a:rect l="l" t="t" r="r" b="b"/>
              <a:pathLst>
                <a:path w="9741" h="12376" extrusionOk="0">
                  <a:moveTo>
                    <a:pt x="1034" y="434"/>
                  </a:moveTo>
                  <a:lnTo>
                    <a:pt x="9107" y="2602"/>
                  </a:lnTo>
                  <a:cubicBezTo>
                    <a:pt x="9157" y="2636"/>
                    <a:pt x="9190" y="2652"/>
                    <a:pt x="9215" y="2652"/>
                  </a:cubicBezTo>
                  <a:cubicBezTo>
                    <a:pt x="9240" y="2652"/>
                    <a:pt x="9257" y="2636"/>
                    <a:pt x="9274" y="2602"/>
                  </a:cubicBezTo>
                  <a:lnTo>
                    <a:pt x="9274" y="2602"/>
                  </a:lnTo>
                  <a:lnTo>
                    <a:pt x="9007" y="9174"/>
                  </a:lnTo>
                  <a:lnTo>
                    <a:pt x="1268" y="11876"/>
                  </a:lnTo>
                  <a:lnTo>
                    <a:pt x="401" y="6105"/>
                  </a:lnTo>
                  <a:lnTo>
                    <a:pt x="1034" y="434"/>
                  </a:lnTo>
                  <a:close/>
                  <a:moveTo>
                    <a:pt x="934" y="0"/>
                  </a:moveTo>
                  <a:cubicBezTo>
                    <a:pt x="901" y="0"/>
                    <a:pt x="834" y="0"/>
                    <a:pt x="767" y="34"/>
                  </a:cubicBezTo>
                  <a:cubicBezTo>
                    <a:pt x="734" y="67"/>
                    <a:pt x="701" y="167"/>
                    <a:pt x="701" y="201"/>
                  </a:cubicBezTo>
                  <a:lnTo>
                    <a:pt x="0" y="6105"/>
                  </a:lnTo>
                  <a:lnTo>
                    <a:pt x="0" y="6172"/>
                  </a:lnTo>
                  <a:lnTo>
                    <a:pt x="901" y="12176"/>
                  </a:lnTo>
                  <a:cubicBezTo>
                    <a:pt x="901" y="12243"/>
                    <a:pt x="934" y="12276"/>
                    <a:pt x="1001" y="12343"/>
                  </a:cubicBezTo>
                  <a:cubicBezTo>
                    <a:pt x="1034" y="12376"/>
                    <a:pt x="1068" y="12376"/>
                    <a:pt x="1101" y="12376"/>
                  </a:cubicBezTo>
                  <a:cubicBezTo>
                    <a:pt x="1168" y="12376"/>
                    <a:pt x="1168" y="12376"/>
                    <a:pt x="1201" y="12276"/>
                  </a:cubicBezTo>
                  <a:lnTo>
                    <a:pt x="9274" y="9441"/>
                  </a:lnTo>
                  <a:cubicBezTo>
                    <a:pt x="9374" y="9441"/>
                    <a:pt x="9407" y="9374"/>
                    <a:pt x="9407" y="9274"/>
                  </a:cubicBezTo>
                  <a:lnTo>
                    <a:pt x="9741" y="2569"/>
                  </a:lnTo>
                  <a:cubicBezTo>
                    <a:pt x="9741" y="2436"/>
                    <a:pt x="9640" y="2369"/>
                    <a:pt x="9540" y="2369"/>
                  </a:cubicBezTo>
                  <a:cubicBezTo>
                    <a:pt x="9474" y="2369"/>
                    <a:pt x="9440" y="2402"/>
                    <a:pt x="9407" y="2402"/>
                  </a:cubicBezTo>
                  <a:cubicBezTo>
                    <a:pt x="9407" y="2269"/>
                    <a:pt x="9307" y="2235"/>
                    <a:pt x="9240" y="2202"/>
                  </a:cubicBezTo>
                  <a:lnTo>
                    <a:pt x="93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4821950" y="2296250"/>
              <a:ext cx="475350" cy="843975"/>
            </a:xfrm>
            <a:custGeom>
              <a:avLst/>
              <a:gdLst/>
              <a:ahLst/>
              <a:cxnLst/>
              <a:rect l="l" t="t" r="r" b="b"/>
              <a:pathLst>
                <a:path w="19014" h="33759" extrusionOk="0">
                  <a:moveTo>
                    <a:pt x="9707" y="2402"/>
                  </a:moveTo>
                  <a:cubicBezTo>
                    <a:pt x="14110" y="2402"/>
                    <a:pt x="17646" y="8874"/>
                    <a:pt x="17646" y="16879"/>
                  </a:cubicBezTo>
                  <a:cubicBezTo>
                    <a:pt x="17646" y="24885"/>
                    <a:pt x="14110" y="31356"/>
                    <a:pt x="9707" y="31356"/>
                  </a:cubicBezTo>
                  <a:cubicBezTo>
                    <a:pt x="5338" y="31356"/>
                    <a:pt x="1802" y="24885"/>
                    <a:pt x="1802" y="16879"/>
                  </a:cubicBezTo>
                  <a:cubicBezTo>
                    <a:pt x="1802" y="8874"/>
                    <a:pt x="5338" y="2402"/>
                    <a:pt x="9707" y="2402"/>
                  </a:cubicBezTo>
                  <a:close/>
                  <a:moveTo>
                    <a:pt x="9507" y="1"/>
                  </a:moveTo>
                  <a:cubicBezTo>
                    <a:pt x="4270" y="1"/>
                    <a:pt x="0" y="7539"/>
                    <a:pt x="0" y="16879"/>
                  </a:cubicBezTo>
                  <a:cubicBezTo>
                    <a:pt x="0" y="26219"/>
                    <a:pt x="4270" y="33758"/>
                    <a:pt x="9507" y="33758"/>
                  </a:cubicBezTo>
                  <a:cubicBezTo>
                    <a:pt x="14778" y="33758"/>
                    <a:pt x="19014" y="26219"/>
                    <a:pt x="19014" y="16879"/>
                  </a:cubicBezTo>
                  <a:cubicBezTo>
                    <a:pt x="19014" y="7539"/>
                    <a:pt x="14711" y="1"/>
                    <a:pt x="95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4816950" y="2290425"/>
              <a:ext cx="485375" cy="854800"/>
            </a:xfrm>
            <a:custGeom>
              <a:avLst/>
              <a:gdLst/>
              <a:ahLst/>
              <a:cxnLst/>
              <a:rect l="l" t="t" r="r" b="b"/>
              <a:pathLst>
                <a:path w="19415" h="34192" extrusionOk="0">
                  <a:moveTo>
                    <a:pt x="9907" y="2835"/>
                  </a:moveTo>
                  <a:cubicBezTo>
                    <a:pt x="14177" y="2835"/>
                    <a:pt x="17646" y="9240"/>
                    <a:pt x="17646" y="17112"/>
                  </a:cubicBezTo>
                  <a:cubicBezTo>
                    <a:pt x="17646" y="24951"/>
                    <a:pt x="14177" y="31356"/>
                    <a:pt x="9907" y="31356"/>
                  </a:cubicBezTo>
                  <a:cubicBezTo>
                    <a:pt x="5671" y="31356"/>
                    <a:pt x="2202" y="24985"/>
                    <a:pt x="2202" y="17112"/>
                  </a:cubicBezTo>
                  <a:cubicBezTo>
                    <a:pt x="2202" y="9273"/>
                    <a:pt x="5671" y="2835"/>
                    <a:pt x="9907" y="2835"/>
                  </a:cubicBezTo>
                  <a:close/>
                  <a:moveTo>
                    <a:pt x="9907" y="2435"/>
                  </a:moveTo>
                  <a:cubicBezTo>
                    <a:pt x="5404" y="2435"/>
                    <a:pt x="1802" y="9007"/>
                    <a:pt x="1802" y="17112"/>
                  </a:cubicBezTo>
                  <a:cubicBezTo>
                    <a:pt x="1802" y="25185"/>
                    <a:pt x="5404" y="31790"/>
                    <a:pt x="9907" y="31790"/>
                  </a:cubicBezTo>
                  <a:cubicBezTo>
                    <a:pt x="14411" y="31790"/>
                    <a:pt x="18046" y="25185"/>
                    <a:pt x="18046" y="17112"/>
                  </a:cubicBezTo>
                  <a:cubicBezTo>
                    <a:pt x="18046" y="9007"/>
                    <a:pt x="14411" y="2435"/>
                    <a:pt x="9907" y="2435"/>
                  </a:cubicBezTo>
                  <a:close/>
                  <a:moveTo>
                    <a:pt x="9707" y="434"/>
                  </a:moveTo>
                  <a:cubicBezTo>
                    <a:pt x="14844" y="434"/>
                    <a:pt x="19014" y="7939"/>
                    <a:pt x="19014" y="17112"/>
                  </a:cubicBezTo>
                  <a:cubicBezTo>
                    <a:pt x="19014" y="26319"/>
                    <a:pt x="14844" y="33791"/>
                    <a:pt x="9707" y="33791"/>
                  </a:cubicBezTo>
                  <a:cubicBezTo>
                    <a:pt x="4570" y="33791"/>
                    <a:pt x="401" y="26286"/>
                    <a:pt x="401" y="17112"/>
                  </a:cubicBezTo>
                  <a:cubicBezTo>
                    <a:pt x="401" y="7906"/>
                    <a:pt x="4570" y="434"/>
                    <a:pt x="9707" y="434"/>
                  </a:cubicBezTo>
                  <a:close/>
                  <a:moveTo>
                    <a:pt x="9707" y="0"/>
                  </a:moveTo>
                  <a:cubicBezTo>
                    <a:pt x="4370" y="0"/>
                    <a:pt x="0" y="7672"/>
                    <a:pt x="0" y="17112"/>
                  </a:cubicBezTo>
                  <a:cubicBezTo>
                    <a:pt x="0" y="26519"/>
                    <a:pt x="4370" y="34191"/>
                    <a:pt x="9707" y="34191"/>
                  </a:cubicBezTo>
                  <a:cubicBezTo>
                    <a:pt x="15044" y="34191"/>
                    <a:pt x="19414" y="26519"/>
                    <a:pt x="19414" y="17112"/>
                  </a:cubicBezTo>
                  <a:cubicBezTo>
                    <a:pt x="19414" y="7672"/>
                    <a:pt x="15044" y="0"/>
                    <a:pt x="970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5012075" y="2632325"/>
              <a:ext cx="95925" cy="170975"/>
            </a:xfrm>
            <a:custGeom>
              <a:avLst/>
              <a:gdLst/>
              <a:ahLst/>
              <a:cxnLst/>
              <a:rect l="l" t="t" r="r" b="b"/>
              <a:pathLst>
                <a:path w="3837" h="6839" extrusionOk="0">
                  <a:moveTo>
                    <a:pt x="1902" y="1"/>
                  </a:moveTo>
                  <a:cubicBezTo>
                    <a:pt x="835" y="1"/>
                    <a:pt x="1" y="1535"/>
                    <a:pt x="1" y="3436"/>
                  </a:cubicBezTo>
                  <a:cubicBezTo>
                    <a:pt x="1" y="5304"/>
                    <a:pt x="835" y="6839"/>
                    <a:pt x="1902" y="6839"/>
                  </a:cubicBezTo>
                  <a:cubicBezTo>
                    <a:pt x="2970" y="6839"/>
                    <a:pt x="3837" y="5304"/>
                    <a:pt x="3837" y="3436"/>
                  </a:cubicBezTo>
                  <a:cubicBezTo>
                    <a:pt x="3837" y="1535"/>
                    <a:pt x="2970" y="1"/>
                    <a:pt x="1902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5006250" y="2628150"/>
              <a:ext cx="106775" cy="181825"/>
            </a:xfrm>
            <a:custGeom>
              <a:avLst/>
              <a:gdLst/>
              <a:ahLst/>
              <a:cxnLst/>
              <a:rect l="l" t="t" r="r" b="b"/>
              <a:pathLst>
                <a:path w="4271" h="7273" extrusionOk="0">
                  <a:moveTo>
                    <a:pt x="2135" y="401"/>
                  </a:moveTo>
                  <a:cubicBezTo>
                    <a:pt x="3069" y="401"/>
                    <a:pt x="3836" y="1835"/>
                    <a:pt x="3836" y="3603"/>
                  </a:cubicBezTo>
                  <a:cubicBezTo>
                    <a:pt x="3836" y="5338"/>
                    <a:pt x="3069" y="6806"/>
                    <a:pt x="2135" y="6806"/>
                  </a:cubicBezTo>
                  <a:cubicBezTo>
                    <a:pt x="1201" y="6806"/>
                    <a:pt x="434" y="5338"/>
                    <a:pt x="434" y="3603"/>
                  </a:cubicBezTo>
                  <a:cubicBezTo>
                    <a:pt x="434" y="1835"/>
                    <a:pt x="1235" y="401"/>
                    <a:pt x="2135" y="401"/>
                  </a:cubicBezTo>
                  <a:close/>
                  <a:moveTo>
                    <a:pt x="2135" y="1"/>
                  </a:moveTo>
                  <a:cubicBezTo>
                    <a:pt x="968" y="1"/>
                    <a:pt x="0" y="1602"/>
                    <a:pt x="0" y="3637"/>
                  </a:cubicBezTo>
                  <a:cubicBezTo>
                    <a:pt x="0" y="5671"/>
                    <a:pt x="934" y="7273"/>
                    <a:pt x="2135" y="7273"/>
                  </a:cubicBezTo>
                  <a:cubicBezTo>
                    <a:pt x="3303" y="7273"/>
                    <a:pt x="4270" y="5671"/>
                    <a:pt x="4270" y="3637"/>
                  </a:cubicBezTo>
                  <a:cubicBezTo>
                    <a:pt x="4270" y="1602"/>
                    <a:pt x="3336" y="1"/>
                    <a:pt x="21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5666725" y="2260175"/>
              <a:ext cx="59225" cy="25250"/>
            </a:xfrm>
            <a:custGeom>
              <a:avLst/>
              <a:gdLst/>
              <a:ahLst/>
              <a:cxnLst/>
              <a:rect l="l" t="t" r="r" b="b"/>
              <a:pathLst>
                <a:path w="2369" h="1010" extrusionOk="0">
                  <a:moveTo>
                    <a:pt x="2133" y="1"/>
                  </a:moveTo>
                  <a:cubicBezTo>
                    <a:pt x="2114" y="1"/>
                    <a:pt x="2092" y="3"/>
                    <a:pt x="2068" y="9"/>
                  </a:cubicBezTo>
                  <a:lnTo>
                    <a:pt x="167" y="610"/>
                  </a:lnTo>
                  <a:cubicBezTo>
                    <a:pt x="67" y="643"/>
                    <a:pt x="0" y="710"/>
                    <a:pt x="34" y="843"/>
                  </a:cubicBezTo>
                  <a:cubicBezTo>
                    <a:pt x="67" y="977"/>
                    <a:pt x="167" y="1010"/>
                    <a:pt x="234" y="1010"/>
                  </a:cubicBezTo>
                  <a:cubicBezTo>
                    <a:pt x="234" y="1010"/>
                    <a:pt x="267" y="1010"/>
                    <a:pt x="267" y="977"/>
                  </a:cubicBezTo>
                  <a:lnTo>
                    <a:pt x="2202" y="376"/>
                  </a:lnTo>
                  <a:cubicBezTo>
                    <a:pt x="2268" y="343"/>
                    <a:pt x="2369" y="276"/>
                    <a:pt x="2335" y="143"/>
                  </a:cubicBezTo>
                  <a:cubicBezTo>
                    <a:pt x="2280" y="60"/>
                    <a:pt x="2225" y="1"/>
                    <a:pt x="21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5320625" y="2293525"/>
              <a:ext cx="296925" cy="99500"/>
            </a:xfrm>
            <a:custGeom>
              <a:avLst/>
              <a:gdLst/>
              <a:ahLst/>
              <a:cxnLst/>
              <a:rect l="l" t="t" r="r" b="b"/>
              <a:pathLst>
                <a:path w="11877" h="3980" extrusionOk="0">
                  <a:moveTo>
                    <a:pt x="11641" y="1"/>
                  </a:moveTo>
                  <a:cubicBezTo>
                    <a:pt x="11621" y="1"/>
                    <a:pt x="11600" y="4"/>
                    <a:pt x="11576" y="10"/>
                  </a:cubicBezTo>
                  <a:lnTo>
                    <a:pt x="168" y="3545"/>
                  </a:lnTo>
                  <a:cubicBezTo>
                    <a:pt x="68" y="3612"/>
                    <a:pt x="1" y="3679"/>
                    <a:pt x="34" y="3812"/>
                  </a:cubicBezTo>
                  <a:cubicBezTo>
                    <a:pt x="68" y="3946"/>
                    <a:pt x="168" y="3979"/>
                    <a:pt x="234" y="3979"/>
                  </a:cubicBezTo>
                  <a:cubicBezTo>
                    <a:pt x="268" y="3979"/>
                    <a:pt x="268" y="3979"/>
                    <a:pt x="268" y="3946"/>
                  </a:cubicBezTo>
                  <a:lnTo>
                    <a:pt x="11709" y="376"/>
                  </a:lnTo>
                  <a:cubicBezTo>
                    <a:pt x="11776" y="343"/>
                    <a:pt x="11876" y="276"/>
                    <a:pt x="11843" y="143"/>
                  </a:cubicBezTo>
                  <a:cubicBezTo>
                    <a:pt x="11788" y="61"/>
                    <a:pt x="11733" y="1"/>
                    <a:pt x="116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5359000" y="2692375"/>
              <a:ext cx="272725" cy="19200"/>
            </a:xfrm>
            <a:custGeom>
              <a:avLst/>
              <a:gdLst/>
              <a:ahLst/>
              <a:cxnLst/>
              <a:rect l="l" t="t" r="r" b="b"/>
              <a:pathLst>
                <a:path w="10909" h="768" extrusionOk="0">
                  <a:moveTo>
                    <a:pt x="201" y="0"/>
                  </a:moveTo>
                  <a:cubicBezTo>
                    <a:pt x="67" y="0"/>
                    <a:pt x="0" y="67"/>
                    <a:pt x="0" y="200"/>
                  </a:cubicBezTo>
                  <a:cubicBezTo>
                    <a:pt x="0" y="334"/>
                    <a:pt x="67" y="401"/>
                    <a:pt x="201" y="401"/>
                  </a:cubicBezTo>
                  <a:lnTo>
                    <a:pt x="10708" y="767"/>
                  </a:lnTo>
                  <a:cubicBezTo>
                    <a:pt x="10841" y="767"/>
                    <a:pt x="10908" y="701"/>
                    <a:pt x="10908" y="567"/>
                  </a:cubicBezTo>
                  <a:cubicBezTo>
                    <a:pt x="10908" y="434"/>
                    <a:pt x="10841" y="367"/>
                    <a:pt x="10708" y="367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5575825" y="3077350"/>
              <a:ext cx="65900" cy="27850"/>
            </a:xfrm>
            <a:custGeom>
              <a:avLst/>
              <a:gdLst/>
              <a:ahLst/>
              <a:cxnLst/>
              <a:rect l="l" t="t" r="r" b="b"/>
              <a:pathLst>
                <a:path w="2636" h="1114" extrusionOk="0">
                  <a:moveTo>
                    <a:pt x="226" y="0"/>
                  </a:moveTo>
                  <a:cubicBezTo>
                    <a:pt x="143" y="0"/>
                    <a:pt x="59" y="44"/>
                    <a:pt x="34" y="146"/>
                  </a:cubicBezTo>
                  <a:cubicBezTo>
                    <a:pt x="0" y="212"/>
                    <a:pt x="34" y="346"/>
                    <a:pt x="167" y="379"/>
                  </a:cubicBezTo>
                  <a:lnTo>
                    <a:pt x="2335" y="1113"/>
                  </a:lnTo>
                  <a:lnTo>
                    <a:pt x="2402" y="1113"/>
                  </a:lnTo>
                  <a:cubicBezTo>
                    <a:pt x="2502" y="1113"/>
                    <a:pt x="2569" y="1046"/>
                    <a:pt x="2569" y="980"/>
                  </a:cubicBezTo>
                  <a:cubicBezTo>
                    <a:pt x="2635" y="880"/>
                    <a:pt x="2569" y="780"/>
                    <a:pt x="2469" y="713"/>
                  </a:cubicBezTo>
                  <a:lnTo>
                    <a:pt x="300" y="12"/>
                  </a:lnTo>
                  <a:cubicBezTo>
                    <a:pt x="277" y="4"/>
                    <a:pt x="251" y="0"/>
                    <a:pt x="2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5338975" y="3001525"/>
              <a:ext cx="204350" cy="71975"/>
            </a:xfrm>
            <a:custGeom>
              <a:avLst/>
              <a:gdLst/>
              <a:ahLst/>
              <a:cxnLst/>
              <a:rect l="l" t="t" r="r" b="b"/>
              <a:pathLst>
                <a:path w="8174" h="2879" extrusionOk="0">
                  <a:moveTo>
                    <a:pt x="246" y="1"/>
                  </a:moveTo>
                  <a:cubicBezTo>
                    <a:pt x="165" y="1"/>
                    <a:pt x="89" y="55"/>
                    <a:pt x="34" y="110"/>
                  </a:cubicBezTo>
                  <a:cubicBezTo>
                    <a:pt x="1" y="210"/>
                    <a:pt x="34" y="343"/>
                    <a:pt x="168" y="377"/>
                  </a:cubicBezTo>
                  <a:lnTo>
                    <a:pt x="7873" y="2879"/>
                  </a:lnTo>
                  <a:lnTo>
                    <a:pt x="7973" y="2879"/>
                  </a:lnTo>
                  <a:cubicBezTo>
                    <a:pt x="8040" y="2879"/>
                    <a:pt x="8140" y="2845"/>
                    <a:pt x="8140" y="2745"/>
                  </a:cubicBezTo>
                  <a:cubicBezTo>
                    <a:pt x="8173" y="2678"/>
                    <a:pt x="8140" y="2545"/>
                    <a:pt x="8007" y="2512"/>
                  </a:cubicBezTo>
                  <a:lnTo>
                    <a:pt x="301" y="10"/>
                  </a:lnTo>
                  <a:cubicBezTo>
                    <a:pt x="283" y="4"/>
                    <a:pt x="264" y="1"/>
                    <a:pt x="2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5349825" y="2503900"/>
              <a:ext cx="150975" cy="30050"/>
            </a:xfrm>
            <a:custGeom>
              <a:avLst/>
              <a:gdLst/>
              <a:ahLst/>
              <a:cxnLst/>
              <a:rect l="l" t="t" r="r" b="b"/>
              <a:pathLst>
                <a:path w="6039" h="1202" extrusionOk="0">
                  <a:moveTo>
                    <a:pt x="5771" y="1"/>
                  </a:moveTo>
                  <a:lnTo>
                    <a:pt x="167" y="768"/>
                  </a:lnTo>
                  <a:cubicBezTo>
                    <a:pt x="67" y="801"/>
                    <a:pt x="0" y="901"/>
                    <a:pt x="0" y="1035"/>
                  </a:cubicBezTo>
                  <a:cubicBezTo>
                    <a:pt x="0" y="1101"/>
                    <a:pt x="101" y="1201"/>
                    <a:pt x="201" y="1201"/>
                  </a:cubicBezTo>
                  <a:lnTo>
                    <a:pt x="5871" y="434"/>
                  </a:lnTo>
                  <a:cubicBezTo>
                    <a:pt x="5938" y="401"/>
                    <a:pt x="6038" y="301"/>
                    <a:pt x="6038" y="201"/>
                  </a:cubicBezTo>
                  <a:cubicBezTo>
                    <a:pt x="6005" y="101"/>
                    <a:pt x="5905" y="1"/>
                    <a:pt x="57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5283950" y="3103825"/>
              <a:ext cx="113425" cy="94775"/>
            </a:xfrm>
            <a:custGeom>
              <a:avLst/>
              <a:gdLst/>
              <a:ahLst/>
              <a:cxnLst/>
              <a:rect l="l" t="t" r="r" b="b"/>
              <a:pathLst>
                <a:path w="4537" h="3791" extrusionOk="0">
                  <a:moveTo>
                    <a:pt x="207" y="1"/>
                  </a:moveTo>
                  <a:cubicBezTo>
                    <a:pt x="130" y="1"/>
                    <a:pt x="55" y="24"/>
                    <a:pt x="34" y="87"/>
                  </a:cubicBezTo>
                  <a:cubicBezTo>
                    <a:pt x="0" y="154"/>
                    <a:pt x="0" y="288"/>
                    <a:pt x="67" y="354"/>
                  </a:cubicBezTo>
                  <a:lnTo>
                    <a:pt x="4203" y="3757"/>
                  </a:lnTo>
                  <a:cubicBezTo>
                    <a:pt x="4237" y="3790"/>
                    <a:pt x="4303" y="3790"/>
                    <a:pt x="4337" y="3790"/>
                  </a:cubicBezTo>
                  <a:cubicBezTo>
                    <a:pt x="4403" y="3790"/>
                    <a:pt x="4470" y="3790"/>
                    <a:pt x="4503" y="3690"/>
                  </a:cubicBezTo>
                  <a:cubicBezTo>
                    <a:pt x="4537" y="3623"/>
                    <a:pt x="4537" y="3490"/>
                    <a:pt x="4470" y="3423"/>
                  </a:cubicBezTo>
                  <a:lnTo>
                    <a:pt x="334" y="21"/>
                  </a:lnTo>
                  <a:cubicBezTo>
                    <a:pt x="297" y="9"/>
                    <a:pt x="252" y="1"/>
                    <a:pt x="2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black and green logo&#10;&#10;AI-generated content may be incorrect.">
            <a:extLst>
              <a:ext uri="{FF2B5EF4-FFF2-40B4-BE49-F238E27FC236}">
                <a16:creationId xmlns:a16="http://schemas.microsoft.com/office/drawing/2014/main" id="{6287D4A8-84E4-349F-6FE1-5C2854149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111" y="3669791"/>
            <a:ext cx="1293836" cy="346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1"/>
          <p:cNvSpPr txBox="1">
            <a:spLocks noGrp="1"/>
          </p:cNvSpPr>
          <p:nvPr>
            <p:ph type="title"/>
          </p:nvPr>
        </p:nvSpPr>
        <p:spPr>
          <a:xfrm>
            <a:off x="377136" y="2280281"/>
            <a:ext cx="2917800" cy="10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1123" name="Google Shape;1123;p41"/>
          <p:cNvSpPr txBox="1">
            <a:spLocks noGrp="1"/>
          </p:cNvSpPr>
          <p:nvPr>
            <p:ph type="subTitle" idx="1"/>
          </p:nvPr>
        </p:nvSpPr>
        <p:spPr>
          <a:xfrm>
            <a:off x="4994785" y="571501"/>
            <a:ext cx="1244259" cy="5199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dirty="0"/>
              <a:t>Introduction</a:t>
            </a:r>
            <a:endParaRPr sz="1200" dirty="0"/>
          </a:p>
        </p:txBody>
      </p:sp>
      <p:sp>
        <p:nvSpPr>
          <p:cNvPr id="1126" name="Google Shape;1126;p41"/>
          <p:cNvSpPr txBox="1">
            <a:spLocks noGrp="1"/>
          </p:cNvSpPr>
          <p:nvPr>
            <p:ph type="title"/>
          </p:nvPr>
        </p:nvSpPr>
        <p:spPr>
          <a:xfrm>
            <a:off x="4646773" y="571501"/>
            <a:ext cx="348012" cy="3165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sz="1200" dirty="0">
              <a:solidFill>
                <a:schemeClr val="accent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97B25E4-35B4-124C-69ED-A51DF75B3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60" y="2271928"/>
            <a:ext cx="2917800" cy="1092900"/>
          </a:xfrm>
        </p:spPr>
        <p:txBody>
          <a:bodyPr/>
          <a:lstStyle/>
          <a:p>
            <a:endParaRPr lang="ar-EG" dirty="0"/>
          </a:p>
        </p:txBody>
      </p:sp>
      <p:sp>
        <p:nvSpPr>
          <p:cNvPr id="18" name="Google Shape;1123;p41">
            <a:extLst>
              <a:ext uri="{FF2B5EF4-FFF2-40B4-BE49-F238E27FC236}">
                <a16:creationId xmlns:a16="http://schemas.microsoft.com/office/drawing/2014/main" id="{89196DF3-CC36-B6A9-440C-DD0B98162355}"/>
              </a:ext>
            </a:extLst>
          </p:cNvPr>
          <p:cNvSpPr txBox="1">
            <a:spLocks/>
          </p:cNvSpPr>
          <p:nvPr/>
        </p:nvSpPr>
        <p:spPr>
          <a:xfrm>
            <a:off x="4994785" y="1038796"/>
            <a:ext cx="1523952" cy="519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600" b="1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sz="1200" dirty="0"/>
              <a:t>Team Members</a:t>
            </a:r>
          </a:p>
        </p:txBody>
      </p:sp>
      <p:sp>
        <p:nvSpPr>
          <p:cNvPr id="19" name="Google Shape;1126;p41">
            <a:extLst>
              <a:ext uri="{FF2B5EF4-FFF2-40B4-BE49-F238E27FC236}">
                <a16:creationId xmlns:a16="http://schemas.microsoft.com/office/drawing/2014/main" id="{F8BB53DB-D41E-149D-51A0-BD7D95B242AA}"/>
              </a:ext>
            </a:extLst>
          </p:cNvPr>
          <p:cNvSpPr txBox="1">
            <a:spLocks/>
          </p:cNvSpPr>
          <p:nvPr/>
        </p:nvSpPr>
        <p:spPr>
          <a:xfrm>
            <a:off x="4542422" y="1030386"/>
            <a:ext cx="556715" cy="3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oppins ExtraBold"/>
              <a:buNone/>
              <a:defRPr sz="24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</a:p>
        </p:txBody>
      </p:sp>
      <p:sp>
        <p:nvSpPr>
          <p:cNvPr id="20" name="Google Shape;1123;p41">
            <a:extLst>
              <a:ext uri="{FF2B5EF4-FFF2-40B4-BE49-F238E27FC236}">
                <a16:creationId xmlns:a16="http://schemas.microsoft.com/office/drawing/2014/main" id="{8BFBCC74-E745-AE28-240A-DF954EA1D5D7}"/>
              </a:ext>
            </a:extLst>
          </p:cNvPr>
          <p:cNvSpPr txBox="1">
            <a:spLocks/>
          </p:cNvSpPr>
          <p:nvPr/>
        </p:nvSpPr>
        <p:spPr>
          <a:xfrm>
            <a:off x="4994785" y="1558758"/>
            <a:ext cx="1937182" cy="519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600" b="1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GB" sz="1200" dirty="0"/>
              <a:t>Project Objectives</a:t>
            </a:r>
            <a:endParaRPr lang="en-US" sz="1200" dirty="0"/>
          </a:p>
        </p:txBody>
      </p:sp>
      <p:sp>
        <p:nvSpPr>
          <p:cNvPr id="21" name="Google Shape;1126;p41">
            <a:extLst>
              <a:ext uri="{FF2B5EF4-FFF2-40B4-BE49-F238E27FC236}">
                <a16:creationId xmlns:a16="http://schemas.microsoft.com/office/drawing/2014/main" id="{6262B8BF-3F0E-B3C4-A43D-29077FE6A988}"/>
              </a:ext>
            </a:extLst>
          </p:cNvPr>
          <p:cNvSpPr txBox="1">
            <a:spLocks/>
          </p:cNvSpPr>
          <p:nvPr/>
        </p:nvSpPr>
        <p:spPr>
          <a:xfrm>
            <a:off x="4510351" y="1550348"/>
            <a:ext cx="620855" cy="3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oppins ExtraBold"/>
              <a:buNone/>
              <a:defRPr sz="24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</a:p>
        </p:txBody>
      </p:sp>
      <p:sp>
        <p:nvSpPr>
          <p:cNvPr id="22" name="Google Shape;1123;p41">
            <a:extLst>
              <a:ext uri="{FF2B5EF4-FFF2-40B4-BE49-F238E27FC236}">
                <a16:creationId xmlns:a16="http://schemas.microsoft.com/office/drawing/2014/main" id="{7BDBFAEC-25EE-643E-5560-75C4D6CD3D94}"/>
              </a:ext>
            </a:extLst>
          </p:cNvPr>
          <p:cNvSpPr txBox="1">
            <a:spLocks/>
          </p:cNvSpPr>
          <p:nvPr/>
        </p:nvSpPr>
        <p:spPr>
          <a:xfrm>
            <a:off x="4994785" y="3373558"/>
            <a:ext cx="2693846" cy="519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600" b="1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sz="1200" dirty="0"/>
              <a:t>Why Testing Matters in HR Systems</a:t>
            </a:r>
          </a:p>
        </p:txBody>
      </p:sp>
      <p:sp>
        <p:nvSpPr>
          <p:cNvPr id="23" name="Google Shape;1126;p41">
            <a:extLst>
              <a:ext uri="{FF2B5EF4-FFF2-40B4-BE49-F238E27FC236}">
                <a16:creationId xmlns:a16="http://schemas.microsoft.com/office/drawing/2014/main" id="{941D80E6-35D0-8BF9-B5EB-D8B619124954}"/>
              </a:ext>
            </a:extLst>
          </p:cNvPr>
          <p:cNvSpPr txBox="1">
            <a:spLocks/>
          </p:cNvSpPr>
          <p:nvPr/>
        </p:nvSpPr>
        <p:spPr>
          <a:xfrm>
            <a:off x="4585719" y="3172675"/>
            <a:ext cx="483821" cy="3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oppins ExtraBold"/>
              <a:buNone/>
              <a:defRPr sz="24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06</a:t>
            </a:r>
          </a:p>
        </p:txBody>
      </p:sp>
      <p:sp>
        <p:nvSpPr>
          <p:cNvPr id="24" name="Google Shape;1123;p41">
            <a:extLst>
              <a:ext uri="{FF2B5EF4-FFF2-40B4-BE49-F238E27FC236}">
                <a16:creationId xmlns:a16="http://schemas.microsoft.com/office/drawing/2014/main" id="{0ABDFB5B-2889-8E5C-CA37-48DC7ADEC470}"/>
              </a:ext>
            </a:extLst>
          </p:cNvPr>
          <p:cNvSpPr txBox="1">
            <a:spLocks/>
          </p:cNvSpPr>
          <p:nvPr/>
        </p:nvSpPr>
        <p:spPr>
          <a:xfrm>
            <a:off x="4994785" y="2108450"/>
            <a:ext cx="1459812" cy="519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600" b="1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GB" sz="1200" dirty="0"/>
              <a:t>Key Features</a:t>
            </a:r>
            <a:endParaRPr lang="en-US" sz="1200" dirty="0"/>
          </a:p>
        </p:txBody>
      </p:sp>
      <p:sp>
        <p:nvSpPr>
          <p:cNvPr id="25" name="Google Shape;1126;p41">
            <a:extLst>
              <a:ext uri="{FF2B5EF4-FFF2-40B4-BE49-F238E27FC236}">
                <a16:creationId xmlns:a16="http://schemas.microsoft.com/office/drawing/2014/main" id="{915257FC-212C-B3F1-6AD5-39D17D4AC3FB}"/>
              </a:ext>
            </a:extLst>
          </p:cNvPr>
          <p:cNvSpPr txBox="1">
            <a:spLocks/>
          </p:cNvSpPr>
          <p:nvPr/>
        </p:nvSpPr>
        <p:spPr>
          <a:xfrm>
            <a:off x="4565688" y="2087130"/>
            <a:ext cx="533449" cy="3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oppins ExtraBold"/>
              <a:buNone/>
              <a:defRPr sz="24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</a:t>
            </a:r>
          </a:p>
        </p:txBody>
      </p:sp>
      <p:sp>
        <p:nvSpPr>
          <p:cNvPr id="26" name="Google Shape;1123;p41">
            <a:extLst>
              <a:ext uri="{FF2B5EF4-FFF2-40B4-BE49-F238E27FC236}">
                <a16:creationId xmlns:a16="http://schemas.microsoft.com/office/drawing/2014/main" id="{11701105-2249-F550-4B29-2F3F171AE1EE}"/>
              </a:ext>
            </a:extLst>
          </p:cNvPr>
          <p:cNvSpPr txBox="1">
            <a:spLocks/>
          </p:cNvSpPr>
          <p:nvPr/>
        </p:nvSpPr>
        <p:spPr>
          <a:xfrm>
            <a:off x="4994785" y="2622983"/>
            <a:ext cx="2693846" cy="519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600" b="1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GB" sz="1200" dirty="0"/>
              <a:t>Problems Solved by </a:t>
            </a:r>
            <a:r>
              <a:rPr lang="en-GB" sz="1200" dirty="0" err="1"/>
              <a:t>Orange</a:t>
            </a:r>
            <a:r>
              <a:rPr lang="en-GB" sz="1200" dirty="0" err="1">
                <a:solidFill>
                  <a:srgbClr val="00B050"/>
                </a:solidFill>
              </a:rPr>
              <a:t>HRM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27" name="Google Shape;1126;p41">
            <a:extLst>
              <a:ext uri="{FF2B5EF4-FFF2-40B4-BE49-F238E27FC236}">
                <a16:creationId xmlns:a16="http://schemas.microsoft.com/office/drawing/2014/main" id="{83813A53-7431-93B2-ECF5-C4D0B1D164A6}"/>
              </a:ext>
            </a:extLst>
          </p:cNvPr>
          <p:cNvSpPr txBox="1">
            <a:spLocks/>
          </p:cNvSpPr>
          <p:nvPr/>
        </p:nvSpPr>
        <p:spPr>
          <a:xfrm>
            <a:off x="4575240" y="2622983"/>
            <a:ext cx="483821" cy="3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oppins ExtraBold"/>
              <a:buNone/>
              <a:defRPr sz="24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05</a:t>
            </a:r>
          </a:p>
        </p:txBody>
      </p:sp>
      <p:sp>
        <p:nvSpPr>
          <p:cNvPr id="28" name="Google Shape;1123;p41">
            <a:extLst>
              <a:ext uri="{FF2B5EF4-FFF2-40B4-BE49-F238E27FC236}">
                <a16:creationId xmlns:a16="http://schemas.microsoft.com/office/drawing/2014/main" id="{1BAB5F9C-309F-C039-E707-03CF2A053C48}"/>
              </a:ext>
            </a:extLst>
          </p:cNvPr>
          <p:cNvSpPr txBox="1">
            <a:spLocks/>
          </p:cNvSpPr>
          <p:nvPr/>
        </p:nvSpPr>
        <p:spPr>
          <a:xfrm>
            <a:off x="5014957" y="4052037"/>
            <a:ext cx="3368628" cy="519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600" b="1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GB" sz="1200" dirty="0"/>
              <a:t>End-to-End QA &amp; Technical Contributions</a:t>
            </a:r>
            <a:endParaRPr lang="en-US" sz="1200" dirty="0"/>
          </a:p>
        </p:txBody>
      </p:sp>
      <p:sp>
        <p:nvSpPr>
          <p:cNvPr id="29" name="Google Shape;1126;p41">
            <a:extLst>
              <a:ext uri="{FF2B5EF4-FFF2-40B4-BE49-F238E27FC236}">
                <a16:creationId xmlns:a16="http://schemas.microsoft.com/office/drawing/2014/main" id="{DD9D0AB4-1809-9997-6BF6-C2AD0393754D}"/>
              </a:ext>
            </a:extLst>
          </p:cNvPr>
          <p:cNvSpPr txBox="1">
            <a:spLocks/>
          </p:cNvSpPr>
          <p:nvPr/>
        </p:nvSpPr>
        <p:spPr>
          <a:xfrm>
            <a:off x="4595412" y="3807547"/>
            <a:ext cx="483821" cy="3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oppins ExtraBold"/>
              <a:buNone/>
              <a:defRPr sz="24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3" grpId="0" build="p"/>
      <p:bldP spid="112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894D0B-74C8-BECA-7C58-FE466199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13" y="858528"/>
            <a:ext cx="3115754" cy="998700"/>
          </a:xfrm>
        </p:spPr>
        <p:txBody>
          <a:bodyPr/>
          <a:lstStyle/>
          <a:p>
            <a:r>
              <a:rPr lang="en-US" dirty="0"/>
              <a:t>Introduction</a:t>
            </a:r>
            <a:endParaRPr lang="ar-E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30B0A-05E0-812E-EB08-16446A34E847}"/>
              </a:ext>
            </a:extLst>
          </p:cNvPr>
          <p:cNvSpPr txBox="1"/>
          <p:nvPr/>
        </p:nvSpPr>
        <p:spPr>
          <a:xfrm>
            <a:off x="1064749" y="1857228"/>
            <a:ext cx="65674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OrangeHRM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is a widely used open-source Human Resource Management System that supports employee data, leave management, recruitment, performance, and administrative workflows.</a:t>
            </a:r>
          </a:p>
          <a:p>
            <a:pPr>
              <a:buNone/>
            </a:pP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Our project focuses on analyzing the platform’s modules, understanding its requirement specifications, and examining how software testing ensures a reliable and smooth HR experience.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58"/>
          <p:cNvSpPr txBox="1">
            <a:spLocks noGrp="1"/>
          </p:cNvSpPr>
          <p:nvPr>
            <p:ph type="title" idx="4"/>
          </p:nvPr>
        </p:nvSpPr>
        <p:spPr>
          <a:xfrm>
            <a:off x="2262600" y="215637"/>
            <a:ext cx="46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Team Members</a:t>
            </a:r>
          </a:p>
        </p:txBody>
      </p:sp>
      <p:sp>
        <p:nvSpPr>
          <p:cNvPr id="10" name="Google Shape;1044;p65">
            <a:extLst>
              <a:ext uri="{FF2B5EF4-FFF2-40B4-BE49-F238E27FC236}">
                <a16:creationId xmlns:a16="http://schemas.microsoft.com/office/drawing/2014/main" id="{29817DC1-31C1-BD63-3A92-B5F0015CA882}"/>
              </a:ext>
            </a:extLst>
          </p:cNvPr>
          <p:cNvSpPr txBox="1">
            <a:spLocks/>
          </p:cNvSpPr>
          <p:nvPr/>
        </p:nvSpPr>
        <p:spPr>
          <a:xfrm>
            <a:off x="1366793" y="1044076"/>
            <a:ext cx="3273619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dvent Pro Medium"/>
              <a:buNone/>
              <a:defRPr sz="18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marL="0" indent="0"/>
            <a:r>
              <a:rPr lang="en-GB" sz="1400" b="1" dirty="0">
                <a:latin typeface="Poppins" panose="00000500000000000000" pitchFamily="2" charset="0"/>
                <a:cs typeface="Poppins" panose="00000500000000000000" pitchFamily="2" charset="0"/>
              </a:rPr>
              <a:t>Muhammed </a:t>
            </a:r>
            <a:r>
              <a:rPr lang="en-GB" sz="1400" b="1" dirty="0" err="1">
                <a:latin typeface="Poppins" panose="00000500000000000000" pitchFamily="2" charset="0"/>
                <a:cs typeface="Poppins" panose="00000500000000000000" pitchFamily="2" charset="0"/>
              </a:rPr>
              <a:t>Moghazy</a:t>
            </a:r>
            <a:r>
              <a:rPr lang="en-GB" sz="1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sz="1400" b="1" dirty="0" err="1">
                <a:latin typeface="Poppins" panose="00000500000000000000" pitchFamily="2" charset="0"/>
                <a:cs typeface="Poppins" panose="00000500000000000000" pitchFamily="2" charset="0"/>
              </a:rPr>
              <a:t>Ghonaim</a:t>
            </a:r>
            <a:endParaRPr lang="en-GB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Google Shape;1057;p65">
            <a:extLst>
              <a:ext uri="{FF2B5EF4-FFF2-40B4-BE49-F238E27FC236}">
                <a16:creationId xmlns:a16="http://schemas.microsoft.com/office/drawing/2014/main" id="{5037DA1B-2BAF-DD7B-AF8B-CBCE79FEFC0B}"/>
              </a:ext>
            </a:extLst>
          </p:cNvPr>
          <p:cNvSpPr/>
          <p:nvPr/>
        </p:nvSpPr>
        <p:spPr>
          <a:xfrm>
            <a:off x="328600" y="610378"/>
            <a:ext cx="1159797" cy="1195498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172;p65">
            <a:extLst>
              <a:ext uri="{FF2B5EF4-FFF2-40B4-BE49-F238E27FC236}">
                <a16:creationId xmlns:a16="http://schemas.microsoft.com/office/drawing/2014/main" id="{9BE9AA09-EF72-6D5E-93E7-F1E0286E0EA0}"/>
              </a:ext>
            </a:extLst>
          </p:cNvPr>
          <p:cNvGrpSpPr/>
          <p:nvPr/>
        </p:nvGrpSpPr>
        <p:grpSpPr>
          <a:xfrm>
            <a:off x="771210" y="1035431"/>
            <a:ext cx="274576" cy="354728"/>
            <a:chOff x="4902936" y="2419290"/>
            <a:chExt cx="274576" cy="354728"/>
          </a:xfrm>
        </p:grpSpPr>
        <p:sp>
          <p:nvSpPr>
            <p:cNvPr id="13" name="Google Shape;1173;p65">
              <a:extLst>
                <a:ext uri="{FF2B5EF4-FFF2-40B4-BE49-F238E27FC236}">
                  <a16:creationId xmlns:a16="http://schemas.microsoft.com/office/drawing/2014/main" id="{F244A102-0DD9-CDDB-A1C7-2656B4C718F4}"/>
                </a:ext>
              </a:extLst>
            </p:cNvPr>
            <p:cNvSpPr/>
            <p:nvPr/>
          </p:nvSpPr>
          <p:spPr>
            <a:xfrm>
              <a:off x="4943418" y="2419290"/>
              <a:ext cx="193376" cy="131658"/>
            </a:xfrm>
            <a:custGeom>
              <a:avLst/>
              <a:gdLst/>
              <a:ahLst/>
              <a:cxnLst/>
              <a:rect l="l" t="t" r="r" b="b"/>
              <a:pathLst>
                <a:path w="7385" h="5028" extrusionOk="0">
                  <a:moveTo>
                    <a:pt x="3072" y="0"/>
                  </a:moveTo>
                  <a:cubicBezTo>
                    <a:pt x="1336" y="0"/>
                    <a:pt x="0" y="1546"/>
                    <a:pt x="267" y="3272"/>
                  </a:cubicBezTo>
                  <a:lnTo>
                    <a:pt x="534" y="5028"/>
                  </a:lnTo>
                  <a:lnTo>
                    <a:pt x="6850" y="5028"/>
                  </a:lnTo>
                  <a:lnTo>
                    <a:pt x="7127" y="3272"/>
                  </a:lnTo>
                  <a:cubicBezTo>
                    <a:pt x="7384" y="1546"/>
                    <a:pt x="6058" y="0"/>
                    <a:pt x="4312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74;p65">
              <a:extLst>
                <a:ext uri="{FF2B5EF4-FFF2-40B4-BE49-F238E27FC236}">
                  <a16:creationId xmlns:a16="http://schemas.microsoft.com/office/drawing/2014/main" id="{F630C673-A270-4547-76BD-868B01F45237}"/>
                </a:ext>
              </a:extLst>
            </p:cNvPr>
            <p:cNvSpPr/>
            <p:nvPr/>
          </p:nvSpPr>
          <p:spPr>
            <a:xfrm>
              <a:off x="4902936" y="2613871"/>
              <a:ext cx="274576" cy="160147"/>
            </a:xfrm>
            <a:custGeom>
              <a:avLst/>
              <a:gdLst/>
              <a:ahLst/>
              <a:cxnLst/>
              <a:rect l="l" t="t" r="r" b="b"/>
              <a:pathLst>
                <a:path w="10486" h="6116" extrusionOk="0">
                  <a:moveTo>
                    <a:pt x="3712" y="1"/>
                  </a:moveTo>
                  <a:lnTo>
                    <a:pt x="3712" y="1031"/>
                  </a:lnTo>
                  <a:cubicBezTo>
                    <a:pt x="3712" y="1327"/>
                    <a:pt x="3521" y="1584"/>
                    <a:pt x="3244" y="1661"/>
                  </a:cubicBezTo>
                  <a:lnTo>
                    <a:pt x="945" y="2338"/>
                  </a:lnTo>
                  <a:cubicBezTo>
                    <a:pt x="382" y="2500"/>
                    <a:pt x="1" y="3015"/>
                    <a:pt x="1" y="3597"/>
                  </a:cubicBezTo>
                  <a:lnTo>
                    <a:pt x="1" y="5458"/>
                  </a:lnTo>
                  <a:cubicBezTo>
                    <a:pt x="1" y="5820"/>
                    <a:pt x="297" y="6116"/>
                    <a:pt x="659" y="6116"/>
                  </a:cubicBezTo>
                  <a:lnTo>
                    <a:pt x="9827" y="6116"/>
                  </a:lnTo>
                  <a:cubicBezTo>
                    <a:pt x="10189" y="6116"/>
                    <a:pt x="10485" y="5820"/>
                    <a:pt x="10485" y="5458"/>
                  </a:cubicBezTo>
                  <a:lnTo>
                    <a:pt x="10485" y="3597"/>
                  </a:lnTo>
                  <a:cubicBezTo>
                    <a:pt x="10485" y="3015"/>
                    <a:pt x="10104" y="2500"/>
                    <a:pt x="9541" y="2338"/>
                  </a:cubicBezTo>
                  <a:lnTo>
                    <a:pt x="7242" y="1661"/>
                  </a:lnTo>
                  <a:cubicBezTo>
                    <a:pt x="6965" y="1584"/>
                    <a:pt x="6774" y="1327"/>
                    <a:pt x="6774" y="1031"/>
                  </a:cubicBezTo>
                  <a:lnTo>
                    <a:pt x="6774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75;p65">
              <a:extLst>
                <a:ext uri="{FF2B5EF4-FFF2-40B4-BE49-F238E27FC236}">
                  <a16:creationId xmlns:a16="http://schemas.microsoft.com/office/drawing/2014/main" id="{A5113EDB-B2E1-1D33-6169-2A6F713EBBC2}"/>
                </a:ext>
              </a:extLst>
            </p:cNvPr>
            <p:cNvSpPr/>
            <p:nvPr/>
          </p:nvSpPr>
          <p:spPr>
            <a:xfrm>
              <a:off x="4902936" y="2657338"/>
              <a:ext cx="274576" cy="116680"/>
            </a:xfrm>
            <a:custGeom>
              <a:avLst/>
              <a:gdLst/>
              <a:ahLst/>
              <a:cxnLst/>
              <a:rect l="l" t="t" r="r" b="b"/>
              <a:pathLst>
                <a:path w="10486" h="4456" extrusionOk="0">
                  <a:moveTo>
                    <a:pt x="7242" y="1"/>
                  </a:moveTo>
                  <a:lnTo>
                    <a:pt x="7242" y="1"/>
                  </a:lnTo>
                  <a:cubicBezTo>
                    <a:pt x="7299" y="29"/>
                    <a:pt x="7366" y="58"/>
                    <a:pt x="7423" y="87"/>
                  </a:cubicBezTo>
                  <a:lnTo>
                    <a:pt x="5238" y="735"/>
                  </a:lnTo>
                  <a:lnTo>
                    <a:pt x="3054" y="87"/>
                  </a:lnTo>
                  <a:cubicBezTo>
                    <a:pt x="3120" y="58"/>
                    <a:pt x="3178" y="29"/>
                    <a:pt x="3244" y="1"/>
                  </a:cubicBezTo>
                  <a:lnTo>
                    <a:pt x="3244" y="1"/>
                  </a:lnTo>
                  <a:lnTo>
                    <a:pt x="936" y="678"/>
                  </a:lnTo>
                  <a:cubicBezTo>
                    <a:pt x="382" y="840"/>
                    <a:pt x="1" y="1355"/>
                    <a:pt x="1" y="1937"/>
                  </a:cubicBezTo>
                  <a:lnTo>
                    <a:pt x="1" y="3798"/>
                  </a:lnTo>
                  <a:cubicBezTo>
                    <a:pt x="1" y="4160"/>
                    <a:pt x="297" y="4456"/>
                    <a:pt x="659" y="4456"/>
                  </a:cubicBezTo>
                  <a:lnTo>
                    <a:pt x="9827" y="4456"/>
                  </a:lnTo>
                  <a:cubicBezTo>
                    <a:pt x="10189" y="4456"/>
                    <a:pt x="10485" y="4160"/>
                    <a:pt x="10485" y="3798"/>
                  </a:cubicBezTo>
                  <a:lnTo>
                    <a:pt x="10485" y="1937"/>
                  </a:lnTo>
                  <a:cubicBezTo>
                    <a:pt x="10485" y="1355"/>
                    <a:pt x="10094" y="840"/>
                    <a:pt x="9541" y="678"/>
                  </a:cubicBezTo>
                  <a:lnTo>
                    <a:pt x="7242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76;p65">
              <a:extLst>
                <a:ext uri="{FF2B5EF4-FFF2-40B4-BE49-F238E27FC236}">
                  <a16:creationId xmlns:a16="http://schemas.microsoft.com/office/drawing/2014/main" id="{A6FD3BE6-C348-6665-5750-7F0C63DDC180}"/>
                </a:ext>
              </a:extLst>
            </p:cNvPr>
            <p:cNvSpPr/>
            <p:nvPr/>
          </p:nvSpPr>
          <p:spPr>
            <a:xfrm>
              <a:off x="4971384" y="2662104"/>
              <a:ext cx="137681" cy="111915"/>
            </a:xfrm>
            <a:custGeom>
              <a:avLst/>
              <a:gdLst/>
              <a:ahLst/>
              <a:cxnLst/>
              <a:rect l="l" t="t" r="r" b="b"/>
              <a:pathLst>
                <a:path w="5258" h="4274" extrusionOk="0">
                  <a:moveTo>
                    <a:pt x="773" y="0"/>
                  </a:moveTo>
                  <a:lnTo>
                    <a:pt x="516" y="267"/>
                  </a:lnTo>
                  <a:cubicBezTo>
                    <a:pt x="192" y="592"/>
                    <a:pt x="1" y="1030"/>
                    <a:pt x="10" y="1498"/>
                  </a:cubicBezTo>
                  <a:lnTo>
                    <a:pt x="10" y="4274"/>
                  </a:lnTo>
                  <a:lnTo>
                    <a:pt x="5257" y="4274"/>
                  </a:lnTo>
                  <a:lnTo>
                    <a:pt x="5257" y="1498"/>
                  </a:lnTo>
                  <a:cubicBezTo>
                    <a:pt x="5248" y="1030"/>
                    <a:pt x="5066" y="592"/>
                    <a:pt x="4733" y="267"/>
                  </a:cubicBezTo>
                  <a:lnTo>
                    <a:pt x="4475" y="0"/>
                  </a:lnTo>
                  <a:lnTo>
                    <a:pt x="2624" y="334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77;p65">
              <a:extLst>
                <a:ext uri="{FF2B5EF4-FFF2-40B4-BE49-F238E27FC236}">
                  <a16:creationId xmlns:a16="http://schemas.microsoft.com/office/drawing/2014/main" id="{A3A01BB9-FBD6-69DC-F3F3-D08C45B003A6}"/>
                </a:ext>
              </a:extLst>
            </p:cNvPr>
            <p:cNvSpPr/>
            <p:nvPr/>
          </p:nvSpPr>
          <p:spPr>
            <a:xfrm>
              <a:off x="4977878" y="2662104"/>
              <a:ext cx="124431" cy="46217"/>
            </a:xfrm>
            <a:custGeom>
              <a:avLst/>
              <a:gdLst/>
              <a:ahLst/>
              <a:cxnLst/>
              <a:rect l="l" t="t" r="r" b="b"/>
              <a:pathLst>
                <a:path w="4752" h="1765" extrusionOk="0">
                  <a:moveTo>
                    <a:pt x="525" y="0"/>
                  </a:moveTo>
                  <a:lnTo>
                    <a:pt x="268" y="267"/>
                  </a:lnTo>
                  <a:cubicBezTo>
                    <a:pt x="163" y="372"/>
                    <a:pt x="68" y="487"/>
                    <a:pt x="1" y="620"/>
                  </a:cubicBezTo>
                  <a:lnTo>
                    <a:pt x="802" y="1546"/>
                  </a:lnTo>
                  <a:cubicBezTo>
                    <a:pt x="932" y="1690"/>
                    <a:pt x="1113" y="1764"/>
                    <a:pt x="1295" y="1764"/>
                  </a:cubicBezTo>
                  <a:cubicBezTo>
                    <a:pt x="1461" y="1764"/>
                    <a:pt x="1628" y="1702"/>
                    <a:pt x="1756" y="1574"/>
                  </a:cubicBezTo>
                  <a:lnTo>
                    <a:pt x="2376" y="954"/>
                  </a:lnTo>
                  <a:lnTo>
                    <a:pt x="2996" y="1574"/>
                  </a:lnTo>
                  <a:cubicBezTo>
                    <a:pt x="3124" y="1702"/>
                    <a:pt x="3289" y="1764"/>
                    <a:pt x="3454" y="1764"/>
                  </a:cubicBezTo>
                  <a:cubicBezTo>
                    <a:pt x="3635" y="1764"/>
                    <a:pt x="3816" y="1690"/>
                    <a:pt x="3950" y="1546"/>
                  </a:cubicBezTo>
                  <a:lnTo>
                    <a:pt x="4752" y="620"/>
                  </a:lnTo>
                  <a:cubicBezTo>
                    <a:pt x="4675" y="487"/>
                    <a:pt x="4589" y="372"/>
                    <a:pt x="4485" y="267"/>
                  </a:cubicBezTo>
                  <a:lnTo>
                    <a:pt x="4227" y="0"/>
                  </a:lnTo>
                  <a:lnTo>
                    <a:pt x="2376" y="334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78;p65">
              <a:extLst>
                <a:ext uri="{FF2B5EF4-FFF2-40B4-BE49-F238E27FC236}">
                  <a16:creationId xmlns:a16="http://schemas.microsoft.com/office/drawing/2014/main" id="{874F424F-21BD-61C7-8117-15C64565026A}"/>
                </a:ext>
              </a:extLst>
            </p:cNvPr>
            <p:cNvSpPr/>
            <p:nvPr/>
          </p:nvSpPr>
          <p:spPr>
            <a:xfrm>
              <a:off x="5022837" y="2699574"/>
              <a:ext cx="34512" cy="74444"/>
            </a:xfrm>
            <a:custGeom>
              <a:avLst/>
              <a:gdLst/>
              <a:ahLst/>
              <a:cxnLst/>
              <a:rect l="l" t="t" r="r" b="b"/>
              <a:pathLst>
                <a:path w="1318" h="2843" extrusionOk="0">
                  <a:moveTo>
                    <a:pt x="344" y="0"/>
                  </a:moveTo>
                  <a:lnTo>
                    <a:pt x="1" y="2843"/>
                  </a:lnTo>
                  <a:lnTo>
                    <a:pt x="1317" y="2843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79;p65">
              <a:extLst>
                <a:ext uri="{FF2B5EF4-FFF2-40B4-BE49-F238E27FC236}">
                  <a16:creationId xmlns:a16="http://schemas.microsoft.com/office/drawing/2014/main" id="{C4C249CE-7BA3-8D96-062B-E2AD0944CAB2}"/>
                </a:ext>
              </a:extLst>
            </p:cNvPr>
            <p:cNvSpPr/>
            <p:nvPr/>
          </p:nvSpPr>
          <p:spPr>
            <a:xfrm>
              <a:off x="5017103" y="2670823"/>
              <a:ext cx="45745" cy="34512"/>
            </a:xfrm>
            <a:custGeom>
              <a:avLst/>
              <a:gdLst/>
              <a:ahLst/>
              <a:cxnLst/>
              <a:rect l="l" t="t" r="r" b="b"/>
              <a:pathLst>
                <a:path w="1747" h="1318" extrusionOk="0">
                  <a:moveTo>
                    <a:pt x="1" y="1"/>
                  </a:moveTo>
                  <a:lnTo>
                    <a:pt x="392" y="1165"/>
                  </a:lnTo>
                  <a:cubicBezTo>
                    <a:pt x="420" y="1251"/>
                    <a:pt x="506" y="1317"/>
                    <a:pt x="602" y="1317"/>
                  </a:cubicBezTo>
                  <a:lnTo>
                    <a:pt x="1155" y="1317"/>
                  </a:lnTo>
                  <a:cubicBezTo>
                    <a:pt x="1250" y="1317"/>
                    <a:pt x="1336" y="1251"/>
                    <a:pt x="1365" y="1165"/>
                  </a:cubicBezTo>
                  <a:lnTo>
                    <a:pt x="1746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80;p65">
              <a:extLst>
                <a:ext uri="{FF2B5EF4-FFF2-40B4-BE49-F238E27FC236}">
                  <a16:creationId xmlns:a16="http://schemas.microsoft.com/office/drawing/2014/main" id="{6719DE48-1D32-8DF6-23DE-DFC721263CCF}"/>
                </a:ext>
              </a:extLst>
            </p:cNvPr>
            <p:cNvSpPr/>
            <p:nvPr/>
          </p:nvSpPr>
          <p:spPr>
            <a:xfrm>
              <a:off x="5000109" y="2613635"/>
              <a:ext cx="79969" cy="22938"/>
            </a:xfrm>
            <a:custGeom>
              <a:avLst/>
              <a:gdLst/>
              <a:ahLst/>
              <a:cxnLst/>
              <a:rect l="l" t="t" r="r" b="b"/>
              <a:pathLst>
                <a:path w="3054" h="876" extrusionOk="0">
                  <a:moveTo>
                    <a:pt x="1" y="0"/>
                  </a:moveTo>
                  <a:lnTo>
                    <a:pt x="1" y="496"/>
                  </a:lnTo>
                  <a:cubicBezTo>
                    <a:pt x="478" y="749"/>
                    <a:pt x="1003" y="876"/>
                    <a:pt x="1527" y="876"/>
                  </a:cubicBezTo>
                  <a:cubicBezTo>
                    <a:pt x="2052" y="876"/>
                    <a:pt x="2577" y="749"/>
                    <a:pt x="3054" y="496"/>
                  </a:cubicBezTo>
                  <a:lnTo>
                    <a:pt x="3054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81;p65">
              <a:extLst>
                <a:ext uri="{FF2B5EF4-FFF2-40B4-BE49-F238E27FC236}">
                  <a16:creationId xmlns:a16="http://schemas.microsoft.com/office/drawing/2014/main" id="{E3221714-447C-6B5B-2B0E-8368055AED06}"/>
                </a:ext>
              </a:extLst>
            </p:cNvPr>
            <p:cNvSpPr/>
            <p:nvPr/>
          </p:nvSpPr>
          <p:spPr>
            <a:xfrm>
              <a:off x="4981125" y="2646602"/>
              <a:ext cx="58995" cy="50301"/>
            </a:xfrm>
            <a:custGeom>
              <a:avLst/>
              <a:gdLst/>
              <a:ahLst/>
              <a:cxnLst/>
              <a:rect l="l" t="t" r="r" b="b"/>
              <a:pathLst>
                <a:path w="2253" h="1921" extrusionOk="0">
                  <a:moveTo>
                    <a:pt x="583" y="1"/>
                  </a:moveTo>
                  <a:lnTo>
                    <a:pt x="1" y="697"/>
                  </a:lnTo>
                  <a:lnTo>
                    <a:pt x="1002" y="1851"/>
                  </a:lnTo>
                  <a:cubicBezTo>
                    <a:pt x="1048" y="1897"/>
                    <a:pt x="1109" y="1921"/>
                    <a:pt x="1171" y="1921"/>
                  </a:cubicBezTo>
                  <a:cubicBezTo>
                    <a:pt x="1226" y="1921"/>
                    <a:pt x="1282" y="1901"/>
                    <a:pt x="1327" y="1861"/>
                  </a:cubicBezTo>
                  <a:lnTo>
                    <a:pt x="2252" y="936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82;p65">
              <a:extLst>
                <a:ext uri="{FF2B5EF4-FFF2-40B4-BE49-F238E27FC236}">
                  <a16:creationId xmlns:a16="http://schemas.microsoft.com/office/drawing/2014/main" id="{73ACF922-7845-2557-9173-982068CFBEA5}"/>
                </a:ext>
              </a:extLst>
            </p:cNvPr>
            <p:cNvSpPr/>
            <p:nvPr/>
          </p:nvSpPr>
          <p:spPr>
            <a:xfrm>
              <a:off x="5040093" y="2646602"/>
              <a:ext cx="58969" cy="50301"/>
            </a:xfrm>
            <a:custGeom>
              <a:avLst/>
              <a:gdLst/>
              <a:ahLst/>
              <a:cxnLst/>
              <a:rect l="l" t="t" r="r" b="b"/>
              <a:pathLst>
                <a:path w="2252" h="1921" extrusionOk="0">
                  <a:moveTo>
                    <a:pt x="1679" y="1"/>
                  </a:moveTo>
                  <a:lnTo>
                    <a:pt x="0" y="936"/>
                  </a:lnTo>
                  <a:lnTo>
                    <a:pt x="926" y="1861"/>
                  </a:lnTo>
                  <a:cubicBezTo>
                    <a:pt x="971" y="1901"/>
                    <a:pt x="1026" y="1921"/>
                    <a:pt x="1082" y="1921"/>
                  </a:cubicBezTo>
                  <a:cubicBezTo>
                    <a:pt x="1143" y="1921"/>
                    <a:pt x="1205" y="1897"/>
                    <a:pt x="1250" y="1851"/>
                  </a:cubicBezTo>
                  <a:lnTo>
                    <a:pt x="2252" y="697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83;p65">
              <a:extLst>
                <a:ext uri="{FF2B5EF4-FFF2-40B4-BE49-F238E27FC236}">
                  <a16:creationId xmlns:a16="http://schemas.microsoft.com/office/drawing/2014/main" id="{BE86CBDE-00C3-154C-D187-17AF367AC2E6}"/>
                </a:ext>
              </a:extLst>
            </p:cNvPr>
            <p:cNvSpPr/>
            <p:nvPr/>
          </p:nvSpPr>
          <p:spPr>
            <a:xfrm>
              <a:off x="4931923" y="2630865"/>
              <a:ext cx="68212" cy="143153"/>
            </a:xfrm>
            <a:custGeom>
              <a:avLst/>
              <a:gdLst/>
              <a:ahLst/>
              <a:cxnLst/>
              <a:rect l="l" t="t" r="r" b="b"/>
              <a:pathLst>
                <a:path w="2605" h="5467" extrusionOk="0">
                  <a:moveTo>
                    <a:pt x="2605" y="1"/>
                  </a:moveTo>
                  <a:cubicBezTo>
                    <a:pt x="2605" y="1"/>
                    <a:pt x="1002" y="401"/>
                    <a:pt x="477" y="1966"/>
                  </a:cubicBezTo>
                  <a:cubicBezTo>
                    <a:pt x="439" y="2099"/>
                    <a:pt x="458" y="2242"/>
                    <a:pt x="535" y="2357"/>
                  </a:cubicBezTo>
                  <a:lnTo>
                    <a:pt x="859" y="2843"/>
                  </a:lnTo>
                  <a:lnTo>
                    <a:pt x="153" y="3549"/>
                  </a:lnTo>
                  <a:cubicBezTo>
                    <a:pt x="48" y="3654"/>
                    <a:pt x="0" y="3807"/>
                    <a:pt x="29" y="3950"/>
                  </a:cubicBezTo>
                  <a:lnTo>
                    <a:pt x="420" y="5467"/>
                  </a:lnTo>
                  <a:lnTo>
                    <a:pt x="1508" y="5457"/>
                  </a:lnTo>
                  <a:lnTo>
                    <a:pt x="1508" y="2691"/>
                  </a:lnTo>
                  <a:cubicBezTo>
                    <a:pt x="1508" y="2223"/>
                    <a:pt x="1699" y="1785"/>
                    <a:pt x="2023" y="1451"/>
                  </a:cubicBezTo>
                  <a:lnTo>
                    <a:pt x="2280" y="1193"/>
                  </a:lnTo>
                  <a:cubicBezTo>
                    <a:pt x="2490" y="993"/>
                    <a:pt x="2605" y="707"/>
                    <a:pt x="2605" y="420"/>
                  </a:cubicBezTo>
                  <a:lnTo>
                    <a:pt x="2605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84;p65">
              <a:extLst>
                <a:ext uri="{FF2B5EF4-FFF2-40B4-BE49-F238E27FC236}">
                  <a16:creationId xmlns:a16="http://schemas.microsoft.com/office/drawing/2014/main" id="{39639BE4-6EBA-6029-6AD3-616510149A5F}"/>
                </a:ext>
              </a:extLst>
            </p:cNvPr>
            <p:cNvSpPr/>
            <p:nvPr/>
          </p:nvSpPr>
          <p:spPr>
            <a:xfrm>
              <a:off x="5080052" y="2630865"/>
              <a:ext cx="68212" cy="143153"/>
            </a:xfrm>
            <a:custGeom>
              <a:avLst/>
              <a:gdLst/>
              <a:ahLst/>
              <a:cxnLst/>
              <a:rect l="l" t="t" r="r" b="b"/>
              <a:pathLst>
                <a:path w="2605" h="5467" extrusionOk="0">
                  <a:moveTo>
                    <a:pt x="1" y="1"/>
                  </a:moveTo>
                  <a:lnTo>
                    <a:pt x="1" y="420"/>
                  </a:lnTo>
                  <a:cubicBezTo>
                    <a:pt x="1" y="707"/>
                    <a:pt x="115" y="993"/>
                    <a:pt x="325" y="1193"/>
                  </a:cubicBezTo>
                  <a:lnTo>
                    <a:pt x="583" y="1451"/>
                  </a:lnTo>
                  <a:cubicBezTo>
                    <a:pt x="907" y="1785"/>
                    <a:pt x="1098" y="2223"/>
                    <a:pt x="1098" y="2691"/>
                  </a:cubicBezTo>
                  <a:lnTo>
                    <a:pt x="1098" y="5457"/>
                  </a:lnTo>
                  <a:lnTo>
                    <a:pt x="2185" y="5467"/>
                  </a:lnTo>
                  <a:lnTo>
                    <a:pt x="2576" y="3950"/>
                  </a:lnTo>
                  <a:cubicBezTo>
                    <a:pt x="2605" y="3807"/>
                    <a:pt x="2557" y="3654"/>
                    <a:pt x="2452" y="3549"/>
                  </a:cubicBezTo>
                  <a:lnTo>
                    <a:pt x="1746" y="2843"/>
                  </a:lnTo>
                  <a:lnTo>
                    <a:pt x="2071" y="2357"/>
                  </a:lnTo>
                  <a:cubicBezTo>
                    <a:pt x="2147" y="2242"/>
                    <a:pt x="2166" y="2099"/>
                    <a:pt x="2128" y="1966"/>
                  </a:cubicBezTo>
                  <a:cubicBezTo>
                    <a:pt x="1603" y="4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1185;p65">
              <a:extLst>
                <a:ext uri="{FF2B5EF4-FFF2-40B4-BE49-F238E27FC236}">
                  <a16:creationId xmlns:a16="http://schemas.microsoft.com/office/drawing/2014/main" id="{19C6EB5B-126C-1FE1-56A4-109174D8BA55}"/>
                </a:ext>
              </a:extLst>
            </p:cNvPr>
            <p:cNvSpPr/>
            <p:nvPr/>
          </p:nvSpPr>
          <p:spPr>
            <a:xfrm>
              <a:off x="4946403" y="2476478"/>
              <a:ext cx="187144" cy="148678"/>
            </a:xfrm>
            <a:custGeom>
              <a:avLst/>
              <a:gdLst/>
              <a:ahLst/>
              <a:cxnLst/>
              <a:rect l="l" t="t" r="r" b="b"/>
              <a:pathLst>
                <a:path w="7147" h="5678" extrusionOk="0">
                  <a:moveTo>
                    <a:pt x="2233" y="1"/>
                  </a:moveTo>
                  <a:cubicBezTo>
                    <a:pt x="1470" y="1"/>
                    <a:pt x="897" y="707"/>
                    <a:pt x="1060" y="1461"/>
                  </a:cubicBezTo>
                  <a:cubicBezTo>
                    <a:pt x="1117" y="1718"/>
                    <a:pt x="926" y="1966"/>
                    <a:pt x="659" y="1966"/>
                  </a:cubicBezTo>
                  <a:lnTo>
                    <a:pt x="649" y="1966"/>
                  </a:lnTo>
                  <a:cubicBezTo>
                    <a:pt x="392" y="1966"/>
                    <a:pt x="172" y="2128"/>
                    <a:pt x="106" y="2367"/>
                  </a:cubicBezTo>
                  <a:cubicBezTo>
                    <a:pt x="1" y="2710"/>
                    <a:pt x="268" y="3054"/>
                    <a:pt x="630" y="3063"/>
                  </a:cubicBezTo>
                  <a:lnTo>
                    <a:pt x="745" y="3063"/>
                  </a:lnTo>
                  <a:cubicBezTo>
                    <a:pt x="859" y="4532"/>
                    <a:pt x="2090" y="5677"/>
                    <a:pt x="3578" y="5677"/>
                  </a:cubicBezTo>
                  <a:cubicBezTo>
                    <a:pt x="5057" y="5677"/>
                    <a:pt x="6288" y="4532"/>
                    <a:pt x="6402" y="3063"/>
                  </a:cubicBezTo>
                  <a:lnTo>
                    <a:pt x="6526" y="3063"/>
                  </a:lnTo>
                  <a:cubicBezTo>
                    <a:pt x="6889" y="3054"/>
                    <a:pt x="7146" y="2710"/>
                    <a:pt x="7051" y="2367"/>
                  </a:cubicBezTo>
                  <a:cubicBezTo>
                    <a:pt x="6974" y="2128"/>
                    <a:pt x="6755" y="1966"/>
                    <a:pt x="6507" y="1966"/>
                  </a:cubicBezTo>
                  <a:lnTo>
                    <a:pt x="6497" y="1966"/>
                  </a:lnTo>
                  <a:cubicBezTo>
                    <a:pt x="6230" y="1966"/>
                    <a:pt x="6040" y="1718"/>
                    <a:pt x="6097" y="1461"/>
                  </a:cubicBezTo>
                  <a:cubicBezTo>
                    <a:pt x="6259" y="707"/>
                    <a:pt x="5687" y="1"/>
                    <a:pt x="4923" y="1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86;p65">
              <a:extLst>
                <a:ext uri="{FF2B5EF4-FFF2-40B4-BE49-F238E27FC236}">
                  <a16:creationId xmlns:a16="http://schemas.microsoft.com/office/drawing/2014/main" id="{BFB2E01C-CFF1-2C4F-6008-D182E5DF2D1B}"/>
                </a:ext>
              </a:extLst>
            </p:cNvPr>
            <p:cNvSpPr/>
            <p:nvPr/>
          </p:nvSpPr>
          <p:spPr>
            <a:xfrm>
              <a:off x="4946665" y="2476478"/>
              <a:ext cx="127678" cy="148652"/>
            </a:xfrm>
            <a:custGeom>
              <a:avLst/>
              <a:gdLst/>
              <a:ahLst/>
              <a:cxnLst/>
              <a:rect l="l" t="t" r="r" b="b"/>
              <a:pathLst>
                <a:path w="4876" h="5677" extrusionOk="0">
                  <a:moveTo>
                    <a:pt x="2223" y="1"/>
                  </a:moveTo>
                  <a:cubicBezTo>
                    <a:pt x="1460" y="1"/>
                    <a:pt x="887" y="707"/>
                    <a:pt x="1059" y="1461"/>
                  </a:cubicBezTo>
                  <a:cubicBezTo>
                    <a:pt x="1107" y="1718"/>
                    <a:pt x="916" y="1966"/>
                    <a:pt x="649" y="1966"/>
                  </a:cubicBezTo>
                  <a:lnTo>
                    <a:pt x="639" y="1966"/>
                  </a:lnTo>
                  <a:cubicBezTo>
                    <a:pt x="632" y="1966"/>
                    <a:pt x="626" y="1966"/>
                    <a:pt x="619" y="1966"/>
                  </a:cubicBezTo>
                  <a:cubicBezTo>
                    <a:pt x="379" y="1966"/>
                    <a:pt x="161" y="2125"/>
                    <a:pt x="96" y="2357"/>
                  </a:cubicBezTo>
                  <a:cubicBezTo>
                    <a:pt x="0" y="2710"/>
                    <a:pt x="258" y="3054"/>
                    <a:pt x="620" y="3054"/>
                  </a:cubicBezTo>
                  <a:lnTo>
                    <a:pt x="744" y="3054"/>
                  </a:lnTo>
                  <a:cubicBezTo>
                    <a:pt x="848" y="4557"/>
                    <a:pt x="2094" y="5676"/>
                    <a:pt x="3546" y="5676"/>
                  </a:cubicBezTo>
                  <a:cubicBezTo>
                    <a:pt x="3698" y="5676"/>
                    <a:pt x="3852" y="5664"/>
                    <a:pt x="4007" y="5639"/>
                  </a:cubicBezTo>
                  <a:cubicBezTo>
                    <a:pt x="2624" y="5429"/>
                    <a:pt x="1603" y="4237"/>
                    <a:pt x="1603" y="2844"/>
                  </a:cubicBezTo>
                  <a:lnTo>
                    <a:pt x="1603" y="1527"/>
                  </a:lnTo>
                  <a:cubicBezTo>
                    <a:pt x="1603" y="926"/>
                    <a:pt x="2090" y="440"/>
                    <a:pt x="2700" y="430"/>
                  </a:cubicBezTo>
                  <a:lnTo>
                    <a:pt x="4446" y="430"/>
                  </a:lnTo>
                  <a:cubicBezTo>
                    <a:pt x="4684" y="430"/>
                    <a:pt x="4875" y="239"/>
                    <a:pt x="4875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87;p65">
              <a:extLst>
                <a:ext uri="{FF2B5EF4-FFF2-40B4-BE49-F238E27FC236}">
                  <a16:creationId xmlns:a16="http://schemas.microsoft.com/office/drawing/2014/main" id="{4981B0CA-5A50-7403-20E4-547C4FB60C17}"/>
                </a:ext>
              </a:extLst>
            </p:cNvPr>
            <p:cNvSpPr/>
            <p:nvPr/>
          </p:nvSpPr>
          <p:spPr>
            <a:xfrm>
              <a:off x="5005608" y="2419290"/>
              <a:ext cx="119430" cy="45981"/>
            </a:xfrm>
            <a:custGeom>
              <a:avLst/>
              <a:gdLst/>
              <a:ahLst/>
              <a:cxnLst/>
              <a:rect l="l" t="t" r="r" b="b"/>
              <a:pathLst>
                <a:path w="4561" h="1756" extrusionOk="0">
                  <a:moveTo>
                    <a:pt x="697" y="0"/>
                  </a:moveTo>
                  <a:cubicBezTo>
                    <a:pt x="468" y="0"/>
                    <a:pt x="230" y="29"/>
                    <a:pt x="10" y="86"/>
                  </a:cubicBezTo>
                  <a:lnTo>
                    <a:pt x="10" y="220"/>
                  </a:lnTo>
                  <a:cubicBezTo>
                    <a:pt x="1" y="1059"/>
                    <a:pt x="688" y="1746"/>
                    <a:pt x="1537" y="1756"/>
                  </a:cubicBezTo>
                  <a:lnTo>
                    <a:pt x="4561" y="1756"/>
                  </a:lnTo>
                  <a:cubicBezTo>
                    <a:pt x="4122" y="697"/>
                    <a:pt x="3082" y="0"/>
                    <a:pt x="1937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88;p65">
              <a:extLst>
                <a:ext uri="{FF2B5EF4-FFF2-40B4-BE49-F238E27FC236}">
                  <a16:creationId xmlns:a16="http://schemas.microsoft.com/office/drawing/2014/main" id="{EE9C4C85-A9B9-AE96-9DBD-275A063FA07A}"/>
                </a:ext>
              </a:extLst>
            </p:cNvPr>
            <p:cNvSpPr/>
            <p:nvPr/>
          </p:nvSpPr>
          <p:spPr>
            <a:xfrm>
              <a:off x="5000109" y="2527879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17" y="1"/>
                  </a:moveTo>
                  <a:cubicBezTo>
                    <a:pt x="108" y="1"/>
                    <a:pt x="1" y="75"/>
                    <a:pt x="1" y="223"/>
                  </a:cubicBezTo>
                  <a:lnTo>
                    <a:pt x="1" y="442"/>
                  </a:lnTo>
                  <a:cubicBezTo>
                    <a:pt x="1" y="556"/>
                    <a:pt x="96" y="661"/>
                    <a:pt x="220" y="661"/>
                  </a:cubicBezTo>
                  <a:cubicBezTo>
                    <a:pt x="335" y="661"/>
                    <a:pt x="440" y="556"/>
                    <a:pt x="440" y="442"/>
                  </a:cubicBezTo>
                  <a:lnTo>
                    <a:pt x="440" y="223"/>
                  </a:lnTo>
                  <a:cubicBezTo>
                    <a:pt x="435" y="75"/>
                    <a:pt x="325" y="1"/>
                    <a:pt x="217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89;p65">
              <a:extLst>
                <a:ext uri="{FF2B5EF4-FFF2-40B4-BE49-F238E27FC236}">
                  <a16:creationId xmlns:a16="http://schemas.microsoft.com/office/drawing/2014/main" id="{97297447-9A51-5ABB-0FC1-794969568F59}"/>
                </a:ext>
              </a:extLst>
            </p:cNvPr>
            <p:cNvSpPr/>
            <p:nvPr/>
          </p:nvSpPr>
          <p:spPr>
            <a:xfrm>
              <a:off x="5068818" y="2527879"/>
              <a:ext cx="11260" cy="17334"/>
            </a:xfrm>
            <a:custGeom>
              <a:avLst/>
              <a:gdLst/>
              <a:ahLst/>
              <a:cxnLst/>
              <a:rect l="l" t="t" r="r" b="b"/>
              <a:pathLst>
                <a:path w="430" h="662" extrusionOk="0">
                  <a:moveTo>
                    <a:pt x="215" y="1"/>
                  </a:moveTo>
                  <a:cubicBezTo>
                    <a:pt x="108" y="1"/>
                    <a:pt x="0" y="75"/>
                    <a:pt x="0" y="223"/>
                  </a:cubicBezTo>
                  <a:lnTo>
                    <a:pt x="0" y="442"/>
                  </a:lnTo>
                  <a:cubicBezTo>
                    <a:pt x="0" y="556"/>
                    <a:pt x="96" y="661"/>
                    <a:pt x="210" y="661"/>
                  </a:cubicBezTo>
                  <a:cubicBezTo>
                    <a:pt x="334" y="661"/>
                    <a:pt x="430" y="556"/>
                    <a:pt x="430" y="442"/>
                  </a:cubicBezTo>
                  <a:lnTo>
                    <a:pt x="430" y="223"/>
                  </a:lnTo>
                  <a:cubicBezTo>
                    <a:pt x="430" y="75"/>
                    <a:pt x="322" y="1"/>
                    <a:pt x="21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90;p65">
              <a:extLst>
                <a:ext uri="{FF2B5EF4-FFF2-40B4-BE49-F238E27FC236}">
                  <a16:creationId xmlns:a16="http://schemas.microsoft.com/office/drawing/2014/main" id="{5BDFAFDF-6E49-A402-287E-4F81ADE0167A}"/>
                </a:ext>
              </a:extLst>
            </p:cNvPr>
            <p:cNvSpPr/>
            <p:nvPr/>
          </p:nvSpPr>
          <p:spPr>
            <a:xfrm>
              <a:off x="5014825" y="2567864"/>
              <a:ext cx="50537" cy="17334"/>
            </a:xfrm>
            <a:custGeom>
              <a:avLst/>
              <a:gdLst/>
              <a:ahLst/>
              <a:cxnLst/>
              <a:rect l="l" t="t" r="r" b="b"/>
              <a:pathLst>
                <a:path w="1930" h="662" extrusionOk="0">
                  <a:moveTo>
                    <a:pt x="311" y="0"/>
                  </a:moveTo>
                  <a:cubicBezTo>
                    <a:pt x="145" y="0"/>
                    <a:pt x="1" y="223"/>
                    <a:pt x="154" y="384"/>
                  </a:cubicBezTo>
                  <a:cubicBezTo>
                    <a:pt x="373" y="566"/>
                    <a:pt x="644" y="661"/>
                    <a:pt x="925" y="661"/>
                  </a:cubicBezTo>
                  <a:cubicBezTo>
                    <a:pt x="938" y="661"/>
                    <a:pt x="952" y="661"/>
                    <a:pt x="965" y="661"/>
                  </a:cubicBezTo>
                  <a:cubicBezTo>
                    <a:pt x="979" y="661"/>
                    <a:pt x="992" y="661"/>
                    <a:pt x="1006" y="661"/>
                  </a:cubicBezTo>
                  <a:cubicBezTo>
                    <a:pt x="1287" y="661"/>
                    <a:pt x="1558" y="566"/>
                    <a:pt x="1776" y="384"/>
                  </a:cubicBezTo>
                  <a:cubicBezTo>
                    <a:pt x="1930" y="223"/>
                    <a:pt x="1786" y="0"/>
                    <a:pt x="1620" y="0"/>
                  </a:cubicBezTo>
                  <a:cubicBezTo>
                    <a:pt x="1570" y="0"/>
                    <a:pt x="1517" y="21"/>
                    <a:pt x="1471" y="69"/>
                  </a:cubicBezTo>
                  <a:cubicBezTo>
                    <a:pt x="1318" y="174"/>
                    <a:pt x="1142" y="227"/>
                    <a:pt x="965" y="227"/>
                  </a:cubicBezTo>
                  <a:cubicBezTo>
                    <a:pt x="789" y="227"/>
                    <a:pt x="612" y="174"/>
                    <a:pt x="460" y="69"/>
                  </a:cubicBezTo>
                  <a:cubicBezTo>
                    <a:pt x="413" y="21"/>
                    <a:pt x="361" y="0"/>
                    <a:pt x="311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91;p65">
              <a:extLst>
                <a:ext uri="{FF2B5EF4-FFF2-40B4-BE49-F238E27FC236}">
                  <a16:creationId xmlns:a16="http://schemas.microsoft.com/office/drawing/2014/main" id="{E653D03D-C719-8E03-87FA-6BA14EB1CA7D}"/>
                </a:ext>
              </a:extLst>
            </p:cNvPr>
            <p:cNvSpPr/>
            <p:nvPr/>
          </p:nvSpPr>
          <p:spPr>
            <a:xfrm>
              <a:off x="4992384" y="2510702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6" y="1"/>
                  </a:moveTo>
                  <a:cubicBezTo>
                    <a:pt x="0" y="1"/>
                    <a:pt x="0" y="440"/>
                    <a:pt x="286" y="440"/>
                  </a:cubicBezTo>
                  <a:lnTo>
                    <a:pt x="725" y="440"/>
                  </a:lnTo>
                  <a:cubicBezTo>
                    <a:pt x="1011" y="440"/>
                    <a:pt x="1011" y="1"/>
                    <a:pt x="725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92;p65">
              <a:extLst>
                <a:ext uri="{FF2B5EF4-FFF2-40B4-BE49-F238E27FC236}">
                  <a16:creationId xmlns:a16="http://schemas.microsoft.com/office/drawing/2014/main" id="{81569411-5574-DE00-4D74-9E143F686810}"/>
                </a:ext>
              </a:extLst>
            </p:cNvPr>
            <p:cNvSpPr/>
            <p:nvPr/>
          </p:nvSpPr>
          <p:spPr>
            <a:xfrm>
              <a:off x="5061068" y="2510702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lnTo>
                    <a:pt x="726" y="440"/>
                  </a:lnTo>
                  <a:cubicBezTo>
                    <a:pt x="1012" y="440"/>
                    <a:pt x="1012" y="1"/>
                    <a:pt x="726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1044;p65">
            <a:extLst>
              <a:ext uri="{FF2B5EF4-FFF2-40B4-BE49-F238E27FC236}">
                <a16:creationId xmlns:a16="http://schemas.microsoft.com/office/drawing/2014/main" id="{81836F92-4285-C970-A21D-E7C3DB13C42B}"/>
              </a:ext>
            </a:extLst>
          </p:cNvPr>
          <p:cNvSpPr txBox="1">
            <a:spLocks/>
          </p:cNvSpPr>
          <p:nvPr/>
        </p:nvSpPr>
        <p:spPr>
          <a:xfrm>
            <a:off x="1366793" y="2181319"/>
            <a:ext cx="2559965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dvent Pro Medium"/>
              <a:buNone/>
              <a:defRPr sz="18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marL="0" indent="0"/>
            <a:r>
              <a:rPr lang="en-GB" sz="1400" b="1" dirty="0">
                <a:latin typeface="Poppins" panose="00000500000000000000" pitchFamily="2" charset="0"/>
                <a:cs typeface="Poppins" panose="00000500000000000000" pitchFamily="2" charset="0"/>
              </a:rPr>
              <a:t>Ammar Mahmoud Eid</a:t>
            </a:r>
          </a:p>
        </p:txBody>
      </p:sp>
      <p:sp>
        <p:nvSpPr>
          <p:cNvPr id="34" name="Google Shape;1057;p65">
            <a:extLst>
              <a:ext uri="{FF2B5EF4-FFF2-40B4-BE49-F238E27FC236}">
                <a16:creationId xmlns:a16="http://schemas.microsoft.com/office/drawing/2014/main" id="{5530A181-CDB0-5B40-99F7-40C20036808E}"/>
              </a:ext>
            </a:extLst>
          </p:cNvPr>
          <p:cNvSpPr/>
          <p:nvPr/>
        </p:nvSpPr>
        <p:spPr>
          <a:xfrm>
            <a:off x="328600" y="1747621"/>
            <a:ext cx="1159797" cy="1195498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1172;p65">
            <a:extLst>
              <a:ext uri="{FF2B5EF4-FFF2-40B4-BE49-F238E27FC236}">
                <a16:creationId xmlns:a16="http://schemas.microsoft.com/office/drawing/2014/main" id="{7C41671A-3A57-58B3-2309-277AAD96B59D}"/>
              </a:ext>
            </a:extLst>
          </p:cNvPr>
          <p:cNvGrpSpPr/>
          <p:nvPr/>
        </p:nvGrpSpPr>
        <p:grpSpPr>
          <a:xfrm>
            <a:off x="771210" y="2172674"/>
            <a:ext cx="274576" cy="354728"/>
            <a:chOff x="4902936" y="2419290"/>
            <a:chExt cx="274576" cy="354728"/>
          </a:xfrm>
        </p:grpSpPr>
        <p:sp>
          <p:nvSpPr>
            <p:cNvPr id="36" name="Google Shape;1173;p65">
              <a:extLst>
                <a:ext uri="{FF2B5EF4-FFF2-40B4-BE49-F238E27FC236}">
                  <a16:creationId xmlns:a16="http://schemas.microsoft.com/office/drawing/2014/main" id="{F6437CA3-4228-2502-DA11-BCB59ACA52A8}"/>
                </a:ext>
              </a:extLst>
            </p:cNvPr>
            <p:cNvSpPr/>
            <p:nvPr/>
          </p:nvSpPr>
          <p:spPr>
            <a:xfrm>
              <a:off x="4943418" y="2419290"/>
              <a:ext cx="193376" cy="131658"/>
            </a:xfrm>
            <a:custGeom>
              <a:avLst/>
              <a:gdLst/>
              <a:ahLst/>
              <a:cxnLst/>
              <a:rect l="l" t="t" r="r" b="b"/>
              <a:pathLst>
                <a:path w="7385" h="5028" extrusionOk="0">
                  <a:moveTo>
                    <a:pt x="3072" y="0"/>
                  </a:moveTo>
                  <a:cubicBezTo>
                    <a:pt x="1336" y="0"/>
                    <a:pt x="0" y="1546"/>
                    <a:pt x="267" y="3272"/>
                  </a:cubicBezTo>
                  <a:lnTo>
                    <a:pt x="534" y="5028"/>
                  </a:lnTo>
                  <a:lnTo>
                    <a:pt x="6850" y="5028"/>
                  </a:lnTo>
                  <a:lnTo>
                    <a:pt x="7127" y="3272"/>
                  </a:lnTo>
                  <a:cubicBezTo>
                    <a:pt x="7384" y="1546"/>
                    <a:pt x="6058" y="0"/>
                    <a:pt x="4312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74;p65">
              <a:extLst>
                <a:ext uri="{FF2B5EF4-FFF2-40B4-BE49-F238E27FC236}">
                  <a16:creationId xmlns:a16="http://schemas.microsoft.com/office/drawing/2014/main" id="{4B504587-B4AE-71FB-3BA6-C4B922652ACD}"/>
                </a:ext>
              </a:extLst>
            </p:cNvPr>
            <p:cNvSpPr/>
            <p:nvPr/>
          </p:nvSpPr>
          <p:spPr>
            <a:xfrm>
              <a:off x="4902936" y="2613871"/>
              <a:ext cx="274576" cy="160147"/>
            </a:xfrm>
            <a:custGeom>
              <a:avLst/>
              <a:gdLst/>
              <a:ahLst/>
              <a:cxnLst/>
              <a:rect l="l" t="t" r="r" b="b"/>
              <a:pathLst>
                <a:path w="10486" h="6116" extrusionOk="0">
                  <a:moveTo>
                    <a:pt x="3712" y="1"/>
                  </a:moveTo>
                  <a:lnTo>
                    <a:pt x="3712" y="1031"/>
                  </a:lnTo>
                  <a:cubicBezTo>
                    <a:pt x="3712" y="1327"/>
                    <a:pt x="3521" y="1584"/>
                    <a:pt x="3244" y="1661"/>
                  </a:cubicBezTo>
                  <a:lnTo>
                    <a:pt x="945" y="2338"/>
                  </a:lnTo>
                  <a:cubicBezTo>
                    <a:pt x="382" y="2500"/>
                    <a:pt x="1" y="3015"/>
                    <a:pt x="1" y="3597"/>
                  </a:cubicBezTo>
                  <a:lnTo>
                    <a:pt x="1" y="5458"/>
                  </a:lnTo>
                  <a:cubicBezTo>
                    <a:pt x="1" y="5820"/>
                    <a:pt x="297" y="6116"/>
                    <a:pt x="659" y="6116"/>
                  </a:cubicBezTo>
                  <a:lnTo>
                    <a:pt x="9827" y="6116"/>
                  </a:lnTo>
                  <a:cubicBezTo>
                    <a:pt x="10189" y="6116"/>
                    <a:pt x="10485" y="5820"/>
                    <a:pt x="10485" y="5458"/>
                  </a:cubicBezTo>
                  <a:lnTo>
                    <a:pt x="10485" y="3597"/>
                  </a:lnTo>
                  <a:cubicBezTo>
                    <a:pt x="10485" y="3015"/>
                    <a:pt x="10104" y="2500"/>
                    <a:pt x="9541" y="2338"/>
                  </a:cubicBezTo>
                  <a:lnTo>
                    <a:pt x="7242" y="1661"/>
                  </a:lnTo>
                  <a:cubicBezTo>
                    <a:pt x="6965" y="1584"/>
                    <a:pt x="6774" y="1327"/>
                    <a:pt x="6774" y="1031"/>
                  </a:cubicBezTo>
                  <a:lnTo>
                    <a:pt x="6774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75;p65">
              <a:extLst>
                <a:ext uri="{FF2B5EF4-FFF2-40B4-BE49-F238E27FC236}">
                  <a16:creationId xmlns:a16="http://schemas.microsoft.com/office/drawing/2014/main" id="{E67926A4-E0D5-00FF-90CC-38DFF8131E4A}"/>
                </a:ext>
              </a:extLst>
            </p:cNvPr>
            <p:cNvSpPr/>
            <p:nvPr/>
          </p:nvSpPr>
          <p:spPr>
            <a:xfrm>
              <a:off x="4902936" y="2657338"/>
              <a:ext cx="274576" cy="116680"/>
            </a:xfrm>
            <a:custGeom>
              <a:avLst/>
              <a:gdLst/>
              <a:ahLst/>
              <a:cxnLst/>
              <a:rect l="l" t="t" r="r" b="b"/>
              <a:pathLst>
                <a:path w="10486" h="4456" extrusionOk="0">
                  <a:moveTo>
                    <a:pt x="7242" y="1"/>
                  </a:moveTo>
                  <a:lnTo>
                    <a:pt x="7242" y="1"/>
                  </a:lnTo>
                  <a:cubicBezTo>
                    <a:pt x="7299" y="29"/>
                    <a:pt x="7366" y="58"/>
                    <a:pt x="7423" y="87"/>
                  </a:cubicBezTo>
                  <a:lnTo>
                    <a:pt x="5238" y="735"/>
                  </a:lnTo>
                  <a:lnTo>
                    <a:pt x="3054" y="87"/>
                  </a:lnTo>
                  <a:cubicBezTo>
                    <a:pt x="3120" y="58"/>
                    <a:pt x="3178" y="29"/>
                    <a:pt x="3244" y="1"/>
                  </a:cubicBezTo>
                  <a:lnTo>
                    <a:pt x="3244" y="1"/>
                  </a:lnTo>
                  <a:lnTo>
                    <a:pt x="936" y="678"/>
                  </a:lnTo>
                  <a:cubicBezTo>
                    <a:pt x="382" y="840"/>
                    <a:pt x="1" y="1355"/>
                    <a:pt x="1" y="1937"/>
                  </a:cubicBezTo>
                  <a:lnTo>
                    <a:pt x="1" y="3798"/>
                  </a:lnTo>
                  <a:cubicBezTo>
                    <a:pt x="1" y="4160"/>
                    <a:pt x="297" y="4456"/>
                    <a:pt x="659" y="4456"/>
                  </a:cubicBezTo>
                  <a:lnTo>
                    <a:pt x="9827" y="4456"/>
                  </a:lnTo>
                  <a:cubicBezTo>
                    <a:pt x="10189" y="4456"/>
                    <a:pt x="10485" y="4160"/>
                    <a:pt x="10485" y="3798"/>
                  </a:cubicBezTo>
                  <a:lnTo>
                    <a:pt x="10485" y="1937"/>
                  </a:lnTo>
                  <a:cubicBezTo>
                    <a:pt x="10485" y="1355"/>
                    <a:pt x="10094" y="840"/>
                    <a:pt x="9541" y="678"/>
                  </a:cubicBezTo>
                  <a:lnTo>
                    <a:pt x="7242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76;p65">
              <a:extLst>
                <a:ext uri="{FF2B5EF4-FFF2-40B4-BE49-F238E27FC236}">
                  <a16:creationId xmlns:a16="http://schemas.microsoft.com/office/drawing/2014/main" id="{823366AA-A144-4B6F-1D69-5014B59EAAF6}"/>
                </a:ext>
              </a:extLst>
            </p:cNvPr>
            <p:cNvSpPr/>
            <p:nvPr/>
          </p:nvSpPr>
          <p:spPr>
            <a:xfrm>
              <a:off x="4971384" y="2662104"/>
              <a:ext cx="137681" cy="111915"/>
            </a:xfrm>
            <a:custGeom>
              <a:avLst/>
              <a:gdLst/>
              <a:ahLst/>
              <a:cxnLst/>
              <a:rect l="l" t="t" r="r" b="b"/>
              <a:pathLst>
                <a:path w="5258" h="4274" extrusionOk="0">
                  <a:moveTo>
                    <a:pt x="773" y="0"/>
                  </a:moveTo>
                  <a:lnTo>
                    <a:pt x="516" y="267"/>
                  </a:lnTo>
                  <a:cubicBezTo>
                    <a:pt x="192" y="592"/>
                    <a:pt x="1" y="1030"/>
                    <a:pt x="10" y="1498"/>
                  </a:cubicBezTo>
                  <a:lnTo>
                    <a:pt x="10" y="4274"/>
                  </a:lnTo>
                  <a:lnTo>
                    <a:pt x="5257" y="4274"/>
                  </a:lnTo>
                  <a:lnTo>
                    <a:pt x="5257" y="1498"/>
                  </a:lnTo>
                  <a:cubicBezTo>
                    <a:pt x="5248" y="1030"/>
                    <a:pt x="5066" y="592"/>
                    <a:pt x="4733" y="267"/>
                  </a:cubicBezTo>
                  <a:lnTo>
                    <a:pt x="4475" y="0"/>
                  </a:lnTo>
                  <a:lnTo>
                    <a:pt x="2624" y="334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77;p65">
              <a:extLst>
                <a:ext uri="{FF2B5EF4-FFF2-40B4-BE49-F238E27FC236}">
                  <a16:creationId xmlns:a16="http://schemas.microsoft.com/office/drawing/2014/main" id="{E3569C61-9E25-247A-BFB8-9D4E97509154}"/>
                </a:ext>
              </a:extLst>
            </p:cNvPr>
            <p:cNvSpPr/>
            <p:nvPr/>
          </p:nvSpPr>
          <p:spPr>
            <a:xfrm>
              <a:off x="4977878" y="2662104"/>
              <a:ext cx="124431" cy="46217"/>
            </a:xfrm>
            <a:custGeom>
              <a:avLst/>
              <a:gdLst/>
              <a:ahLst/>
              <a:cxnLst/>
              <a:rect l="l" t="t" r="r" b="b"/>
              <a:pathLst>
                <a:path w="4752" h="1765" extrusionOk="0">
                  <a:moveTo>
                    <a:pt x="525" y="0"/>
                  </a:moveTo>
                  <a:lnTo>
                    <a:pt x="268" y="267"/>
                  </a:lnTo>
                  <a:cubicBezTo>
                    <a:pt x="163" y="372"/>
                    <a:pt x="68" y="487"/>
                    <a:pt x="1" y="620"/>
                  </a:cubicBezTo>
                  <a:lnTo>
                    <a:pt x="802" y="1546"/>
                  </a:lnTo>
                  <a:cubicBezTo>
                    <a:pt x="932" y="1690"/>
                    <a:pt x="1113" y="1764"/>
                    <a:pt x="1295" y="1764"/>
                  </a:cubicBezTo>
                  <a:cubicBezTo>
                    <a:pt x="1461" y="1764"/>
                    <a:pt x="1628" y="1702"/>
                    <a:pt x="1756" y="1574"/>
                  </a:cubicBezTo>
                  <a:lnTo>
                    <a:pt x="2376" y="954"/>
                  </a:lnTo>
                  <a:lnTo>
                    <a:pt x="2996" y="1574"/>
                  </a:lnTo>
                  <a:cubicBezTo>
                    <a:pt x="3124" y="1702"/>
                    <a:pt x="3289" y="1764"/>
                    <a:pt x="3454" y="1764"/>
                  </a:cubicBezTo>
                  <a:cubicBezTo>
                    <a:pt x="3635" y="1764"/>
                    <a:pt x="3816" y="1690"/>
                    <a:pt x="3950" y="1546"/>
                  </a:cubicBezTo>
                  <a:lnTo>
                    <a:pt x="4752" y="620"/>
                  </a:lnTo>
                  <a:cubicBezTo>
                    <a:pt x="4675" y="487"/>
                    <a:pt x="4589" y="372"/>
                    <a:pt x="4485" y="267"/>
                  </a:cubicBezTo>
                  <a:lnTo>
                    <a:pt x="4227" y="0"/>
                  </a:lnTo>
                  <a:lnTo>
                    <a:pt x="2376" y="334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78;p65">
              <a:extLst>
                <a:ext uri="{FF2B5EF4-FFF2-40B4-BE49-F238E27FC236}">
                  <a16:creationId xmlns:a16="http://schemas.microsoft.com/office/drawing/2014/main" id="{AB792E79-B0A8-4254-67C3-DEA507F9517E}"/>
                </a:ext>
              </a:extLst>
            </p:cNvPr>
            <p:cNvSpPr/>
            <p:nvPr/>
          </p:nvSpPr>
          <p:spPr>
            <a:xfrm>
              <a:off x="5022837" y="2699574"/>
              <a:ext cx="34512" cy="74444"/>
            </a:xfrm>
            <a:custGeom>
              <a:avLst/>
              <a:gdLst/>
              <a:ahLst/>
              <a:cxnLst/>
              <a:rect l="l" t="t" r="r" b="b"/>
              <a:pathLst>
                <a:path w="1318" h="2843" extrusionOk="0">
                  <a:moveTo>
                    <a:pt x="344" y="0"/>
                  </a:moveTo>
                  <a:lnTo>
                    <a:pt x="1" y="2843"/>
                  </a:lnTo>
                  <a:lnTo>
                    <a:pt x="1317" y="2843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79;p65">
              <a:extLst>
                <a:ext uri="{FF2B5EF4-FFF2-40B4-BE49-F238E27FC236}">
                  <a16:creationId xmlns:a16="http://schemas.microsoft.com/office/drawing/2014/main" id="{26B5574E-496C-68E6-B358-BF0C8AE87EAF}"/>
                </a:ext>
              </a:extLst>
            </p:cNvPr>
            <p:cNvSpPr/>
            <p:nvPr/>
          </p:nvSpPr>
          <p:spPr>
            <a:xfrm>
              <a:off x="5017103" y="2670823"/>
              <a:ext cx="45745" cy="34512"/>
            </a:xfrm>
            <a:custGeom>
              <a:avLst/>
              <a:gdLst/>
              <a:ahLst/>
              <a:cxnLst/>
              <a:rect l="l" t="t" r="r" b="b"/>
              <a:pathLst>
                <a:path w="1747" h="1318" extrusionOk="0">
                  <a:moveTo>
                    <a:pt x="1" y="1"/>
                  </a:moveTo>
                  <a:lnTo>
                    <a:pt x="392" y="1165"/>
                  </a:lnTo>
                  <a:cubicBezTo>
                    <a:pt x="420" y="1251"/>
                    <a:pt x="506" y="1317"/>
                    <a:pt x="602" y="1317"/>
                  </a:cubicBezTo>
                  <a:lnTo>
                    <a:pt x="1155" y="1317"/>
                  </a:lnTo>
                  <a:cubicBezTo>
                    <a:pt x="1250" y="1317"/>
                    <a:pt x="1336" y="1251"/>
                    <a:pt x="1365" y="1165"/>
                  </a:cubicBezTo>
                  <a:lnTo>
                    <a:pt x="1746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80;p65">
              <a:extLst>
                <a:ext uri="{FF2B5EF4-FFF2-40B4-BE49-F238E27FC236}">
                  <a16:creationId xmlns:a16="http://schemas.microsoft.com/office/drawing/2014/main" id="{51661AB3-71DD-B708-B39E-211E3915C8FD}"/>
                </a:ext>
              </a:extLst>
            </p:cNvPr>
            <p:cNvSpPr/>
            <p:nvPr/>
          </p:nvSpPr>
          <p:spPr>
            <a:xfrm>
              <a:off x="5000109" y="2613635"/>
              <a:ext cx="79969" cy="22938"/>
            </a:xfrm>
            <a:custGeom>
              <a:avLst/>
              <a:gdLst/>
              <a:ahLst/>
              <a:cxnLst/>
              <a:rect l="l" t="t" r="r" b="b"/>
              <a:pathLst>
                <a:path w="3054" h="876" extrusionOk="0">
                  <a:moveTo>
                    <a:pt x="1" y="0"/>
                  </a:moveTo>
                  <a:lnTo>
                    <a:pt x="1" y="496"/>
                  </a:lnTo>
                  <a:cubicBezTo>
                    <a:pt x="478" y="749"/>
                    <a:pt x="1003" y="876"/>
                    <a:pt x="1527" y="876"/>
                  </a:cubicBezTo>
                  <a:cubicBezTo>
                    <a:pt x="2052" y="876"/>
                    <a:pt x="2577" y="749"/>
                    <a:pt x="3054" y="496"/>
                  </a:cubicBezTo>
                  <a:lnTo>
                    <a:pt x="3054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81;p65">
              <a:extLst>
                <a:ext uri="{FF2B5EF4-FFF2-40B4-BE49-F238E27FC236}">
                  <a16:creationId xmlns:a16="http://schemas.microsoft.com/office/drawing/2014/main" id="{44EA4464-6BB8-D7AD-C313-91237EA02981}"/>
                </a:ext>
              </a:extLst>
            </p:cNvPr>
            <p:cNvSpPr/>
            <p:nvPr/>
          </p:nvSpPr>
          <p:spPr>
            <a:xfrm>
              <a:off x="4981125" y="2646602"/>
              <a:ext cx="58995" cy="50301"/>
            </a:xfrm>
            <a:custGeom>
              <a:avLst/>
              <a:gdLst/>
              <a:ahLst/>
              <a:cxnLst/>
              <a:rect l="l" t="t" r="r" b="b"/>
              <a:pathLst>
                <a:path w="2253" h="1921" extrusionOk="0">
                  <a:moveTo>
                    <a:pt x="583" y="1"/>
                  </a:moveTo>
                  <a:lnTo>
                    <a:pt x="1" y="697"/>
                  </a:lnTo>
                  <a:lnTo>
                    <a:pt x="1002" y="1851"/>
                  </a:lnTo>
                  <a:cubicBezTo>
                    <a:pt x="1048" y="1897"/>
                    <a:pt x="1109" y="1921"/>
                    <a:pt x="1171" y="1921"/>
                  </a:cubicBezTo>
                  <a:cubicBezTo>
                    <a:pt x="1226" y="1921"/>
                    <a:pt x="1282" y="1901"/>
                    <a:pt x="1327" y="1861"/>
                  </a:cubicBezTo>
                  <a:lnTo>
                    <a:pt x="2252" y="936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82;p65">
              <a:extLst>
                <a:ext uri="{FF2B5EF4-FFF2-40B4-BE49-F238E27FC236}">
                  <a16:creationId xmlns:a16="http://schemas.microsoft.com/office/drawing/2014/main" id="{39D385AF-64E2-EDC6-5B82-0827635F6AB4}"/>
                </a:ext>
              </a:extLst>
            </p:cNvPr>
            <p:cNvSpPr/>
            <p:nvPr/>
          </p:nvSpPr>
          <p:spPr>
            <a:xfrm>
              <a:off x="5040093" y="2646602"/>
              <a:ext cx="58969" cy="50301"/>
            </a:xfrm>
            <a:custGeom>
              <a:avLst/>
              <a:gdLst/>
              <a:ahLst/>
              <a:cxnLst/>
              <a:rect l="l" t="t" r="r" b="b"/>
              <a:pathLst>
                <a:path w="2252" h="1921" extrusionOk="0">
                  <a:moveTo>
                    <a:pt x="1679" y="1"/>
                  </a:moveTo>
                  <a:lnTo>
                    <a:pt x="0" y="936"/>
                  </a:lnTo>
                  <a:lnTo>
                    <a:pt x="926" y="1861"/>
                  </a:lnTo>
                  <a:cubicBezTo>
                    <a:pt x="971" y="1901"/>
                    <a:pt x="1026" y="1921"/>
                    <a:pt x="1082" y="1921"/>
                  </a:cubicBezTo>
                  <a:cubicBezTo>
                    <a:pt x="1143" y="1921"/>
                    <a:pt x="1205" y="1897"/>
                    <a:pt x="1250" y="1851"/>
                  </a:cubicBezTo>
                  <a:lnTo>
                    <a:pt x="2252" y="697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83;p65">
              <a:extLst>
                <a:ext uri="{FF2B5EF4-FFF2-40B4-BE49-F238E27FC236}">
                  <a16:creationId xmlns:a16="http://schemas.microsoft.com/office/drawing/2014/main" id="{F04B3385-A127-F8D5-D22E-CCB27885EF1C}"/>
                </a:ext>
              </a:extLst>
            </p:cNvPr>
            <p:cNvSpPr/>
            <p:nvPr/>
          </p:nvSpPr>
          <p:spPr>
            <a:xfrm>
              <a:off x="4931923" y="2630865"/>
              <a:ext cx="68212" cy="143153"/>
            </a:xfrm>
            <a:custGeom>
              <a:avLst/>
              <a:gdLst/>
              <a:ahLst/>
              <a:cxnLst/>
              <a:rect l="l" t="t" r="r" b="b"/>
              <a:pathLst>
                <a:path w="2605" h="5467" extrusionOk="0">
                  <a:moveTo>
                    <a:pt x="2605" y="1"/>
                  </a:moveTo>
                  <a:cubicBezTo>
                    <a:pt x="2605" y="1"/>
                    <a:pt x="1002" y="401"/>
                    <a:pt x="477" y="1966"/>
                  </a:cubicBezTo>
                  <a:cubicBezTo>
                    <a:pt x="439" y="2099"/>
                    <a:pt x="458" y="2242"/>
                    <a:pt x="535" y="2357"/>
                  </a:cubicBezTo>
                  <a:lnTo>
                    <a:pt x="859" y="2843"/>
                  </a:lnTo>
                  <a:lnTo>
                    <a:pt x="153" y="3549"/>
                  </a:lnTo>
                  <a:cubicBezTo>
                    <a:pt x="48" y="3654"/>
                    <a:pt x="0" y="3807"/>
                    <a:pt x="29" y="3950"/>
                  </a:cubicBezTo>
                  <a:lnTo>
                    <a:pt x="420" y="5467"/>
                  </a:lnTo>
                  <a:lnTo>
                    <a:pt x="1508" y="5457"/>
                  </a:lnTo>
                  <a:lnTo>
                    <a:pt x="1508" y="2691"/>
                  </a:lnTo>
                  <a:cubicBezTo>
                    <a:pt x="1508" y="2223"/>
                    <a:pt x="1699" y="1785"/>
                    <a:pt x="2023" y="1451"/>
                  </a:cubicBezTo>
                  <a:lnTo>
                    <a:pt x="2280" y="1193"/>
                  </a:lnTo>
                  <a:cubicBezTo>
                    <a:pt x="2490" y="993"/>
                    <a:pt x="2605" y="707"/>
                    <a:pt x="2605" y="420"/>
                  </a:cubicBezTo>
                  <a:lnTo>
                    <a:pt x="2605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84;p65">
              <a:extLst>
                <a:ext uri="{FF2B5EF4-FFF2-40B4-BE49-F238E27FC236}">
                  <a16:creationId xmlns:a16="http://schemas.microsoft.com/office/drawing/2014/main" id="{D086D763-7145-C3F3-728E-774D29A46C26}"/>
                </a:ext>
              </a:extLst>
            </p:cNvPr>
            <p:cNvSpPr/>
            <p:nvPr/>
          </p:nvSpPr>
          <p:spPr>
            <a:xfrm>
              <a:off x="5080052" y="2630865"/>
              <a:ext cx="68212" cy="143153"/>
            </a:xfrm>
            <a:custGeom>
              <a:avLst/>
              <a:gdLst/>
              <a:ahLst/>
              <a:cxnLst/>
              <a:rect l="l" t="t" r="r" b="b"/>
              <a:pathLst>
                <a:path w="2605" h="5467" extrusionOk="0">
                  <a:moveTo>
                    <a:pt x="1" y="1"/>
                  </a:moveTo>
                  <a:lnTo>
                    <a:pt x="1" y="420"/>
                  </a:lnTo>
                  <a:cubicBezTo>
                    <a:pt x="1" y="707"/>
                    <a:pt x="115" y="993"/>
                    <a:pt x="325" y="1193"/>
                  </a:cubicBezTo>
                  <a:lnTo>
                    <a:pt x="583" y="1451"/>
                  </a:lnTo>
                  <a:cubicBezTo>
                    <a:pt x="907" y="1785"/>
                    <a:pt x="1098" y="2223"/>
                    <a:pt x="1098" y="2691"/>
                  </a:cubicBezTo>
                  <a:lnTo>
                    <a:pt x="1098" y="5457"/>
                  </a:lnTo>
                  <a:lnTo>
                    <a:pt x="2185" y="5467"/>
                  </a:lnTo>
                  <a:lnTo>
                    <a:pt x="2576" y="3950"/>
                  </a:lnTo>
                  <a:cubicBezTo>
                    <a:pt x="2605" y="3807"/>
                    <a:pt x="2557" y="3654"/>
                    <a:pt x="2452" y="3549"/>
                  </a:cubicBezTo>
                  <a:lnTo>
                    <a:pt x="1746" y="2843"/>
                  </a:lnTo>
                  <a:lnTo>
                    <a:pt x="2071" y="2357"/>
                  </a:lnTo>
                  <a:cubicBezTo>
                    <a:pt x="2147" y="2242"/>
                    <a:pt x="2166" y="2099"/>
                    <a:pt x="2128" y="1966"/>
                  </a:cubicBezTo>
                  <a:cubicBezTo>
                    <a:pt x="1603" y="4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1185;p65">
              <a:extLst>
                <a:ext uri="{FF2B5EF4-FFF2-40B4-BE49-F238E27FC236}">
                  <a16:creationId xmlns:a16="http://schemas.microsoft.com/office/drawing/2014/main" id="{5B466972-BD15-A360-231D-AA11B53469F3}"/>
                </a:ext>
              </a:extLst>
            </p:cNvPr>
            <p:cNvSpPr/>
            <p:nvPr/>
          </p:nvSpPr>
          <p:spPr>
            <a:xfrm>
              <a:off x="4946403" y="2476478"/>
              <a:ext cx="187144" cy="148678"/>
            </a:xfrm>
            <a:custGeom>
              <a:avLst/>
              <a:gdLst/>
              <a:ahLst/>
              <a:cxnLst/>
              <a:rect l="l" t="t" r="r" b="b"/>
              <a:pathLst>
                <a:path w="7147" h="5678" extrusionOk="0">
                  <a:moveTo>
                    <a:pt x="2233" y="1"/>
                  </a:moveTo>
                  <a:cubicBezTo>
                    <a:pt x="1470" y="1"/>
                    <a:pt x="897" y="707"/>
                    <a:pt x="1060" y="1461"/>
                  </a:cubicBezTo>
                  <a:cubicBezTo>
                    <a:pt x="1117" y="1718"/>
                    <a:pt x="926" y="1966"/>
                    <a:pt x="659" y="1966"/>
                  </a:cubicBezTo>
                  <a:lnTo>
                    <a:pt x="649" y="1966"/>
                  </a:lnTo>
                  <a:cubicBezTo>
                    <a:pt x="392" y="1966"/>
                    <a:pt x="172" y="2128"/>
                    <a:pt x="106" y="2367"/>
                  </a:cubicBezTo>
                  <a:cubicBezTo>
                    <a:pt x="1" y="2710"/>
                    <a:pt x="268" y="3054"/>
                    <a:pt x="630" y="3063"/>
                  </a:cubicBezTo>
                  <a:lnTo>
                    <a:pt x="745" y="3063"/>
                  </a:lnTo>
                  <a:cubicBezTo>
                    <a:pt x="859" y="4532"/>
                    <a:pt x="2090" y="5677"/>
                    <a:pt x="3578" y="5677"/>
                  </a:cubicBezTo>
                  <a:cubicBezTo>
                    <a:pt x="5057" y="5677"/>
                    <a:pt x="6288" y="4532"/>
                    <a:pt x="6402" y="3063"/>
                  </a:cubicBezTo>
                  <a:lnTo>
                    <a:pt x="6526" y="3063"/>
                  </a:lnTo>
                  <a:cubicBezTo>
                    <a:pt x="6889" y="3054"/>
                    <a:pt x="7146" y="2710"/>
                    <a:pt x="7051" y="2367"/>
                  </a:cubicBezTo>
                  <a:cubicBezTo>
                    <a:pt x="6974" y="2128"/>
                    <a:pt x="6755" y="1966"/>
                    <a:pt x="6507" y="1966"/>
                  </a:cubicBezTo>
                  <a:lnTo>
                    <a:pt x="6497" y="1966"/>
                  </a:lnTo>
                  <a:cubicBezTo>
                    <a:pt x="6230" y="1966"/>
                    <a:pt x="6040" y="1718"/>
                    <a:pt x="6097" y="1461"/>
                  </a:cubicBezTo>
                  <a:cubicBezTo>
                    <a:pt x="6259" y="707"/>
                    <a:pt x="5687" y="1"/>
                    <a:pt x="4923" y="1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86;p65">
              <a:extLst>
                <a:ext uri="{FF2B5EF4-FFF2-40B4-BE49-F238E27FC236}">
                  <a16:creationId xmlns:a16="http://schemas.microsoft.com/office/drawing/2014/main" id="{F2D7268E-3538-BE8B-368F-A9210B95DEA3}"/>
                </a:ext>
              </a:extLst>
            </p:cNvPr>
            <p:cNvSpPr/>
            <p:nvPr/>
          </p:nvSpPr>
          <p:spPr>
            <a:xfrm>
              <a:off x="4946665" y="2476478"/>
              <a:ext cx="127678" cy="148652"/>
            </a:xfrm>
            <a:custGeom>
              <a:avLst/>
              <a:gdLst/>
              <a:ahLst/>
              <a:cxnLst/>
              <a:rect l="l" t="t" r="r" b="b"/>
              <a:pathLst>
                <a:path w="4876" h="5677" extrusionOk="0">
                  <a:moveTo>
                    <a:pt x="2223" y="1"/>
                  </a:moveTo>
                  <a:cubicBezTo>
                    <a:pt x="1460" y="1"/>
                    <a:pt x="887" y="707"/>
                    <a:pt x="1059" y="1461"/>
                  </a:cubicBezTo>
                  <a:cubicBezTo>
                    <a:pt x="1107" y="1718"/>
                    <a:pt x="916" y="1966"/>
                    <a:pt x="649" y="1966"/>
                  </a:cubicBezTo>
                  <a:lnTo>
                    <a:pt x="639" y="1966"/>
                  </a:lnTo>
                  <a:cubicBezTo>
                    <a:pt x="632" y="1966"/>
                    <a:pt x="626" y="1966"/>
                    <a:pt x="619" y="1966"/>
                  </a:cubicBezTo>
                  <a:cubicBezTo>
                    <a:pt x="379" y="1966"/>
                    <a:pt x="161" y="2125"/>
                    <a:pt x="96" y="2357"/>
                  </a:cubicBezTo>
                  <a:cubicBezTo>
                    <a:pt x="0" y="2710"/>
                    <a:pt x="258" y="3054"/>
                    <a:pt x="620" y="3054"/>
                  </a:cubicBezTo>
                  <a:lnTo>
                    <a:pt x="744" y="3054"/>
                  </a:lnTo>
                  <a:cubicBezTo>
                    <a:pt x="848" y="4557"/>
                    <a:pt x="2094" y="5676"/>
                    <a:pt x="3546" y="5676"/>
                  </a:cubicBezTo>
                  <a:cubicBezTo>
                    <a:pt x="3698" y="5676"/>
                    <a:pt x="3852" y="5664"/>
                    <a:pt x="4007" y="5639"/>
                  </a:cubicBezTo>
                  <a:cubicBezTo>
                    <a:pt x="2624" y="5429"/>
                    <a:pt x="1603" y="4237"/>
                    <a:pt x="1603" y="2844"/>
                  </a:cubicBezTo>
                  <a:lnTo>
                    <a:pt x="1603" y="1527"/>
                  </a:lnTo>
                  <a:cubicBezTo>
                    <a:pt x="1603" y="926"/>
                    <a:pt x="2090" y="440"/>
                    <a:pt x="2700" y="430"/>
                  </a:cubicBezTo>
                  <a:lnTo>
                    <a:pt x="4446" y="430"/>
                  </a:lnTo>
                  <a:cubicBezTo>
                    <a:pt x="4684" y="430"/>
                    <a:pt x="4875" y="239"/>
                    <a:pt x="4875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87;p65">
              <a:extLst>
                <a:ext uri="{FF2B5EF4-FFF2-40B4-BE49-F238E27FC236}">
                  <a16:creationId xmlns:a16="http://schemas.microsoft.com/office/drawing/2014/main" id="{9520E703-4535-C6FB-3604-7D375BDC66FA}"/>
                </a:ext>
              </a:extLst>
            </p:cNvPr>
            <p:cNvSpPr/>
            <p:nvPr/>
          </p:nvSpPr>
          <p:spPr>
            <a:xfrm>
              <a:off x="5005608" y="2419290"/>
              <a:ext cx="119430" cy="45981"/>
            </a:xfrm>
            <a:custGeom>
              <a:avLst/>
              <a:gdLst/>
              <a:ahLst/>
              <a:cxnLst/>
              <a:rect l="l" t="t" r="r" b="b"/>
              <a:pathLst>
                <a:path w="4561" h="1756" extrusionOk="0">
                  <a:moveTo>
                    <a:pt x="697" y="0"/>
                  </a:moveTo>
                  <a:cubicBezTo>
                    <a:pt x="468" y="0"/>
                    <a:pt x="230" y="29"/>
                    <a:pt x="10" y="86"/>
                  </a:cubicBezTo>
                  <a:lnTo>
                    <a:pt x="10" y="220"/>
                  </a:lnTo>
                  <a:cubicBezTo>
                    <a:pt x="1" y="1059"/>
                    <a:pt x="688" y="1746"/>
                    <a:pt x="1537" y="1756"/>
                  </a:cubicBezTo>
                  <a:lnTo>
                    <a:pt x="4561" y="1756"/>
                  </a:lnTo>
                  <a:cubicBezTo>
                    <a:pt x="4122" y="697"/>
                    <a:pt x="3082" y="0"/>
                    <a:pt x="1937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88;p65">
              <a:extLst>
                <a:ext uri="{FF2B5EF4-FFF2-40B4-BE49-F238E27FC236}">
                  <a16:creationId xmlns:a16="http://schemas.microsoft.com/office/drawing/2014/main" id="{AC20C7A8-75AC-E651-FF55-F2B68242F314}"/>
                </a:ext>
              </a:extLst>
            </p:cNvPr>
            <p:cNvSpPr/>
            <p:nvPr/>
          </p:nvSpPr>
          <p:spPr>
            <a:xfrm>
              <a:off x="5000109" y="2527879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17" y="1"/>
                  </a:moveTo>
                  <a:cubicBezTo>
                    <a:pt x="108" y="1"/>
                    <a:pt x="1" y="75"/>
                    <a:pt x="1" y="223"/>
                  </a:cubicBezTo>
                  <a:lnTo>
                    <a:pt x="1" y="442"/>
                  </a:lnTo>
                  <a:cubicBezTo>
                    <a:pt x="1" y="556"/>
                    <a:pt x="96" y="661"/>
                    <a:pt x="220" y="661"/>
                  </a:cubicBezTo>
                  <a:cubicBezTo>
                    <a:pt x="335" y="661"/>
                    <a:pt x="440" y="556"/>
                    <a:pt x="440" y="442"/>
                  </a:cubicBezTo>
                  <a:lnTo>
                    <a:pt x="440" y="223"/>
                  </a:lnTo>
                  <a:cubicBezTo>
                    <a:pt x="435" y="75"/>
                    <a:pt x="325" y="1"/>
                    <a:pt x="217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89;p65">
              <a:extLst>
                <a:ext uri="{FF2B5EF4-FFF2-40B4-BE49-F238E27FC236}">
                  <a16:creationId xmlns:a16="http://schemas.microsoft.com/office/drawing/2014/main" id="{0B37A1EC-3FD3-86FB-29D8-9BE67FD1C94C}"/>
                </a:ext>
              </a:extLst>
            </p:cNvPr>
            <p:cNvSpPr/>
            <p:nvPr/>
          </p:nvSpPr>
          <p:spPr>
            <a:xfrm>
              <a:off x="5068818" y="2527879"/>
              <a:ext cx="11260" cy="17334"/>
            </a:xfrm>
            <a:custGeom>
              <a:avLst/>
              <a:gdLst/>
              <a:ahLst/>
              <a:cxnLst/>
              <a:rect l="l" t="t" r="r" b="b"/>
              <a:pathLst>
                <a:path w="430" h="662" extrusionOk="0">
                  <a:moveTo>
                    <a:pt x="215" y="1"/>
                  </a:moveTo>
                  <a:cubicBezTo>
                    <a:pt x="108" y="1"/>
                    <a:pt x="0" y="75"/>
                    <a:pt x="0" y="223"/>
                  </a:cubicBezTo>
                  <a:lnTo>
                    <a:pt x="0" y="442"/>
                  </a:lnTo>
                  <a:cubicBezTo>
                    <a:pt x="0" y="556"/>
                    <a:pt x="96" y="661"/>
                    <a:pt x="210" y="661"/>
                  </a:cubicBezTo>
                  <a:cubicBezTo>
                    <a:pt x="334" y="661"/>
                    <a:pt x="430" y="556"/>
                    <a:pt x="430" y="442"/>
                  </a:cubicBezTo>
                  <a:lnTo>
                    <a:pt x="430" y="223"/>
                  </a:lnTo>
                  <a:cubicBezTo>
                    <a:pt x="430" y="75"/>
                    <a:pt x="322" y="1"/>
                    <a:pt x="21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90;p65">
              <a:extLst>
                <a:ext uri="{FF2B5EF4-FFF2-40B4-BE49-F238E27FC236}">
                  <a16:creationId xmlns:a16="http://schemas.microsoft.com/office/drawing/2014/main" id="{BDD2473D-D40B-633E-7EF0-55829C10FAAE}"/>
                </a:ext>
              </a:extLst>
            </p:cNvPr>
            <p:cNvSpPr/>
            <p:nvPr/>
          </p:nvSpPr>
          <p:spPr>
            <a:xfrm>
              <a:off x="5014825" y="2567864"/>
              <a:ext cx="50537" cy="17334"/>
            </a:xfrm>
            <a:custGeom>
              <a:avLst/>
              <a:gdLst/>
              <a:ahLst/>
              <a:cxnLst/>
              <a:rect l="l" t="t" r="r" b="b"/>
              <a:pathLst>
                <a:path w="1930" h="662" extrusionOk="0">
                  <a:moveTo>
                    <a:pt x="311" y="0"/>
                  </a:moveTo>
                  <a:cubicBezTo>
                    <a:pt x="145" y="0"/>
                    <a:pt x="1" y="223"/>
                    <a:pt x="154" y="384"/>
                  </a:cubicBezTo>
                  <a:cubicBezTo>
                    <a:pt x="373" y="566"/>
                    <a:pt x="644" y="661"/>
                    <a:pt x="925" y="661"/>
                  </a:cubicBezTo>
                  <a:cubicBezTo>
                    <a:pt x="938" y="661"/>
                    <a:pt x="952" y="661"/>
                    <a:pt x="965" y="661"/>
                  </a:cubicBezTo>
                  <a:cubicBezTo>
                    <a:pt x="979" y="661"/>
                    <a:pt x="992" y="661"/>
                    <a:pt x="1006" y="661"/>
                  </a:cubicBezTo>
                  <a:cubicBezTo>
                    <a:pt x="1287" y="661"/>
                    <a:pt x="1558" y="566"/>
                    <a:pt x="1776" y="384"/>
                  </a:cubicBezTo>
                  <a:cubicBezTo>
                    <a:pt x="1930" y="223"/>
                    <a:pt x="1786" y="0"/>
                    <a:pt x="1620" y="0"/>
                  </a:cubicBezTo>
                  <a:cubicBezTo>
                    <a:pt x="1570" y="0"/>
                    <a:pt x="1517" y="21"/>
                    <a:pt x="1471" y="69"/>
                  </a:cubicBezTo>
                  <a:cubicBezTo>
                    <a:pt x="1318" y="174"/>
                    <a:pt x="1142" y="227"/>
                    <a:pt x="965" y="227"/>
                  </a:cubicBezTo>
                  <a:cubicBezTo>
                    <a:pt x="789" y="227"/>
                    <a:pt x="612" y="174"/>
                    <a:pt x="460" y="69"/>
                  </a:cubicBezTo>
                  <a:cubicBezTo>
                    <a:pt x="413" y="21"/>
                    <a:pt x="361" y="0"/>
                    <a:pt x="311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91;p65">
              <a:extLst>
                <a:ext uri="{FF2B5EF4-FFF2-40B4-BE49-F238E27FC236}">
                  <a16:creationId xmlns:a16="http://schemas.microsoft.com/office/drawing/2014/main" id="{4F94F7FC-E6EA-764D-50CD-95D88FD74BD3}"/>
                </a:ext>
              </a:extLst>
            </p:cNvPr>
            <p:cNvSpPr/>
            <p:nvPr/>
          </p:nvSpPr>
          <p:spPr>
            <a:xfrm>
              <a:off x="4992384" y="2510702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6" y="1"/>
                  </a:moveTo>
                  <a:cubicBezTo>
                    <a:pt x="0" y="1"/>
                    <a:pt x="0" y="440"/>
                    <a:pt x="286" y="440"/>
                  </a:cubicBezTo>
                  <a:lnTo>
                    <a:pt x="725" y="440"/>
                  </a:lnTo>
                  <a:cubicBezTo>
                    <a:pt x="1011" y="440"/>
                    <a:pt x="1011" y="1"/>
                    <a:pt x="725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92;p65">
              <a:extLst>
                <a:ext uri="{FF2B5EF4-FFF2-40B4-BE49-F238E27FC236}">
                  <a16:creationId xmlns:a16="http://schemas.microsoft.com/office/drawing/2014/main" id="{94CA9182-39CE-F9CE-E5D4-FC262679D2A0}"/>
                </a:ext>
              </a:extLst>
            </p:cNvPr>
            <p:cNvSpPr/>
            <p:nvPr/>
          </p:nvSpPr>
          <p:spPr>
            <a:xfrm>
              <a:off x="5061068" y="2510702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lnTo>
                    <a:pt x="726" y="440"/>
                  </a:lnTo>
                  <a:cubicBezTo>
                    <a:pt x="1012" y="440"/>
                    <a:pt x="1012" y="1"/>
                    <a:pt x="726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1044;p65">
            <a:extLst>
              <a:ext uri="{FF2B5EF4-FFF2-40B4-BE49-F238E27FC236}">
                <a16:creationId xmlns:a16="http://schemas.microsoft.com/office/drawing/2014/main" id="{8722A669-6A75-A8B6-3DF6-761C8CB01ED0}"/>
              </a:ext>
            </a:extLst>
          </p:cNvPr>
          <p:cNvSpPr txBox="1">
            <a:spLocks/>
          </p:cNvSpPr>
          <p:nvPr/>
        </p:nvSpPr>
        <p:spPr>
          <a:xfrm>
            <a:off x="1366793" y="3335122"/>
            <a:ext cx="2559965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dvent Pro Medium"/>
              <a:buNone/>
              <a:defRPr sz="18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marL="0" indent="0"/>
            <a:r>
              <a:rPr lang="en-GB" sz="1400" b="1" dirty="0">
                <a:latin typeface="Poppins" panose="00000500000000000000" pitchFamily="2" charset="0"/>
                <a:cs typeface="Poppins" panose="00000500000000000000" pitchFamily="2" charset="0"/>
              </a:rPr>
              <a:t>Muhammed Hany Hamdy</a:t>
            </a:r>
          </a:p>
        </p:txBody>
      </p:sp>
      <p:sp>
        <p:nvSpPr>
          <p:cNvPr id="57" name="Google Shape;1057;p65">
            <a:extLst>
              <a:ext uri="{FF2B5EF4-FFF2-40B4-BE49-F238E27FC236}">
                <a16:creationId xmlns:a16="http://schemas.microsoft.com/office/drawing/2014/main" id="{525A5459-1BF8-6065-FBC4-820B45B2F44F}"/>
              </a:ext>
            </a:extLst>
          </p:cNvPr>
          <p:cNvSpPr/>
          <p:nvPr/>
        </p:nvSpPr>
        <p:spPr>
          <a:xfrm>
            <a:off x="328600" y="2901424"/>
            <a:ext cx="1159797" cy="1195498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" name="Google Shape;1172;p65">
            <a:extLst>
              <a:ext uri="{FF2B5EF4-FFF2-40B4-BE49-F238E27FC236}">
                <a16:creationId xmlns:a16="http://schemas.microsoft.com/office/drawing/2014/main" id="{91B7755E-E645-88CD-25BE-01541843AC8A}"/>
              </a:ext>
            </a:extLst>
          </p:cNvPr>
          <p:cNvGrpSpPr/>
          <p:nvPr/>
        </p:nvGrpSpPr>
        <p:grpSpPr>
          <a:xfrm>
            <a:off x="771210" y="3326477"/>
            <a:ext cx="274576" cy="354728"/>
            <a:chOff x="4902936" y="2419290"/>
            <a:chExt cx="274576" cy="354728"/>
          </a:xfrm>
        </p:grpSpPr>
        <p:sp>
          <p:nvSpPr>
            <p:cNvPr id="59" name="Google Shape;1173;p65">
              <a:extLst>
                <a:ext uri="{FF2B5EF4-FFF2-40B4-BE49-F238E27FC236}">
                  <a16:creationId xmlns:a16="http://schemas.microsoft.com/office/drawing/2014/main" id="{7220F871-F859-2C84-8283-E3CE1AA04192}"/>
                </a:ext>
              </a:extLst>
            </p:cNvPr>
            <p:cNvSpPr/>
            <p:nvPr/>
          </p:nvSpPr>
          <p:spPr>
            <a:xfrm>
              <a:off x="4943418" y="2419290"/>
              <a:ext cx="193376" cy="131658"/>
            </a:xfrm>
            <a:custGeom>
              <a:avLst/>
              <a:gdLst/>
              <a:ahLst/>
              <a:cxnLst/>
              <a:rect l="l" t="t" r="r" b="b"/>
              <a:pathLst>
                <a:path w="7385" h="5028" extrusionOk="0">
                  <a:moveTo>
                    <a:pt x="3072" y="0"/>
                  </a:moveTo>
                  <a:cubicBezTo>
                    <a:pt x="1336" y="0"/>
                    <a:pt x="0" y="1546"/>
                    <a:pt x="267" y="3272"/>
                  </a:cubicBezTo>
                  <a:lnTo>
                    <a:pt x="534" y="5028"/>
                  </a:lnTo>
                  <a:lnTo>
                    <a:pt x="6850" y="5028"/>
                  </a:lnTo>
                  <a:lnTo>
                    <a:pt x="7127" y="3272"/>
                  </a:lnTo>
                  <a:cubicBezTo>
                    <a:pt x="7384" y="1546"/>
                    <a:pt x="6058" y="0"/>
                    <a:pt x="4312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74;p65">
              <a:extLst>
                <a:ext uri="{FF2B5EF4-FFF2-40B4-BE49-F238E27FC236}">
                  <a16:creationId xmlns:a16="http://schemas.microsoft.com/office/drawing/2014/main" id="{55A974AD-11C3-9241-AFD3-57FB3C1C7F30}"/>
                </a:ext>
              </a:extLst>
            </p:cNvPr>
            <p:cNvSpPr/>
            <p:nvPr/>
          </p:nvSpPr>
          <p:spPr>
            <a:xfrm>
              <a:off x="4902936" y="2613871"/>
              <a:ext cx="274576" cy="160147"/>
            </a:xfrm>
            <a:custGeom>
              <a:avLst/>
              <a:gdLst/>
              <a:ahLst/>
              <a:cxnLst/>
              <a:rect l="l" t="t" r="r" b="b"/>
              <a:pathLst>
                <a:path w="10486" h="6116" extrusionOk="0">
                  <a:moveTo>
                    <a:pt x="3712" y="1"/>
                  </a:moveTo>
                  <a:lnTo>
                    <a:pt x="3712" y="1031"/>
                  </a:lnTo>
                  <a:cubicBezTo>
                    <a:pt x="3712" y="1327"/>
                    <a:pt x="3521" y="1584"/>
                    <a:pt x="3244" y="1661"/>
                  </a:cubicBezTo>
                  <a:lnTo>
                    <a:pt x="945" y="2338"/>
                  </a:lnTo>
                  <a:cubicBezTo>
                    <a:pt x="382" y="2500"/>
                    <a:pt x="1" y="3015"/>
                    <a:pt x="1" y="3597"/>
                  </a:cubicBezTo>
                  <a:lnTo>
                    <a:pt x="1" y="5458"/>
                  </a:lnTo>
                  <a:cubicBezTo>
                    <a:pt x="1" y="5820"/>
                    <a:pt x="297" y="6116"/>
                    <a:pt x="659" y="6116"/>
                  </a:cubicBezTo>
                  <a:lnTo>
                    <a:pt x="9827" y="6116"/>
                  </a:lnTo>
                  <a:cubicBezTo>
                    <a:pt x="10189" y="6116"/>
                    <a:pt x="10485" y="5820"/>
                    <a:pt x="10485" y="5458"/>
                  </a:cubicBezTo>
                  <a:lnTo>
                    <a:pt x="10485" y="3597"/>
                  </a:lnTo>
                  <a:cubicBezTo>
                    <a:pt x="10485" y="3015"/>
                    <a:pt x="10104" y="2500"/>
                    <a:pt x="9541" y="2338"/>
                  </a:cubicBezTo>
                  <a:lnTo>
                    <a:pt x="7242" y="1661"/>
                  </a:lnTo>
                  <a:cubicBezTo>
                    <a:pt x="6965" y="1584"/>
                    <a:pt x="6774" y="1327"/>
                    <a:pt x="6774" y="1031"/>
                  </a:cubicBezTo>
                  <a:lnTo>
                    <a:pt x="6774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75;p65">
              <a:extLst>
                <a:ext uri="{FF2B5EF4-FFF2-40B4-BE49-F238E27FC236}">
                  <a16:creationId xmlns:a16="http://schemas.microsoft.com/office/drawing/2014/main" id="{BA9D7E5D-0E82-AB4F-EB35-E8EE6F54FCE5}"/>
                </a:ext>
              </a:extLst>
            </p:cNvPr>
            <p:cNvSpPr/>
            <p:nvPr/>
          </p:nvSpPr>
          <p:spPr>
            <a:xfrm>
              <a:off x="4902936" y="2657338"/>
              <a:ext cx="274576" cy="116680"/>
            </a:xfrm>
            <a:custGeom>
              <a:avLst/>
              <a:gdLst/>
              <a:ahLst/>
              <a:cxnLst/>
              <a:rect l="l" t="t" r="r" b="b"/>
              <a:pathLst>
                <a:path w="10486" h="4456" extrusionOk="0">
                  <a:moveTo>
                    <a:pt x="7242" y="1"/>
                  </a:moveTo>
                  <a:lnTo>
                    <a:pt x="7242" y="1"/>
                  </a:lnTo>
                  <a:cubicBezTo>
                    <a:pt x="7299" y="29"/>
                    <a:pt x="7366" y="58"/>
                    <a:pt x="7423" y="87"/>
                  </a:cubicBezTo>
                  <a:lnTo>
                    <a:pt x="5238" y="735"/>
                  </a:lnTo>
                  <a:lnTo>
                    <a:pt x="3054" y="87"/>
                  </a:lnTo>
                  <a:cubicBezTo>
                    <a:pt x="3120" y="58"/>
                    <a:pt x="3178" y="29"/>
                    <a:pt x="3244" y="1"/>
                  </a:cubicBezTo>
                  <a:lnTo>
                    <a:pt x="3244" y="1"/>
                  </a:lnTo>
                  <a:lnTo>
                    <a:pt x="936" y="678"/>
                  </a:lnTo>
                  <a:cubicBezTo>
                    <a:pt x="382" y="840"/>
                    <a:pt x="1" y="1355"/>
                    <a:pt x="1" y="1937"/>
                  </a:cubicBezTo>
                  <a:lnTo>
                    <a:pt x="1" y="3798"/>
                  </a:lnTo>
                  <a:cubicBezTo>
                    <a:pt x="1" y="4160"/>
                    <a:pt x="297" y="4456"/>
                    <a:pt x="659" y="4456"/>
                  </a:cubicBezTo>
                  <a:lnTo>
                    <a:pt x="9827" y="4456"/>
                  </a:lnTo>
                  <a:cubicBezTo>
                    <a:pt x="10189" y="4456"/>
                    <a:pt x="10485" y="4160"/>
                    <a:pt x="10485" y="3798"/>
                  </a:cubicBezTo>
                  <a:lnTo>
                    <a:pt x="10485" y="1937"/>
                  </a:lnTo>
                  <a:cubicBezTo>
                    <a:pt x="10485" y="1355"/>
                    <a:pt x="10094" y="840"/>
                    <a:pt x="9541" y="678"/>
                  </a:cubicBezTo>
                  <a:lnTo>
                    <a:pt x="7242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76;p65">
              <a:extLst>
                <a:ext uri="{FF2B5EF4-FFF2-40B4-BE49-F238E27FC236}">
                  <a16:creationId xmlns:a16="http://schemas.microsoft.com/office/drawing/2014/main" id="{1D0DE093-9F66-5FB2-A5A5-17EFA9325EA1}"/>
                </a:ext>
              </a:extLst>
            </p:cNvPr>
            <p:cNvSpPr/>
            <p:nvPr/>
          </p:nvSpPr>
          <p:spPr>
            <a:xfrm>
              <a:off x="4971384" y="2662104"/>
              <a:ext cx="137681" cy="111915"/>
            </a:xfrm>
            <a:custGeom>
              <a:avLst/>
              <a:gdLst/>
              <a:ahLst/>
              <a:cxnLst/>
              <a:rect l="l" t="t" r="r" b="b"/>
              <a:pathLst>
                <a:path w="5258" h="4274" extrusionOk="0">
                  <a:moveTo>
                    <a:pt x="773" y="0"/>
                  </a:moveTo>
                  <a:lnTo>
                    <a:pt x="516" y="267"/>
                  </a:lnTo>
                  <a:cubicBezTo>
                    <a:pt x="192" y="592"/>
                    <a:pt x="1" y="1030"/>
                    <a:pt x="10" y="1498"/>
                  </a:cubicBezTo>
                  <a:lnTo>
                    <a:pt x="10" y="4274"/>
                  </a:lnTo>
                  <a:lnTo>
                    <a:pt x="5257" y="4274"/>
                  </a:lnTo>
                  <a:lnTo>
                    <a:pt x="5257" y="1498"/>
                  </a:lnTo>
                  <a:cubicBezTo>
                    <a:pt x="5248" y="1030"/>
                    <a:pt x="5066" y="592"/>
                    <a:pt x="4733" y="267"/>
                  </a:cubicBezTo>
                  <a:lnTo>
                    <a:pt x="4475" y="0"/>
                  </a:lnTo>
                  <a:lnTo>
                    <a:pt x="2624" y="334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77;p65">
              <a:extLst>
                <a:ext uri="{FF2B5EF4-FFF2-40B4-BE49-F238E27FC236}">
                  <a16:creationId xmlns:a16="http://schemas.microsoft.com/office/drawing/2014/main" id="{B9C91467-E6F3-E131-1059-6333EC4E93CC}"/>
                </a:ext>
              </a:extLst>
            </p:cNvPr>
            <p:cNvSpPr/>
            <p:nvPr/>
          </p:nvSpPr>
          <p:spPr>
            <a:xfrm>
              <a:off x="4977878" y="2662104"/>
              <a:ext cx="124431" cy="46217"/>
            </a:xfrm>
            <a:custGeom>
              <a:avLst/>
              <a:gdLst/>
              <a:ahLst/>
              <a:cxnLst/>
              <a:rect l="l" t="t" r="r" b="b"/>
              <a:pathLst>
                <a:path w="4752" h="1765" extrusionOk="0">
                  <a:moveTo>
                    <a:pt x="525" y="0"/>
                  </a:moveTo>
                  <a:lnTo>
                    <a:pt x="268" y="267"/>
                  </a:lnTo>
                  <a:cubicBezTo>
                    <a:pt x="163" y="372"/>
                    <a:pt x="68" y="487"/>
                    <a:pt x="1" y="620"/>
                  </a:cubicBezTo>
                  <a:lnTo>
                    <a:pt x="802" y="1546"/>
                  </a:lnTo>
                  <a:cubicBezTo>
                    <a:pt x="932" y="1690"/>
                    <a:pt x="1113" y="1764"/>
                    <a:pt x="1295" y="1764"/>
                  </a:cubicBezTo>
                  <a:cubicBezTo>
                    <a:pt x="1461" y="1764"/>
                    <a:pt x="1628" y="1702"/>
                    <a:pt x="1756" y="1574"/>
                  </a:cubicBezTo>
                  <a:lnTo>
                    <a:pt x="2376" y="954"/>
                  </a:lnTo>
                  <a:lnTo>
                    <a:pt x="2996" y="1574"/>
                  </a:lnTo>
                  <a:cubicBezTo>
                    <a:pt x="3124" y="1702"/>
                    <a:pt x="3289" y="1764"/>
                    <a:pt x="3454" y="1764"/>
                  </a:cubicBezTo>
                  <a:cubicBezTo>
                    <a:pt x="3635" y="1764"/>
                    <a:pt x="3816" y="1690"/>
                    <a:pt x="3950" y="1546"/>
                  </a:cubicBezTo>
                  <a:lnTo>
                    <a:pt x="4752" y="620"/>
                  </a:lnTo>
                  <a:cubicBezTo>
                    <a:pt x="4675" y="487"/>
                    <a:pt x="4589" y="372"/>
                    <a:pt x="4485" y="267"/>
                  </a:cubicBezTo>
                  <a:lnTo>
                    <a:pt x="4227" y="0"/>
                  </a:lnTo>
                  <a:lnTo>
                    <a:pt x="2376" y="334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178;p65">
              <a:extLst>
                <a:ext uri="{FF2B5EF4-FFF2-40B4-BE49-F238E27FC236}">
                  <a16:creationId xmlns:a16="http://schemas.microsoft.com/office/drawing/2014/main" id="{ADAC0C1B-B8CE-0659-0FA8-969943EB348F}"/>
                </a:ext>
              </a:extLst>
            </p:cNvPr>
            <p:cNvSpPr/>
            <p:nvPr/>
          </p:nvSpPr>
          <p:spPr>
            <a:xfrm>
              <a:off x="5022837" y="2699574"/>
              <a:ext cx="34512" cy="74444"/>
            </a:xfrm>
            <a:custGeom>
              <a:avLst/>
              <a:gdLst/>
              <a:ahLst/>
              <a:cxnLst/>
              <a:rect l="l" t="t" r="r" b="b"/>
              <a:pathLst>
                <a:path w="1318" h="2843" extrusionOk="0">
                  <a:moveTo>
                    <a:pt x="344" y="0"/>
                  </a:moveTo>
                  <a:lnTo>
                    <a:pt x="1" y="2843"/>
                  </a:lnTo>
                  <a:lnTo>
                    <a:pt x="1317" y="2843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179;p65">
              <a:extLst>
                <a:ext uri="{FF2B5EF4-FFF2-40B4-BE49-F238E27FC236}">
                  <a16:creationId xmlns:a16="http://schemas.microsoft.com/office/drawing/2014/main" id="{DE26E80D-C9B4-9B22-D814-E65CD1447AEC}"/>
                </a:ext>
              </a:extLst>
            </p:cNvPr>
            <p:cNvSpPr/>
            <p:nvPr/>
          </p:nvSpPr>
          <p:spPr>
            <a:xfrm>
              <a:off x="5017103" y="2670823"/>
              <a:ext cx="45745" cy="34512"/>
            </a:xfrm>
            <a:custGeom>
              <a:avLst/>
              <a:gdLst/>
              <a:ahLst/>
              <a:cxnLst/>
              <a:rect l="l" t="t" r="r" b="b"/>
              <a:pathLst>
                <a:path w="1747" h="1318" extrusionOk="0">
                  <a:moveTo>
                    <a:pt x="1" y="1"/>
                  </a:moveTo>
                  <a:lnTo>
                    <a:pt x="392" y="1165"/>
                  </a:lnTo>
                  <a:cubicBezTo>
                    <a:pt x="420" y="1251"/>
                    <a:pt x="506" y="1317"/>
                    <a:pt x="602" y="1317"/>
                  </a:cubicBezTo>
                  <a:lnTo>
                    <a:pt x="1155" y="1317"/>
                  </a:lnTo>
                  <a:cubicBezTo>
                    <a:pt x="1250" y="1317"/>
                    <a:pt x="1336" y="1251"/>
                    <a:pt x="1365" y="1165"/>
                  </a:cubicBezTo>
                  <a:lnTo>
                    <a:pt x="1746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180;p65">
              <a:extLst>
                <a:ext uri="{FF2B5EF4-FFF2-40B4-BE49-F238E27FC236}">
                  <a16:creationId xmlns:a16="http://schemas.microsoft.com/office/drawing/2014/main" id="{F049C324-B969-1430-981F-E058B91CD743}"/>
                </a:ext>
              </a:extLst>
            </p:cNvPr>
            <p:cNvSpPr/>
            <p:nvPr/>
          </p:nvSpPr>
          <p:spPr>
            <a:xfrm>
              <a:off x="5000109" y="2613635"/>
              <a:ext cx="79969" cy="22938"/>
            </a:xfrm>
            <a:custGeom>
              <a:avLst/>
              <a:gdLst/>
              <a:ahLst/>
              <a:cxnLst/>
              <a:rect l="l" t="t" r="r" b="b"/>
              <a:pathLst>
                <a:path w="3054" h="876" extrusionOk="0">
                  <a:moveTo>
                    <a:pt x="1" y="0"/>
                  </a:moveTo>
                  <a:lnTo>
                    <a:pt x="1" y="496"/>
                  </a:lnTo>
                  <a:cubicBezTo>
                    <a:pt x="478" y="749"/>
                    <a:pt x="1003" y="876"/>
                    <a:pt x="1527" y="876"/>
                  </a:cubicBezTo>
                  <a:cubicBezTo>
                    <a:pt x="2052" y="876"/>
                    <a:pt x="2577" y="749"/>
                    <a:pt x="3054" y="496"/>
                  </a:cubicBezTo>
                  <a:lnTo>
                    <a:pt x="3054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181;p65">
              <a:extLst>
                <a:ext uri="{FF2B5EF4-FFF2-40B4-BE49-F238E27FC236}">
                  <a16:creationId xmlns:a16="http://schemas.microsoft.com/office/drawing/2014/main" id="{04C377F5-44B6-BAFA-CB3B-940F325F41FF}"/>
                </a:ext>
              </a:extLst>
            </p:cNvPr>
            <p:cNvSpPr/>
            <p:nvPr/>
          </p:nvSpPr>
          <p:spPr>
            <a:xfrm>
              <a:off x="4981125" y="2646602"/>
              <a:ext cx="58995" cy="50301"/>
            </a:xfrm>
            <a:custGeom>
              <a:avLst/>
              <a:gdLst/>
              <a:ahLst/>
              <a:cxnLst/>
              <a:rect l="l" t="t" r="r" b="b"/>
              <a:pathLst>
                <a:path w="2253" h="1921" extrusionOk="0">
                  <a:moveTo>
                    <a:pt x="583" y="1"/>
                  </a:moveTo>
                  <a:lnTo>
                    <a:pt x="1" y="697"/>
                  </a:lnTo>
                  <a:lnTo>
                    <a:pt x="1002" y="1851"/>
                  </a:lnTo>
                  <a:cubicBezTo>
                    <a:pt x="1048" y="1897"/>
                    <a:pt x="1109" y="1921"/>
                    <a:pt x="1171" y="1921"/>
                  </a:cubicBezTo>
                  <a:cubicBezTo>
                    <a:pt x="1226" y="1921"/>
                    <a:pt x="1282" y="1901"/>
                    <a:pt x="1327" y="1861"/>
                  </a:cubicBezTo>
                  <a:lnTo>
                    <a:pt x="2252" y="936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182;p65">
              <a:extLst>
                <a:ext uri="{FF2B5EF4-FFF2-40B4-BE49-F238E27FC236}">
                  <a16:creationId xmlns:a16="http://schemas.microsoft.com/office/drawing/2014/main" id="{044C7653-0330-4548-3B38-5876904F98FC}"/>
                </a:ext>
              </a:extLst>
            </p:cNvPr>
            <p:cNvSpPr/>
            <p:nvPr/>
          </p:nvSpPr>
          <p:spPr>
            <a:xfrm>
              <a:off x="5040093" y="2646602"/>
              <a:ext cx="58969" cy="50301"/>
            </a:xfrm>
            <a:custGeom>
              <a:avLst/>
              <a:gdLst/>
              <a:ahLst/>
              <a:cxnLst/>
              <a:rect l="l" t="t" r="r" b="b"/>
              <a:pathLst>
                <a:path w="2252" h="1921" extrusionOk="0">
                  <a:moveTo>
                    <a:pt x="1679" y="1"/>
                  </a:moveTo>
                  <a:lnTo>
                    <a:pt x="0" y="936"/>
                  </a:lnTo>
                  <a:lnTo>
                    <a:pt x="926" y="1861"/>
                  </a:lnTo>
                  <a:cubicBezTo>
                    <a:pt x="971" y="1901"/>
                    <a:pt x="1026" y="1921"/>
                    <a:pt x="1082" y="1921"/>
                  </a:cubicBezTo>
                  <a:cubicBezTo>
                    <a:pt x="1143" y="1921"/>
                    <a:pt x="1205" y="1897"/>
                    <a:pt x="1250" y="1851"/>
                  </a:cubicBezTo>
                  <a:lnTo>
                    <a:pt x="2252" y="697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183;p65">
              <a:extLst>
                <a:ext uri="{FF2B5EF4-FFF2-40B4-BE49-F238E27FC236}">
                  <a16:creationId xmlns:a16="http://schemas.microsoft.com/office/drawing/2014/main" id="{8E5D980C-4639-C636-5959-C2DEBF2C8A32}"/>
                </a:ext>
              </a:extLst>
            </p:cNvPr>
            <p:cNvSpPr/>
            <p:nvPr/>
          </p:nvSpPr>
          <p:spPr>
            <a:xfrm>
              <a:off x="4931923" y="2630865"/>
              <a:ext cx="68212" cy="143153"/>
            </a:xfrm>
            <a:custGeom>
              <a:avLst/>
              <a:gdLst/>
              <a:ahLst/>
              <a:cxnLst/>
              <a:rect l="l" t="t" r="r" b="b"/>
              <a:pathLst>
                <a:path w="2605" h="5467" extrusionOk="0">
                  <a:moveTo>
                    <a:pt x="2605" y="1"/>
                  </a:moveTo>
                  <a:cubicBezTo>
                    <a:pt x="2605" y="1"/>
                    <a:pt x="1002" y="401"/>
                    <a:pt x="477" y="1966"/>
                  </a:cubicBezTo>
                  <a:cubicBezTo>
                    <a:pt x="439" y="2099"/>
                    <a:pt x="458" y="2242"/>
                    <a:pt x="535" y="2357"/>
                  </a:cubicBezTo>
                  <a:lnTo>
                    <a:pt x="859" y="2843"/>
                  </a:lnTo>
                  <a:lnTo>
                    <a:pt x="153" y="3549"/>
                  </a:lnTo>
                  <a:cubicBezTo>
                    <a:pt x="48" y="3654"/>
                    <a:pt x="0" y="3807"/>
                    <a:pt x="29" y="3950"/>
                  </a:cubicBezTo>
                  <a:lnTo>
                    <a:pt x="420" y="5467"/>
                  </a:lnTo>
                  <a:lnTo>
                    <a:pt x="1508" y="5457"/>
                  </a:lnTo>
                  <a:lnTo>
                    <a:pt x="1508" y="2691"/>
                  </a:lnTo>
                  <a:cubicBezTo>
                    <a:pt x="1508" y="2223"/>
                    <a:pt x="1699" y="1785"/>
                    <a:pt x="2023" y="1451"/>
                  </a:cubicBezTo>
                  <a:lnTo>
                    <a:pt x="2280" y="1193"/>
                  </a:lnTo>
                  <a:cubicBezTo>
                    <a:pt x="2490" y="993"/>
                    <a:pt x="2605" y="707"/>
                    <a:pt x="2605" y="420"/>
                  </a:cubicBezTo>
                  <a:lnTo>
                    <a:pt x="2605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184;p65">
              <a:extLst>
                <a:ext uri="{FF2B5EF4-FFF2-40B4-BE49-F238E27FC236}">
                  <a16:creationId xmlns:a16="http://schemas.microsoft.com/office/drawing/2014/main" id="{9E61D68E-8448-CAC6-A50D-2C0EF4EA797C}"/>
                </a:ext>
              </a:extLst>
            </p:cNvPr>
            <p:cNvSpPr/>
            <p:nvPr/>
          </p:nvSpPr>
          <p:spPr>
            <a:xfrm>
              <a:off x="5080052" y="2630865"/>
              <a:ext cx="68212" cy="143153"/>
            </a:xfrm>
            <a:custGeom>
              <a:avLst/>
              <a:gdLst/>
              <a:ahLst/>
              <a:cxnLst/>
              <a:rect l="l" t="t" r="r" b="b"/>
              <a:pathLst>
                <a:path w="2605" h="5467" extrusionOk="0">
                  <a:moveTo>
                    <a:pt x="1" y="1"/>
                  </a:moveTo>
                  <a:lnTo>
                    <a:pt x="1" y="420"/>
                  </a:lnTo>
                  <a:cubicBezTo>
                    <a:pt x="1" y="707"/>
                    <a:pt x="115" y="993"/>
                    <a:pt x="325" y="1193"/>
                  </a:cubicBezTo>
                  <a:lnTo>
                    <a:pt x="583" y="1451"/>
                  </a:lnTo>
                  <a:cubicBezTo>
                    <a:pt x="907" y="1785"/>
                    <a:pt x="1098" y="2223"/>
                    <a:pt x="1098" y="2691"/>
                  </a:cubicBezTo>
                  <a:lnTo>
                    <a:pt x="1098" y="5457"/>
                  </a:lnTo>
                  <a:lnTo>
                    <a:pt x="2185" y="5467"/>
                  </a:lnTo>
                  <a:lnTo>
                    <a:pt x="2576" y="3950"/>
                  </a:lnTo>
                  <a:cubicBezTo>
                    <a:pt x="2605" y="3807"/>
                    <a:pt x="2557" y="3654"/>
                    <a:pt x="2452" y="3549"/>
                  </a:cubicBezTo>
                  <a:lnTo>
                    <a:pt x="1746" y="2843"/>
                  </a:lnTo>
                  <a:lnTo>
                    <a:pt x="2071" y="2357"/>
                  </a:lnTo>
                  <a:cubicBezTo>
                    <a:pt x="2147" y="2242"/>
                    <a:pt x="2166" y="2099"/>
                    <a:pt x="2128" y="1966"/>
                  </a:cubicBezTo>
                  <a:cubicBezTo>
                    <a:pt x="1603" y="4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5" name="Google Shape;1185;p65">
              <a:extLst>
                <a:ext uri="{FF2B5EF4-FFF2-40B4-BE49-F238E27FC236}">
                  <a16:creationId xmlns:a16="http://schemas.microsoft.com/office/drawing/2014/main" id="{1CE0EA18-5418-6755-C019-D206E66E4E3F}"/>
                </a:ext>
              </a:extLst>
            </p:cNvPr>
            <p:cNvSpPr/>
            <p:nvPr/>
          </p:nvSpPr>
          <p:spPr>
            <a:xfrm>
              <a:off x="4946403" y="2476478"/>
              <a:ext cx="187144" cy="148678"/>
            </a:xfrm>
            <a:custGeom>
              <a:avLst/>
              <a:gdLst/>
              <a:ahLst/>
              <a:cxnLst/>
              <a:rect l="l" t="t" r="r" b="b"/>
              <a:pathLst>
                <a:path w="7147" h="5678" extrusionOk="0">
                  <a:moveTo>
                    <a:pt x="2233" y="1"/>
                  </a:moveTo>
                  <a:cubicBezTo>
                    <a:pt x="1470" y="1"/>
                    <a:pt x="897" y="707"/>
                    <a:pt x="1060" y="1461"/>
                  </a:cubicBezTo>
                  <a:cubicBezTo>
                    <a:pt x="1117" y="1718"/>
                    <a:pt x="926" y="1966"/>
                    <a:pt x="659" y="1966"/>
                  </a:cubicBezTo>
                  <a:lnTo>
                    <a:pt x="649" y="1966"/>
                  </a:lnTo>
                  <a:cubicBezTo>
                    <a:pt x="392" y="1966"/>
                    <a:pt x="172" y="2128"/>
                    <a:pt x="106" y="2367"/>
                  </a:cubicBezTo>
                  <a:cubicBezTo>
                    <a:pt x="1" y="2710"/>
                    <a:pt x="268" y="3054"/>
                    <a:pt x="630" y="3063"/>
                  </a:cubicBezTo>
                  <a:lnTo>
                    <a:pt x="745" y="3063"/>
                  </a:lnTo>
                  <a:cubicBezTo>
                    <a:pt x="859" y="4532"/>
                    <a:pt x="2090" y="5677"/>
                    <a:pt x="3578" y="5677"/>
                  </a:cubicBezTo>
                  <a:cubicBezTo>
                    <a:pt x="5057" y="5677"/>
                    <a:pt x="6288" y="4532"/>
                    <a:pt x="6402" y="3063"/>
                  </a:cubicBezTo>
                  <a:lnTo>
                    <a:pt x="6526" y="3063"/>
                  </a:lnTo>
                  <a:cubicBezTo>
                    <a:pt x="6889" y="3054"/>
                    <a:pt x="7146" y="2710"/>
                    <a:pt x="7051" y="2367"/>
                  </a:cubicBezTo>
                  <a:cubicBezTo>
                    <a:pt x="6974" y="2128"/>
                    <a:pt x="6755" y="1966"/>
                    <a:pt x="6507" y="1966"/>
                  </a:cubicBezTo>
                  <a:lnTo>
                    <a:pt x="6497" y="1966"/>
                  </a:lnTo>
                  <a:cubicBezTo>
                    <a:pt x="6230" y="1966"/>
                    <a:pt x="6040" y="1718"/>
                    <a:pt x="6097" y="1461"/>
                  </a:cubicBezTo>
                  <a:cubicBezTo>
                    <a:pt x="6259" y="707"/>
                    <a:pt x="5687" y="1"/>
                    <a:pt x="4923" y="1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186;p65">
              <a:extLst>
                <a:ext uri="{FF2B5EF4-FFF2-40B4-BE49-F238E27FC236}">
                  <a16:creationId xmlns:a16="http://schemas.microsoft.com/office/drawing/2014/main" id="{CC49F8E7-BBE6-37E1-E079-4F560BAF47A4}"/>
                </a:ext>
              </a:extLst>
            </p:cNvPr>
            <p:cNvSpPr/>
            <p:nvPr/>
          </p:nvSpPr>
          <p:spPr>
            <a:xfrm>
              <a:off x="4946665" y="2476478"/>
              <a:ext cx="127678" cy="148652"/>
            </a:xfrm>
            <a:custGeom>
              <a:avLst/>
              <a:gdLst/>
              <a:ahLst/>
              <a:cxnLst/>
              <a:rect l="l" t="t" r="r" b="b"/>
              <a:pathLst>
                <a:path w="4876" h="5677" extrusionOk="0">
                  <a:moveTo>
                    <a:pt x="2223" y="1"/>
                  </a:moveTo>
                  <a:cubicBezTo>
                    <a:pt x="1460" y="1"/>
                    <a:pt x="887" y="707"/>
                    <a:pt x="1059" y="1461"/>
                  </a:cubicBezTo>
                  <a:cubicBezTo>
                    <a:pt x="1107" y="1718"/>
                    <a:pt x="916" y="1966"/>
                    <a:pt x="649" y="1966"/>
                  </a:cubicBezTo>
                  <a:lnTo>
                    <a:pt x="639" y="1966"/>
                  </a:lnTo>
                  <a:cubicBezTo>
                    <a:pt x="632" y="1966"/>
                    <a:pt x="626" y="1966"/>
                    <a:pt x="619" y="1966"/>
                  </a:cubicBezTo>
                  <a:cubicBezTo>
                    <a:pt x="379" y="1966"/>
                    <a:pt x="161" y="2125"/>
                    <a:pt x="96" y="2357"/>
                  </a:cubicBezTo>
                  <a:cubicBezTo>
                    <a:pt x="0" y="2710"/>
                    <a:pt x="258" y="3054"/>
                    <a:pt x="620" y="3054"/>
                  </a:cubicBezTo>
                  <a:lnTo>
                    <a:pt x="744" y="3054"/>
                  </a:lnTo>
                  <a:cubicBezTo>
                    <a:pt x="848" y="4557"/>
                    <a:pt x="2094" y="5676"/>
                    <a:pt x="3546" y="5676"/>
                  </a:cubicBezTo>
                  <a:cubicBezTo>
                    <a:pt x="3698" y="5676"/>
                    <a:pt x="3852" y="5664"/>
                    <a:pt x="4007" y="5639"/>
                  </a:cubicBezTo>
                  <a:cubicBezTo>
                    <a:pt x="2624" y="5429"/>
                    <a:pt x="1603" y="4237"/>
                    <a:pt x="1603" y="2844"/>
                  </a:cubicBezTo>
                  <a:lnTo>
                    <a:pt x="1603" y="1527"/>
                  </a:lnTo>
                  <a:cubicBezTo>
                    <a:pt x="1603" y="926"/>
                    <a:pt x="2090" y="440"/>
                    <a:pt x="2700" y="430"/>
                  </a:cubicBezTo>
                  <a:lnTo>
                    <a:pt x="4446" y="430"/>
                  </a:lnTo>
                  <a:cubicBezTo>
                    <a:pt x="4684" y="430"/>
                    <a:pt x="4875" y="239"/>
                    <a:pt x="4875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187;p65">
              <a:extLst>
                <a:ext uri="{FF2B5EF4-FFF2-40B4-BE49-F238E27FC236}">
                  <a16:creationId xmlns:a16="http://schemas.microsoft.com/office/drawing/2014/main" id="{3793BEDD-ED2E-13C5-FF05-7C637D984A61}"/>
                </a:ext>
              </a:extLst>
            </p:cNvPr>
            <p:cNvSpPr/>
            <p:nvPr/>
          </p:nvSpPr>
          <p:spPr>
            <a:xfrm>
              <a:off x="5005608" y="2419290"/>
              <a:ext cx="119430" cy="45981"/>
            </a:xfrm>
            <a:custGeom>
              <a:avLst/>
              <a:gdLst/>
              <a:ahLst/>
              <a:cxnLst/>
              <a:rect l="l" t="t" r="r" b="b"/>
              <a:pathLst>
                <a:path w="4561" h="1756" extrusionOk="0">
                  <a:moveTo>
                    <a:pt x="697" y="0"/>
                  </a:moveTo>
                  <a:cubicBezTo>
                    <a:pt x="468" y="0"/>
                    <a:pt x="230" y="29"/>
                    <a:pt x="10" y="86"/>
                  </a:cubicBezTo>
                  <a:lnTo>
                    <a:pt x="10" y="220"/>
                  </a:lnTo>
                  <a:cubicBezTo>
                    <a:pt x="1" y="1059"/>
                    <a:pt x="688" y="1746"/>
                    <a:pt x="1537" y="1756"/>
                  </a:cubicBezTo>
                  <a:lnTo>
                    <a:pt x="4561" y="1756"/>
                  </a:lnTo>
                  <a:cubicBezTo>
                    <a:pt x="4122" y="697"/>
                    <a:pt x="3082" y="0"/>
                    <a:pt x="1937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188;p65">
              <a:extLst>
                <a:ext uri="{FF2B5EF4-FFF2-40B4-BE49-F238E27FC236}">
                  <a16:creationId xmlns:a16="http://schemas.microsoft.com/office/drawing/2014/main" id="{AD320394-2B67-45A1-099D-78AD4BED886F}"/>
                </a:ext>
              </a:extLst>
            </p:cNvPr>
            <p:cNvSpPr/>
            <p:nvPr/>
          </p:nvSpPr>
          <p:spPr>
            <a:xfrm>
              <a:off x="5000109" y="2527879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17" y="1"/>
                  </a:moveTo>
                  <a:cubicBezTo>
                    <a:pt x="108" y="1"/>
                    <a:pt x="1" y="75"/>
                    <a:pt x="1" y="223"/>
                  </a:cubicBezTo>
                  <a:lnTo>
                    <a:pt x="1" y="442"/>
                  </a:lnTo>
                  <a:cubicBezTo>
                    <a:pt x="1" y="556"/>
                    <a:pt x="96" y="661"/>
                    <a:pt x="220" y="661"/>
                  </a:cubicBezTo>
                  <a:cubicBezTo>
                    <a:pt x="335" y="661"/>
                    <a:pt x="440" y="556"/>
                    <a:pt x="440" y="442"/>
                  </a:cubicBezTo>
                  <a:lnTo>
                    <a:pt x="440" y="223"/>
                  </a:lnTo>
                  <a:cubicBezTo>
                    <a:pt x="435" y="75"/>
                    <a:pt x="325" y="1"/>
                    <a:pt x="217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189;p65">
              <a:extLst>
                <a:ext uri="{FF2B5EF4-FFF2-40B4-BE49-F238E27FC236}">
                  <a16:creationId xmlns:a16="http://schemas.microsoft.com/office/drawing/2014/main" id="{79D92DAE-E0E4-0551-7526-FECAB36D35D8}"/>
                </a:ext>
              </a:extLst>
            </p:cNvPr>
            <p:cNvSpPr/>
            <p:nvPr/>
          </p:nvSpPr>
          <p:spPr>
            <a:xfrm>
              <a:off x="5068818" y="2527879"/>
              <a:ext cx="11260" cy="17334"/>
            </a:xfrm>
            <a:custGeom>
              <a:avLst/>
              <a:gdLst/>
              <a:ahLst/>
              <a:cxnLst/>
              <a:rect l="l" t="t" r="r" b="b"/>
              <a:pathLst>
                <a:path w="430" h="662" extrusionOk="0">
                  <a:moveTo>
                    <a:pt x="215" y="1"/>
                  </a:moveTo>
                  <a:cubicBezTo>
                    <a:pt x="108" y="1"/>
                    <a:pt x="0" y="75"/>
                    <a:pt x="0" y="223"/>
                  </a:cubicBezTo>
                  <a:lnTo>
                    <a:pt x="0" y="442"/>
                  </a:lnTo>
                  <a:cubicBezTo>
                    <a:pt x="0" y="556"/>
                    <a:pt x="96" y="661"/>
                    <a:pt x="210" y="661"/>
                  </a:cubicBezTo>
                  <a:cubicBezTo>
                    <a:pt x="334" y="661"/>
                    <a:pt x="430" y="556"/>
                    <a:pt x="430" y="442"/>
                  </a:cubicBezTo>
                  <a:lnTo>
                    <a:pt x="430" y="223"/>
                  </a:lnTo>
                  <a:cubicBezTo>
                    <a:pt x="430" y="75"/>
                    <a:pt x="322" y="1"/>
                    <a:pt x="21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190;p65">
              <a:extLst>
                <a:ext uri="{FF2B5EF4-FFF2-40B4-BE49-F238E27FC236}">
                  <a16:creationId xmlns:a16="http://schemas.microsoft.com/office/drawing/2014/main" id="{1F4C888F-907C-9C16-29DD-C6A74203247A}"/>
                </a:ext>
              </a:extLst>
            </p:cNvPr>
            <p:cNvSpPr/>
            <p:nvPr/>
          </p:nvSpPr>
          <p:spPr>
            <a:xfrm>
              <a:off x="5014825" y="2567864"/>
              <a:ext cx="50537" cy="17334"/>
            </a:xfrm>
            <a:custGeom>
              <a:avLst/>
              <a:gdLst/>
              <a:ahLst/>
              <a:cxnLst/>
              <a:rect l="l" t="t" r="r" b="b"/>
              <a:pathLst>
                <a:path w="1930" h="662" extrusionOk="0">
                  <a:moveTo>
                    <a:pt x="311" y="0"/>
                  </a:moveTo>
                  <a:cubicBezTo>
                    <a:pt x="145" y="0"/>
                    <a:pt x="1" y="223"/>
                    <a:pt x="154" y="384"/>
                  </a:cubicBezTo>
                  <a:cubicBezTo>
                    <a:pt x="373" y="566"/>
                    <a:pt x="644" y="661"/>
                    <a:pt x="925" y="661"/>
                  </a:cubicBezTo>
                  <a:cubicBezTo>
                    <a:pt x="938" y="661"/>
                    <a:pt x="952" y="661"/>
                    <a:pt x="965" y="661"/>
                  </a:cubicBezTo>
                  <a:cubicBezTo>
                    <a:pt x="979" y="661"/>
                    <a:pt x="992" y="661"/>
                    <a:pt x="1006" y="661"/>
                  </a:cubicBezTo>
                  <a:cubicBezTo>
                    <a:pt x="1287" y="661"/>
                    <a:pt x="1558" y="566"/>
                    <a:pt x="1776" y="384"/>
                  </a:cubicBezTo>
                  <a:cubicBezTo>
                    <a:pt x="1930" y="223"/>
                    <a:pt x="1786" y="0"/>
                    <a:pt x="1620" y="0"/>
                  </a:cubicBezTo>
                  <a:cubicBezTo>
                    <a:pt x="1570" y="0"/>
                    <a:pt x="1517" y="21"/>
                    <a:pt x="1471" y="69"/>
                  </a:cubicBezTo>
                  <a:cubicBezTo>
                    <a:pt x="1318" y="174"/>
                    <a:pt x="1142" y="227"/>
                    <a:pt x="965" y="227"/>
                  </a:cubicBezTo>
                  <a:cubicBezTo>
                    <a:pt x="789" y="227"/>
                    <a:pt x="612" y="174"/>
                    <a:pt x="460" y="69"/>
                  </a:cubicBezTo>
                  <a:cubicBezTo>
                    <a:pt x="413" y="21"/>
                    <a:pt x="361" y="0"/>
                    <a:pt x="311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191;p65">
              <a:extLst>
                <a:ext uri="{FF2B5EF4-FFF2-40B4-BE49-F238E27FC236}">
                  <a16:creationId xmlns:a16="http://schemas.microsoft.com/office/drawing/2014/main" id="{EA50BFA4-3FF7-26CF-A3E1-81BB1B6FC958}"/>
                </a:ext>
              </a:extLst>
            </p:cNvPr>
            <p:cNvSpPr/>
            <p:nvPr/>
          </p:nvSpPr>
          <p:spPr>
            <a:xfrm>
              <a:off x="4992384" y="2510702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6" y="1"/>
                  </a:moveTo>
                  <a:cubicBezTo>
                    <a:pt x="0" y="1"/>
                    <a:pt x="0" y="440"/>
                    <a:pt x="286" y="440"/>
                  </a:cubicBezTo>
                  <a:lnTo>
                    <a:pt x="725" y="440"/>
                  </a:lnTo>
                  <a:cubicBezTo>
                    <a:pt x="1011" y="440"/>
                    <a:pt x="1011" y="1"/>
                    <a:pt x="725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192;p65">
              <a:extLst>
                <a:ext uri="{FF2B5EF4-FFF2-40B4-BE49-F238E27FC236}">
                  <a16:creationId xmlns:a16="http://schemas.microsoft.com/office/drawing/2014/main" id="{98A1350C-3191-908B-7CAA-73E456DB6703}"/>
                </a:ext>
              </a:extLst>
            </p:cNvPr>
            <p:cNvSpPr/>
            <p:nvPr/>
          </p:nvSpPr>
          <p:spPr>
            <a:xfrm>
              <a:off x="5061068" y="2510702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lnTo>
                    <a:pt x="726" y="440"/>
                  </a:lnTo>
                  <a:cubicBezTo>
                    <a:pt x="1012" y="440"/>
                    <a:pt x="1012" y="1"/>
                    <a:pt x="726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0" name="Google Shape;1044;p65">
            <a:extLst>
              <a:ext uri="{FF2B5EF4-FFF2-40B4-BE49-F238E27FC236}">
                <a16:creationId xmlns:a16="http://schemas.microsoft.com/office/drawing/2014/main" id="{22FE3CA4-3380-226D-1CFE-A89A9DACF308}"/>
              </a:ext>
            </a:extLst>
          </p:cNvPr>
          <p:cNvSpPr txBox="1">
            <a:spLocks/>
          </p:cNvSpPr>
          <p:nvPr/>
        </p:nvSpPr>
        <p:spPr>
          <a:xfrm>
            <a:off x="6015248" y="1077043"/>
            <a:ext cx="2559965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dvent Pro Medium"/>
              <a:buNone/>
              <a:defRPr sz="18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marL="0" indent="0"/>
            <a:r>
              <a:rPr lang="en-GB" sz="1400" b="1" dirty="0">
                <a:latin typeface="Poppins" panose="00000500000000000000" pitchFamily="2" charset="0"/>
                <a:cs typeface="Poppins" panose="00000500000000000000" pitchFamily="2" charset="0"/>
              </a:rPr>
              <a:t>Rowan Sherif Salh</a:t>
            </a:r>
          </a:p>
        </p:txBody>
      </p:sp>
      <p:sp>
        <p:nvSpPr>
          <p:cNvPr id="1791" name="Google Shape;1057;p65">
            <a:extLst>
              <a:ext uri="{FF2B5EF4-FFF2-40B4-BE49-F238E27FC236}">
                <a16:creationId xmlns:a16="http://schemas.microsoft.com/office/drawing/2014/main" id="{B8963A1B-8512-0739-F51F-38570CF291D8}"/>
              </a:ext>
            </a:extLst>
          </p:cNvPr>
          <p:cNvSpPr/>
          <p:nvPr/>
        </p:nvSpPr>
        <p:spPr>
          <a:xfrm>
            <a:off x="4977055" y="643345"/>
            <a:ext cx="1159797" cy="1195498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2" name="Picture 1791">
            <a:extLst>
              <a:ext uri="{FF2B5EF4-FFF2-40B4-BE49-F238E27FC236}">
                <a16:creationId xmlns:a16="http://schemas.microsoft.com/office/drawing/2014/main" id="{F842D68D-7CBA-8BF6-F6B6-4C3B8A1C6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152" y="1058421"/>
            <a:ext cx="247601" cy="371401"/>
          </a:xfrm>
          <a:prstGeom prst="rect">
            <a:avLst/>
          </a:prstGeom>
        </p:spPr>
      </p:pic>
      <p:sp>
        <p:nvSpPr>
          <p:cNvPr id="1796" name="Google Shape;1044;p65">
            <a:extLst>
              <a:ext uri="{FF2B5EF4-FFF2-40B4-BE49-F238E27FC236}">
                <a16:creationId xmlns:a16="http://schemas.microsoft.com/office/drawing/2014/main" id="{EC79541B-AC5A-3306-5F02-F1985E13EC38}"/>
              </a:ext>
            </a:extLst>
          </p:cNvPr>
          <p:cNvSpPr txBox="1">
            <a:spLocks/>
          </p:cNvSpPr>
          <p:nvPr/>
        </p:nvSpPr>
        <p:spPr>
          <a:xfrm>
            <a:off x="6015248" y="2246671"/>
            <a:ext cx="2559965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dvent Pro Medium"/>
              <a:buNone/>
              <a:defRPr sz="18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marL="0" indent="0"/>
            <a:r>
              <a:rPr lang="en-GB" sz="1400" b="1" dirty="0">
                <a:latin typeface="Poppins" panose="00000500000000000000" pitchFamily="2" charset="0"/>
                <a:cs typeface="Poppins" panose="00000500000000000000" pitchFamily="2" charset="0"/>
              </a:rPr>
              <a:t>Malak Ashraf Rezk</a:t>
            </a:r>
          </a:p>
        </p:txBody>
      </p:sp>
      <p:sp>
        <p:nvSpPr>
          <p:cNvPr id="1797" name="Google Shape;1057;p65">
            <a:extLst>
              <a:ext uri="{FF2B5EF4-FFF2-40B4-BE49-F238E27FC236}">
                <a16:creationId xmlns:a16="http://schemas.microsoft.com/office/drawing/2014/main" id="{87342D62-C803-C1EB-86F7-2A6371308001}"/>
              </a:ext>
            </a:extLst>
          </p:cNvPr>
          <p:cNvSpPr/>
          <p:nvPr/>
        </p:nvSpPr>
        <p:spPr>
          <a:xfrm>
            <a:off x="4977055" y="1812973"/>
            <a:ext cx="1159797" cy="1195498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8" name="Picture 1797">
            <a:extLst>
              <a:ext uri="{FF2B5EF4-FFF2-40B4-BE49-F238E27FC236}">
                <a16:creationId xmlns:a16="http://schemas.microsoft.com/office/drawing/2014/main" id="{081FAEFD-D1A6-3D02-F2EE-402179363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152" y="2228049"/>
            <a:ext cx="247601" cy="371401"/>
          </a:xfrm>
          <a:prstGeom prst="rect">
            <a:avLst/>
          </a:prstGeom>
        </p:spPr>
      </p:pic>
      <p:sp>
        <p:nvSpPr>
          <p:cNvPr id="1802" name="Google Shape;1044;p65">
            <a:extLst>
              <a:ext uri="{FF2B5EF4-FFF2-40B4-BE49-F238E27FC236}">
                <a16:creationId xmlns:a16="http://schemas.microsoft.com/office/drawing/2014/main" id="{96F6E749-2B22-2FD3-DD0B-AB1EC486CCC3}"/>
              </a:ext>
            </a:extLst>
          </p:cNvPr>
          <p:cNvSpPr txBox="1">
            <a:spLocks/>
          </p:cNvSpPr>
          <p:nvPr/>
        </p:nvSpPr>
        <p:spPr>
          <a:xfrm>
            <a:off x="6022757" y="3335122"/>
            <a:ext cx="2559965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dvent Pro Medium"/>
              <a:buNone/>
              <a:defRPr sz="18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marL="0" indent="0"/>
            <a:r>
              <a:rPr lang="en-GB" sz="1400" b="1" dirty="0">
                <a:latin typeface="Poppins" panose="00000500000000000000" pitchFamily="2" charset="0"/>
                <a:cs typeface="Poppins" panose="00000500000000000000" pitchFamily="2" charset="0"/>
              </a:rPr>
              <a:t>Reem Mohamed Ahmed</a:t>
            </a:r>
          </a:p>
        </p:txBody>
      </p:sp>
      <p:sp>
        <p:nvSpPr>
          <p:cNvPr id="1803" name="Google Shape;1057;p65">
            <a:extLst>
              <a:ext uri="{FF2B5EF4-FFF2-40B4-BE49-F238E27FC236}">
                <a16:creationId xmlns:a16="http://schemas.microsoft.com/office/drawing/2014/main" id="{9BC748D8-55C1-09EB-4123-AFB73EFA7D8C}"/>
              </a:ext>
            </a:extLst>
          </p:cNvPr>
          <p:cNvSpPr/>
          <p:nvPr/>
        </p:nvSpPr>
        <p:spPr>
          <a:xfrm>
            <a:off x="4984564" y="2901424"/>
            <a:ext cx="1159797" cy="1195498"/>
          </a:xfrm>
          <a:prstGeom prst="mathMultiply">
            <a:avLst>
              <a:gd name="adj1" fmla="val 2352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4" name="Picture 1803">
            <a:extLst>
              <a:ext uri="{FF2B5EF4-FFF2-40B4-BE49-F238E27FC236}">
                <a16:creationId xmlns:a16="http://schemas.microsoft.com/office/drawing/2014/main" id="{1F4A3041-DCAC-731B-06E6-486DD4113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61" y="3316500"/>
            <a:ext cx="247601" cy="371401"/>
          </a:xfrm>
          <a:prstGeom prst="rect">
            <a:avLst/>
          </a:prstGeom>
        </p:spPr>
      </p:pic>
      <p:sp>
        <p:nvSpPr>
          <p:cNvPr id="1805" name="Google Shape;1044;p65">
            <a:extLst>
              <a:ext uri="{FF2B5EF4-FFF2-40B4-BE49-F238E27FC236}">
                <a16:creationId xmlns:a16="http://schemas.microsoft.com/office/drawing/2014/main" id="{B7FD627E-1888-9EE2-3513-3B9E44AB0736}"/>
              </a:ext>
            </a:extLst>
          </p:cNvPr>
          <p:cNvSpPr txBox="1">
            <a:spLocks/>
          </p:cNvSpPr>
          <p:nvPr/>
        </p:nvSpPr>
        <p:spPr>
          <a:xfrm>
            <a:off x="1369552" y="1291536"/>
            <a:ext cx="1074099" cy="247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dvent Pro Medium"/>
              <a:buNone/>
              <a:defRPr sz="18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dvent Pro Medium"/>
              <a:buNone/>
              <a:defRPr sz="1400" b="0" i="0" u="none" strike="noStrike" cap="none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marL="0" indent="0"/>
            <a:r>
              <a:rPr lang="en-GB" sz="8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Team Leader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" grpId="0"/>
      <p:bldP spid="10" grpId="0"/>
      <p:bldP spid="11" grpId="0" animBg="1"/>
      <p:bldP spid="33" grpId="0"/>
      <p:bldP spid="34" grpId="0" animBg="1"/>
      <p:bldP spid="56" grpId="0"/>
      <p:bldP spid="57" grpId="0" animBg="1"/>
      <p:bldP spid="1790" grpId="0"/>
      <p:bldP spid="1791" grpId="0" animBg="1"/>
      <p:bldP spid="1796" grpId="0"/>
      <p:bldP spid="1797" grpId="0" animBg="1"/>
      <p:bldP spid="1802" grpId="0"/>
      <p:bldP spid="1803" grpId="0" animBg="1"/>
      <p:bldP spid="180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61"/>
          <p:cNvSpPr/>
          <p:nvPr/>
        </p:nvSpPr>
        <p:spPr>
          <a:xfrm>
            <a:off x="6305676" y="904175"/>
            <a:ext cx="1625671" cy="3241680"/>
          </a:xfrm>
          <a:custGeom>
            <a:avLst/>
            <a:gdLst/>
            <a:ahLst/>
            <a:cxnLst/>
            <a:rect l="l" t="t" r="r" b="b"/>
            <a:pathLst>
              <a:path w="103480" h="206345" extrusionOk="0">
                <a:moveTo>
                  <a:pt x="61741" y="8558"/>
                </a:moveTo>
                <a:cubicBezTo>
                  <a:pt x="62649" y="8558"/>
                  <a:pt x="62637" y="9975"/>
                  <a:pt x="61704" y="9975"/>
                </a:cubicBezTo>
                <a:cubicBezTo>
                  <a:pt x="61677" y="9975"/>
                  <a:pt x="61650" y="9973"/>
                  <a:pt x="61623" y="9971"/>
                </a:cubicBezTo>
                <a:lnTo>
                  <a:pt x="40979" y="9971"/>
                </a:lnTo>
                <a:cubicBezTo>
                  <a:pt x="40952" y="9973"/>
                  <a:pt x="40925" y="9975"/>
                  <a:pt x="40898" y="9975"/>
                </a:cubicBezTo>
                <a:cubicBezTo>
                  <a:pt x="39965" y="9975"/>
                  <a:pt x="39952" y="8558"/>
                  <a:pt x="40861" y="8558"/>
                </a:cubicBezTo>
                <a:cubicBezTo>
                  <a:pt x="40899" y="8558"/>
                  <a:pt x="40938" y="8561"/>
                  <a:pt x="40979" y="8566"/>
                </a:cubicBezTo>
                <a:lnTo>
                  <a:pt x="61623" y="8566"/>
                </a:lnTo>
                <a:cubicBezTo>
                  <a:pt x="61664" y="8561"/>
                  <a:pt x="61703" y="8558"/>
                  <a:pt x="61741" y="8558"/>
                </a:cubicBezTo>
                <a:close/>
                <a:moveTo>
                  <a:pt x="100713" y="16164"/>
                </a:moveTo>
                <a:lnTo>
                  <a:pt x="100713" y="189567"/>
                </a:lnTo>
                <a:lnTo>
                  <a:pt x="2987" y="189567"/>
                </a:lnTo>
                <a:lnTo>
                  <a:pt x="2987" y="16164"/>
                </a:lnTo>
                <a:close/>
                <a:moveTo>
                  <a:pt x="22357" y="196638"/>
                </a:moveTo>
                <a:lnTo>
                  <a:pt x="22313" y="197165"/>
                </a:lnTo>
                <a:lnTo>
                  <a:pt x="18448" y="197165"/>
                </a:lnTo>
                <a:lnTo>
                  <a:pt x="18448" y="196638"/>
                </a:lnTo>
                <a:close/>
                <a:moveTo>
                  <a:pt x="53277" y="196726"/>
                </a:moveTo>
                <a:cubicBezTo>
                  <a:pt x="53365" y="196726"/>
                  <a:pt x="53453" y="196814"/>
                  <a:pt x="53453" y="196945"/>
                </a:cubicBezTo>
                <a:lnTo>
                  <a:pt x="53453" y="199976"/>
                </a:lnTo>
                <a:cubicBezTo>
                  <a:pt x="53453" y="200064"/>
                  <a:pt x="53365" y="200152"/>
                  <a:pt x="53234" y="200152"/>
                </a:cubicBezTo>
                <a:lnTo>
                  <a:pt x="50203" y="200152"/>
                </a:lnTo>
                <a:cubicBezTo>
                  <a:pt x="50071" y="200152"/>
                  <a:pt x="49983" y="200064"/>
                  <a:pt x="49983" y="199976"/>
                </a:cubicBezTo>
                <a:lnTo>
                  <a:pt x="49983" y="196945"/>
                </a:lnTo>
                <a:cubicBezTo>
                  <a:pt x="49983" y="196814"/>
                  <a:pt x="50071" y="196726"/>
                  <a:pt x="50203" y="196726"/>
                </a:cubicBezTo>
                <a:close/>
                <a:moveTo>
                  <a:pt x="80706" y="196517"/>
                </a:moveTo>
                <a:cubicBezTo>
                  <a:pt x="80761" y="196517"/>
                  <a:pt x="80816" y="196528"/>
                  <a:pt x="80860" y="196550"/>
                </a:cubicBezTo>
                <a:cubicBezTo>
                  <a:pt x="80948" y="196638"/>
                  <a:pt x="80948" y="196770"/>
                  <a:pt x="80860" y="196858"/>
                </a:cubicBezTo>
                <a:lnTo>
                  <a:pt x="79455" y="198263"/>
                </a:lnTo>
                <a:cubicBezTo>
                  <a:pt x="79367" y="198351"/>
                  <a:pt x="79323" y="198439"/>
                  <a:pt x="79323" y="198527"/>
                </a:cubicBezTo>
                <a:cubicBezTo>
                  <a:pt x="79323" y="198614"/>
                  <a:pt x="79367" y="198702"/>
                  <a:pt x="79455" y="198790"/>
                </a:cubicBezTo>
                <a:lnTo>
                  <a:pt x="80860" y="200196"/>
                </a:lnTo>
                <a:cubicBezTo>
                  <a:pt x="80948" y="200284"/>
                  <a:pt x="80948" y="200415"/>
                  <a:pt x="80860" y="200503"/>
                </a:cubicBezTo>
                <a:cubicBezTo>
                  <a:pt x="80816" y="200547"/>
                  <a:pt x="80761" y="200569"/>
                  <a:pt x="80706" y="200569"/>
                </a:cubicBezTo>
                <a:cubicBezTo>
                  <a:pt x="80652" y="200569"/>
                  <a:pt x="80597" y="200547"/>
                  <a:pt x="80553" y="200503"/>
                </a:cubicBezTo>
                <a:lnTo>
                  <a:pt x="79147" y="199098"/>
                </a:lnTo>
                <a:cubicBezTo>
                  <a:pt x="79015" y="198922"/>
                  <a:pt x="78928" y="198746"/>
                  <a:pt x="78928" y="198527"/>
                </a:cubicBezTo>
                <a:cubicBezTo>
                  <a:pt x="78928" y="198307"/>
                  <a:pt x="79015" y="198131"/>
                  <a:pt x="79147" y="198000"/>
                </a:cubicBezTo>
                <a:lnTo>
                  <a:pt x="80553" y="196550"/>
                </a:lnTo>
                <a:cubicBezTo>
                  <a:pt x="80597" y="196528"/>
                  <a:pt x="80652" y="196517"/>
                  <a:pt x="80706" y="196517"/>
                </a:cubicBezTo>
                <a:close/>
                <a:moveTo>
                  <a:pt x="15461" y="1"/>
                </a:moveTo>
                <a:cubicBezTo>
                  <a:pt x="6940" y="1"/>
                  <a:pt x="1" y="6941"/>
                  <a:pt x="1" y="15461"/>
                </a:cubicBezTo>
                <a:lnTo>
                  <a:pt x="1" y="190884"/>
                </a:lnTo>
                <a:cubicBezTo>
                  <a:pt x="1" y="199405"/>
                  <a:pt x="6940" y="206345"/>
                  <a:pt x="15461" y="206345"/>
                </a:cubicBezTo>
                <a:lnTo>
                  <a:pt x="88019" y="206345"/>
                </a:lnTo>
                <a:cubicBezTo>
                  <a:pt x="96540" y="206345"/>
                  <a:pt x="103480" y="199405"/>
                  <a:pt x="103480" y="190884"/>
                </a:cubicBezTo>
                <a:lnTo>
                  <a:pt x="103480" y="15461"/>
                </a:lnTo>
                <a:cubicBezTo>
                  <a:pt x="103480" y="6941"/>
                  <a:pt x="96540" y="1"/>
                  <a:pt x="88019" y="1"/>
                </a:cubicBezTo>
                <a:close/>
              </a:path>
            </a:pathLst>
          </a:cu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61"/>
          <p:cNvSpPr txBox="1">
            <a:spLocks noGrp="1"/>
          </p:cNvSpPr>
          <p:nvPr>
            <p:ph type="title"/>
          </p:nvPr>
        </p:nvSpPr>
        <p:spPr>
          <a:xfrm>
            <a:off x="335501" y="698556"/>
            <a:ext cx="32853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2000" b="1" dirty="0"/>
              <a:t>Project Objectives</a:t>
            </a:r>
            <a:endParaRPr sz="2000" dirty="0"/>
          </a:p>
        </p:txBody>
      </p:sp>
      <p:sp>
        <p:nvSpPr>
          <p:cNvPr id="1822" name="Google Shape;1822;p61"/>
          <p:cNvSpPr txBox="1">
            <a:spLocks noGrp="1"/>
          </p:cNvSpPr>
          <p:nvPr>
            <p:ph type="subTitle" idx="1"/>
          </p:nvPr>
        </p:nvSpPr>
        <p:spPr>
          <a:xfrm>
            <a:off x="0" y="1271256"/>
            <a:ext cx="4396636" cy="12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Understand </a:t>
            </a:r>
            <a:r>
              <a:rPr lang="en-GB" sz="1400" b="1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OrangeHRM</a:t>
            </a:r>
            <a:r>
              <a:rPr lang="en-GB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modules &amp; workflows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Analyze</a:t>
            </a:r>
            <a:r>
              <a:rPr lang="en-GB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system requirements (SRS)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Evaluate usability and HR process flow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 functional, automation,  API testing and Manual testing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Identify system issues and improvement opportunities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Document findings and recommendations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7D75C984-FB8D-8A85-3BEE-066076052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32" y="1165224"/>
            <a:ext cx="1519237" cy="27098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0" grpId="0" animBg="1"/>
      <p:bldP spid="18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4"/>
          <p:cNvSpPr txBox="1">
            <a:spLocks noGrp="1"/>
          </p:cNvSpPr>
          <p:nvPr>
            <p:ph type="title" idx="4"/>
          </p:nvPr>
        </p:nvSpPr>
        <p:spPr>
          <a:xfrm>
            <a:off x="2262599" y="315639"/>
            <a:ext cx="46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800" b="1" dirty="0"/>
              <a:t>Key Features of </a:t>
            </a:r>
            <a:r>
              <a:rPr lang="en-GB" sz="1800" b="1" dirty="0" err="1"/>
              <a:t>OrangeHRM</a:t>
            </a:r>
            <a:endParaRPr lang="en-GB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4A7ABB-910C-4C86-972E-C650E7495465}"/>
              </a:ext>
            </a:extLst>
          </p:cNvPr>
          <p:cNvSpPr txBox="1"/>
          <p:nvPr/>
        </p:nvSpPr>
        <p:spPr>
          <a:xfrm>
            <a:off x="1853460" y="1002081"/>
            <a:ext cx="54370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Employee Management (PIM)</a:t>
            </a:r>
            <a:br>
              <a:rPr lang="en-US" dirty="0"/>
            </a:br>
            <a:r>
              <a:rPr lang="en-US" dirty="0"/>
              <a:t>Add, update, and manage complete employee profiles and records.</a:t>
            </a:r>
          </a:p>
          <a:p>
            <a:pPr algn="ctr"/>
            <a:r>
              <a:rPr lang="en-US" b="1" dirty="0"/>
              <a:t>Leave Management</a:t>
            </a:r>
            <a:br>
              <a:rPr lang="en-US" dirty="0"/>
            </a:br>
            <a:r>
              <a:rPr lang="en-US" dirty="0"/>
              <a:t>Apply, track, and approve leave requests with a clear workflow.</a:t>
            </a:r>
          </a:p>
          <a:p>
            <a:pPr algn="ctr"/>
            <a:r>
              <a:rPr lang="en-US" b="1" dirty="0"/>
              <a:t>Attendance &amp; Timesheets</a:t>
            </a:r>
            <a:br>
              <a:rPr lang="en-US" dirty="0"/>
            </a:br>
            <a:r>
              <a:rPr lang="en-US" dirty="0"/>
              <a:t>Record attendance and working hours accurately.</a:t>
            </a:r>
          </a:p>
          <a:p>
            <a:pPr algn="ctr"/>
            <a:r>
              <a:rPr lang="en-US" b="1" dirty="0"/>
              <a:t>Recruitment Module</a:t>
            </a:r>
            <a:br>
              <a:rPr lang="en-US" dirty="0"/>
            </a:br>
            <a:r>
              <a:rPr lang="en-US" dirty="0"/>
              <a:t>Manage job vacancies, candidates, and the hiring process.</a:t>
            </a:r>
          </a:p>
          <a:p>
            <a:pPr algn="ctr"/>
            <a:r>
              <a:rPr lang="en-US" b="1" dirty="0"/>
              <a:t>Performance Management</a:t>
            </a:r>
            <a:br>
              <a:rPr lang="en-US" dirty="0"/>
            </a:br>
            <a:r>
              <a:rPr lang="en-US" dirty="0"/>
              <a:t>Set goals, conduct evaluations, and review employee performance.</a:t>
            </a:r>
          </a:p>
          <a:p>
            <a:pPr algn="ctr"/>
            <a:r>
              <a:rPr lang="en-US" b="1" dirty="0"/>
              <a:t>Admin &amp; Role Management</a:t>
            </a:r>
            <a:br>
              <a:rPr lang="en-US" dirty="0"/>
            </a:br>
            <a:r>
              <a:rPr lang="en-US" dirty="0"/>
              <a:t>Configure user roles, permissions, and organization settings.</a:t>
            </a:r>
          </a:p>
          <a:p>
            <a:pPr algn="ctr"/>
            <a:r>
              <a:rPr lang="en-US" b="1" dirty="0"/>
              <a:t>Reporting &amp; Analytics</a:t>
            </a:r>
            <a:br>
              <a:rPr lang="en-US" dirty="0"/>
            </a:br>
            <a:r>
              <a:rPr lang="en-US" dirty="0"/>
              <a:t>Generate HR, attendance, and leave reports for decision-making.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67"/>
          <p:cNvSpPr txBox="1">
            <a:spLocks noGrp="1"/>
          </p:cNvSpPr>
          <p:nvPr>
            <p:ph type="title" idx="15"/>
          </p:nvPr>
        </p:nvSpPr>
        <p:spPr>
          <a:xfrm>
            <a:off x="-677148" y="668149"/>
            <a:ext cx="63822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GB" sz="2000" dirty="0"/>
              <a:t>Problems Solved by </a:t>
            </a:r>
            <a:r>
              <a:rPr lang="en-GB" sz="2000" dirty="0" err="1"/>
              <a:t>OrangeHRM</a:t>
            </a:r>
            <a:endParaRPr sz="2000" dirty="0">
              <a:solidFill>
                <a:schemeClr val="accent2"/>
              </a:solidFill>
            </a:endParaRPr>
          </a:p>
        </p:txBody>
      </p:sp>
      <p:grpSp>
        <p:nvGrpSpPr>
          <p:cNvPr id="2223" name="Google Shape;2223;p67"/>
          <p:cNvGrpSpPr/>
          <p:nvPr/>
        </p:nvGrpSpPr>
        <p:grpSpPr>
          <a:xfrm>
            <a:off x="6215605" y="1838289"/>
            <a:ext cx="2830010" cy="2785798"/>
            <a:chOff x="1857313" y="929450"/>
            <a:chExt cx="3811937" cy="3793575"/>
          </a:xfrm>
        </p:grpSpPr>
        <p:sp>
          <p:nvSpPr>
            <p:cNvPr id="2224" name="Google Shape;2224;p67"/>
            <p:cNvSpPr/>
            <p:nvPr/>
          </p:nvSpPr>
          <p:spPr>
            <a:xfrm>
              <a:off x="1857325" y="1203900"/>
              <a:ext cx="3606775" cy="3274700"/>
            </a:xfrm>
            <a:custGeom>
              <a:avLst/>
              <a:gdLst/>
              <a:ahLst/>
              <a:cxnLst/>
              <a:rect l="l" t="t" r="r" b="b"/>
              <a:pathLst>
                <a:path w="144271" h="130988" extrusionOk="0">
                  <a:moveTo>
                    <a:pt x="46204" y="1"/>
                  </a:moveTo>
                  <a:cubicBezTo>
                    <a:pt x="42587" y="1"/>
                    <a:pt x="38228" y="1131"/>
                    <a:pt x="34192" y="5167"/>
                  </a:cubicBezTo>
                  <a:cubicBezTo>
                    <a:pt x="25019" y="14340"/>
                    <a:pt x="36694" y="20578"/>
                    <a:pt x="40029" y="32687"/>
                  </a:cubicBezTo>
                  <a:cubicBezTo>
                    <a:pt x="43365" y="44762"/>
                    <a:pt x="18347" y="38091"/>
                    <a:pt x="9174" y="47264"/>
                  </a:cubicBezTo>
                  <a:cubicBezTo>
                    <a:pt x="1" y="56437"/>
                    <a:pt x="8307" y="69380"/>
                    <a:pt x="14611" y="71248"/>
                  </a:cubicBezTo>
                  <a:cubicBezTo>
                    <a:pt x="15840" y="71614"/>
                    <a:pt x="17307" y="71716"/>
                    <a:pt x="18884" y="71716"/>
                  </a:cubicBezTo>
                  <a:cubicBezTo>
                    <a:pt x="20879" y="71716"/>
                    <a:pt x="23051" y="71552"/>
                    <a:pt x="25140" y="71552"/>
                  </a:cubicBezTo>
                  <a:cubicBezTo>
                    <a:pt x="29827" y="71552"/>
                    <a:pt x="34098" y="72376"/>
                    <a:pt x="35026" y="77719"/>
                  </a:cubicBezTo>
                  <a:cubicBezTo>
                    <a:pt x="35026" y="77719"/>
                    <a:pt x="37961" y="81889"/>
                    <a:pt x="30022" y="93964"/>
                  </a:cubicBezTo>
                  <a:cubicBezTo>
                    <a:pt x="22117" y="106073"/>
                    <a:pt x="22517" y="118982"/>
                    <a:pt x="37127" y="121917"/>
                  </a:cubicBezTo>
                  <a:cubicBezTo>
                    <a:pt x="38138" y="122119"/>
                    <a:pt x="39095" y="122212"/>
                    <a:pt x="40004" y="122212"/>
                  </a:cubicBezTo>
                  <a:cubicBezTo>
                    <a:pt x="51294" y="122212"/>
                    <a:pt x="55209" y="107846"/>
                    <a:pt x="63728" y="107846"/>
                  </a:cubicBezTo>
                  <a:cubicBezTo>
                    <a:pt x="64414" y="107846"/>
                    <a:pt x="65129" y="107939"/>
                    <a:pt x="65881" y="108141"/>
                  </a:cubicBezTo>
                  <a:cubicBezTo>
                    <a:pt x="75990" y="110878"/>
                    <a:pt x="74149" y="130988"/>
                    <a:pt x="90757" y="130988"/>
                  </a:cubicBezTo>
                  <a:cubicBezTo>
                    <a:pt x="91960" y="130988"/>
                    <a:pt x="93260" y="130882"/>
                    <a:pt x="94668" y="130657"/>
                  </a:cubicBezTo>
                  <a:cubicBezTo>
                    <a:pt x="115517" y="127321"/>
                    <a:pt x="104976" y="111677"/>
                    <a:pt x="111280" y="104705"/>
                  </a:cubicBezTo>
                  <a:cubicBezTo>
                    <a:pt x="113276" y="102487"/>
                    <a:pt x="115476" y="101894"/>
                    <a:pt x="117842" y="101894"/>
                  </a:cubicBezTo>
                  <a:cubicBezTo>
                    <a:pt x="120560" y="101894"/>
                    <a:pt x="123497" y="102677"/>
                    <a:pt x="126595" y="102677"/>
                  </a:cubicBezTo>
                  <a:cubicBezTo>
                    <a:pt x="129318" y="102677"/>
                    <a:pt x="132165" y="102073"/>
                    <a:pt x="135097" y="99801"/>
                  </a:cubicBezTo>
                  <a:cubicBezTo>
                    <a:pt x="144270" y="92730"/>
                    <a:pt x="129693" y="77285"/>
                    <a:pt x="130928" y="66878"/>
                  </a:cubicBezTo>
                  <a:cubicBezTo>
                    <a:pt x="132195" y="56437"/>
                    <a:pt x="142202" y="55603"/>
                    <a:pt x="143036" y="46864"/>
                  </a:cubicBezTo>
                  <a:cubicBezTo>
                    <a:pt x="143870" y="38091"/>
                    <a:pt x="137599" y="39358"/>
                    <a:pt x="123856" y="27683"/>
                  </a:cubicBezTo>
                  <a:cubicBezTo>
                    <a:pt x="110079" y="16008"/>
                    <a:pt x="116751" y="7669"/>
                    <a:pt x="107177" y="2232"/>
                  </a:cubicBezTo>
                  <a:cubicBezTo>
                    <a:pt x="105787" y="1449"/>
                    <a:pt x="104414" y="1121"/>
                    <a:pt x="103046" y="1121"/>
                  </a:cubicBezTo>
                  <a:cubicBezTo>
                    <a:pt x="95855" y="1121"/>
                    <a:pt x="88779" y="10193"/>
                    <a:pt x="79775" y="10193"/>
                  </a:cubicBezTo>
                  <a:cubicBezTo>
                    <a:pt x="78655" y="10193"/>
                    <a:pt x="77505" y="10053"/>
                    <a:pt x="76322" y="9737"/>
                  </a:cubicBezTo>
                  <a:cubicBezTo>
                    <a:pt x="68716" y="7702"/>
                    <a:pt x="61345" y="5067"/>
                    <a:pt x="54206" y="1831"/>
                  </a:cubicBezTo>
                  <a:cubicBezTo>
                    <a:pt x="54206" y="1831"/>
                    <a:pt x="50806" y="1"/>
                    <a:pt x="46204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67"/>
            <p:cNvSpPr/>
            <p:nvPr/>
          </p:nvSpPr>
          <p:spPr>
            <a:xfrm>
              <a:off x="1857313" y="1203888"/>
              <a:ext cx="3606775" cy="3274700"/>
            </a:xfrm>
            <a:custGeom>
              <a:avLst/>
              <a:gdLst/>
              <a:ahLst/>
              <a:cxnLst/>
              <a:rect l="l" t="t" r="r" b="b"/>
              <a:pathLst>
                <a:path w="144271" h="130988" extrusionOk="0">
                  <a:moveTo>
                    <a:pt x="46204" y="1"/>
                  </a:moveTo>
                  <a:cubicBezTo>
                    <a:pt x="42587" y="1"/>
                    <a:pt x="38228" y="1131"/>
                    <a:pt x="34192" y="5167"/>
                  </a:cubicBezTo>
                  <a:cubicBezTo>
                    <a:pt x="25019" y="14340"/>
                    <a:pt x="36694" y="20578"/>
                    <a:pt x="40029" y="32687"/>
                  </a:cubicBezTo>
                  <a:cubicBezTo>
                    <a:pt x="43365" y="44762"/>
                    <a:pt x="18347" y="38091"/>
                    <a:pt x="9174" y="47264"/>
                  </a:cubicBezTo>
                  <a:cubicBezTo>
                    <a:pt x="1" y="56437"/>
                    <a:pt x="8307" y="69380"/>
                    <a:pt x="14611" y="71248"/>
                  </a:cubicBezTo>
                  <a:cubicBezTo>
                    <a:pt x="15840" y="71614"/>
                    <a:pt x="17307" y="71716"/>
                    <a:pt x="18884" y="71716"/>
                  </a:cubicBezTo>
                  <a:cubicBezTo>
                    <a:pt x="20879" y="71716"/>
                    <a:pt x="23051" y="71552"/>
                    <a:pt x="25140" y="71552"/>
                  </a:cubicBezTo>
                  <a:cubicBezTo>
                    <a:pt x="29827" y="71552"/>
                    <a:pt x="34098" y="72376"/>
                    <a:pt x="35026" y="77719"/>
                  </a:cubicBezTo>
                  <a:cubicBezTo>
                    <a:pt x="35026" y="77719"/>
                    <a:pt x="37961" y="81889"/>
                    <a:pt x="30022" y="93964"/>
                  </a:cubicBezTo>
                  <a:cubicBezTo>
                    <a:pt x="22117" y="106073"/>
                    <a:pt x="22517" y="118982"/>
                    <a:pt x="37127" y="121917"/>
                  </a:cubicBezTo>
                  <a:cubicBezTo>
                    <a:pt x="38138" y="122119"/>
                    <a:pt x="39095" y="122212"/>
                    <a:pt x="40004" y="122212"/>
                  </a:cubicBezTo>
                  <a:cubicBezTo>
                    <a:pt x="51294" y="122212"/>
                    <a:pt x="55209" y="107846"/>
                    <a:pt x="63728" y="107846"/>
                  </a:cubicBezTo>
                  <a:cubicBezTo>
                    <a:pt x="64414" y="107846"/>
                    <a:pt x="65129" y="107939"/>
                    <a:pt x="65881" y="108141"/>
                  </a:cubicBezTo>
                  <a:cubicBezTo>
                    <a:pt x="75990" y="110878"/>
                    <a:pt x="74149" y="130988"/>
                    <a:pt x="90757" y="130988"/>
                  </a:cubicBezTo>
                  <a:cubicBezTo>
                    <a:pt x="91960" y="130988"/>
                    <a:pt x="93260" y="130882"/>
                    <a:pt x="94668" y="130657"/>
                  </a:cubicBezTo>
                  <a:cubicBezTo>
                    <a:pt x="115517" y="127321"/>
                    <a:pt x="104976" y="111677"/>
                    <a:pt x="111280" y="104705"/>
                  </a:cubicBezTo>
                  <a:cubicBezTo>
                    <a:pt x="113276" y="102487"/>
                    <a:pt x="115476" y="101894"/>
                    <a:pt x="117842" y="101894"/>
                  </a:cubicBezTo>
                  <a:cubicBezTo>
                    <a:pt x="120560" y="101894"/>
                    <a:pt x="123497" y="102677"/>
                    <a:pt x="126595" y="102677"/>
                  </a:cubicBezTo>
                  <a:cubicBezTo>
                    <a:pt x="129318" y="102677"/>
                    <a:pt x="132165" y="102073"/>
                    <a:pt x="135097" y="99801"/>
                  </a:cubicBezTo>
                  <a:cubicBezTo>
                    <a:pt x="144270" y="92730"/>
                    <a:pt x="129693" y="77285"/>
                    <a:pt x="130928" y="66878"/>
                  </a:cubicBezTo>
                  <a:cubicBezTo>
                    <a:pt x="132195" y="56437"/>
                    <a:pt x="142202" y="55603"/>
                    <a:pt x="143036" y="46864"/>
                  </a:cubicBezTo>
                  <a:cubicBezTo>
                    <a:pt x="143870" y="38091"/>
                    <a:pt x="137599" y="39358"/>
                    <a:pt x="123856" y="27683"/>
                  </a:cubicBezTo>
                  <a:cubicBezTo>
                    <a:pt x="110079" y="16008"/>
                    <a:pt x="116751" y="7669"/>
                    <a:pt x="107177" y="2232"/>
                  </a:cubicBezTo>
                  <a:cubicBezTo>
                    <a:pt x="105787" y="1449"/>
                    <a:pt x="104414" y="1121"/>
                    <a:pt x="103046" y="1121"/>
                  </a:cubicBezTo>
                  <a:cubicBezTo>
                    <a:pt x="95855" y="1121"/>
                    <a:pt x="88779" y="10193"/>
                    <a:pt x="79775" y="10193"/>
                  </a:cubicBezTo>
                  <a:cubicBezTo>
                    <a:pt x="78655" y="10193"/>
                    <a:pt x="77505" y="10053"/>
                    <a:pt x="76322" y="9737"/>
                  </a:cubicBezTo>
                  <a:cubicBezTo>
                    <a:pt x="68716" y="7702"/>
                    <a:pt x="61345" y="5067"/>
                    <a:pt x="54206" y="1831"/>
                  </a:cubicBezTo>
                  <a:cubicBezTo>
                    <a:pt x="54206" y="1831"/>
                    <a:pt x="50806" y="1"/>
                    <a:pt x="46204" y="1"/>
                  </a:cubicBezTo>
                  <a:close/>
                </a:path>
              </a:pathLst>
            </a:custGeom>
            <a:solidFill>
              <a:srgbClr val="FFFFFF">
                <a:alpha val="56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67"/>
            <p:cNvSpPr/>
            <p:nvPr/>
          </p:nvSpPr>
          <p:spPr>
            <a:xfrm>
              <a:off x="2664575" y="1919325"/>
              <a:ext cx="2762000" cy="1837175"/>
            </a:xfrm>
            <a:custGeom>
              <a:avLst/>
              <a:gdLst/>
              <a:ahLst/>
              <a:cxnLst/>
              <a:rect l="l" t="t" r="r" b="b"/>
              <a:pathLst>
                <a:path w="110480" h="73487" fill="none" extrusionOk="0">
                  <a:moveTo>
                    <a:pt x="34759" y="68749"/>
                  </a:moveTo>
                  <a:cubicBezTo>
                    <a:pt x="49302" y="64013"/>
                    <a:pt x="58609" y="60410"/>
                    <a:pt x="69217" y="60277"/>
                  </a:cubicBezTo>
                  <a:cubicBezTo>
                    <a:pt x="69217" y="60277"/>
                    <a:pt x="84327" y="62245"/>
                    <a:pt x="90598" y="60277"/>
                  </a:cubicBezTo>
                  <a:cubicBezTo>
                    <a:pt x="108878" y="54573"/>
                    <a:pt x="110479" y="33791"/>
                    <a:pt x="100606" y="18480"/>
                  </a:cubicBezTo>
                  <a:cubicBezTo>
                    <a:pt x="90365" y="2569"/>
                    <a:pt x="71985" y="7105"/>
                    <a:pt x="71985" y="7105"/>
                  </a:cubicBezTo>
                  <a:cubicBezTo>
                    <a:pt x="49936" y="11175"/>
                    <a:pt x="35259" y="6705"/>
                    <a:pt x="27553" y="2969"/>
                  </a:cubicBezTo>
                  <a:cubicBezTo>
                    <a:pt x="21416" y="0"/>
                    <a:pt x="13977" y="1134"/>
                    <a:pt x="9207" y="6038"/>
                  </a:cubicBezTo>
                  <a:cubicBezTo>
                    <a:pt x="8140" y="7105"/>
                    <a:pt x="7306" y="8373"/>
                    <a:pt x="6772" y="9774"/>
                  </a:cubicBezTo>
                  <a:cubicBezTo>
                    <a:pt x="0" y="28287"/>
                    <a:pt x="7806" y="46367"/>
                    <a:pt x="10575" y="57408"/>
                  </a:cubicBezTo>
                  <a:cubicBezTo>
                    <a:pt x="11609" y="61511"/>
                    <a:pt x="20215" y="73486"/>
                    <a:pt x="34759" y="68749"/>
                  </a:cubicBezTo>
                  <a:close/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67"/>
            <p:cNvSpPr/>
            <p:nvPr/>
          </p:nvSpPr>
          <p:spPr>
            <a:xfrm>
              <a:off x="1980750" y="929450"/>
              <a:ext cx="3567575" cy="3793575"/>
            </a:xfrm>
            <a:custGeom>
              <a:avLst/>
              <a:gdLst/>
              <a:ahLst/>
              <a:cxnLst/>
              <a:rect l="l" t="t" r="r" b="b"/>
              <a:pathLst>
                <a:path w="142703" h="151743" fill="none" extrusionOk="0">
                  <a:moveTo>
                    <a:pt x="68850" y="31790"/>
                  </a:moveTo>
                  <a:cubicBezTo>
                    <a:pt x="68249" y="38694"/>
                    <a:pt x="67649" y="45733"/>
                    <a:pt x="67782" y="52671"/>
                  </a:cubicBezTo>
                  <a:cubicBezTo>
                    <a:pt x="68149" y="69450"/>
                    <a:pt x="69850" y="86162"/>
                    <a:pt x="70918" y="102907"/>
                  </a:cubicBezTo>
                  <a:cubicBezTo>
                    <a:pt x="71552" y="112881"/>
                    <a:pt x="73520" y="123422"/>
                    <a:pt x="71518" y="133329"/>
                  </a:cubicBezTo>
                  <a:cubicBezTo>
                    <a:pt x="69617" y="142636"/>
                    <a:pt x="62212" y="150308"/>
                    <a:pt x="52538" y="151008"/>
                  </a:cubicBezTo>
                  <a:cubicBezTo>
                    <a:pt x="41864" y="151742"/>
                    <a:pt x="34158" y="141802"/>
                    <a:pt x="35326" y="131761"/>
                  </a:cubicBezTo>
                  <a:cubicBezTo>
                    <a:pt x="36193" y="124256"/>
                    <a:pt x="40696" y="117317"/>
                    <a:pt x="40963" y="109779"/>
                  </a:cubicBezTo>
                  <a:cubicBezTo>
                    <a:pt x="41330" y="99571"/>
                    <a:pt x="29422" y="100906"/>
                    <a:pt x="21683" y="94334"/>
                  </a:cubicBezTo>
                  <a:cubicBezTo>
                    <a:pt x="12576" y="86629"/>
                    <a:pt x="3603" y="76388"/>
                    <a:pt x="935" y="64446"/>
                  </a:cubicBezTo>
                  <a:cubicBezTo>
                    <a:pt x="201" y="61010"/>
                    <a:pt x="1" y="57375"/>
                    <a:pt x="1268" y="54072"/>
                  </a:cubicBezTo>
                  <a:cubicBezTo>
                    <a:pt x="7006" y="39161"/>
                    <a:pt x="31456" y="35425"/>
                    <a:pt x="40963" y="48101"/>
                  </a:cubicBezTo>
                  <a:cubicBezTo>
                    <a:pt x="50737" y="61144"/>
                    <a:pt x="46901" y="80124"/>
                    <a:pt x="62912" y="81892"/>
                  </a:cubicBezTo>
                  <a:cubicBezTo>
                    <a:pt x="78924" y="83693"/>
                    <a:pt x="94635" y="76855"/>
                    <a:pt x="110046" y="72986"/>
                  </a:cubicBezTo>
                  <a:cubicBezTo>
                    <a:pt x="125490" y="69150"/>
                    <a:pt x="142702" y="78623"/>
                    <a:pt x="140034" y="98804"/>
                  </a:cubicBezTo>
                  <a:cubicBezTo>
                    <a:pt x="137365" y="118952"/>
                    <a:pt x="112448" y="118385"/>
                    <a:pt x="100873" y="104442"/>
                  </a:cubicBezTo>
                  <a:cubicBezTo>
                    <a:pt x="89298" y="90465"/>
                    <a:pt x="94635" y="62011"/>
                    <a:pt x="97003" y="50736"/>
                  </a:cubicBezTo>
                  <a:cubicBezTo>
                    <a:pt x="98304" y="44565"/>
                    <a:pt x="101673" y="38995"/>
                    <a:pt x="104609" y="33491"/>
                  </a:cubicBezTo>
                  <a:cubicBezTo>
                    <a:pt x="106910" y="29121"/>
                    <a:pt x="109846" y="24584"/>
                    <a:pt x="109078" y="19447"/>
                  </a:cubicBezTo>
                  <a:cubicBezTo>
                    <a:pt x="106877" y="4270"/>
                    <a:pt x="81559" y="0"/>
                    <a:pt x="73887" y="13076"/>
                  </a:cubicBezTo>
                  <a:cubicBezTo>
                    <a:pt x="73887" y="13076"/>
                    <a:pt x="69951" y="18480"/>
                    <a:pt x="68850" y="31790"/>
                  </a:cubicBezTo>
                  <a:close/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67"/>
            <p:cNvSpPr/>
            <p:nvPr/>
          </p:nvSpPr>
          <p:spPr>
            <a:xfrm>
              <a:off x="3928800" y="2579800"/>
              <a:ext cx="92600" cy="65050"/>
            </a:xfrm>
            <a:custGeom>
              <a:avLst/>
              <a:gdLst/>
              <a:ahLst/>
              <a:cxnLst/>
              <a:rect l="l" t="t" r="r" b="b"/>
              <a:pathLst>
                <a:path w="3704" h="2602" fill="none" extrusionOk="0">
                  <a:moveTo>
                    <a:pt x="1" y="0"/>
                  </a:moveTo>
                  <a:cubicBezTo>
                    <a:pt x="1369" y="634"/>
                    <a:pt x="2636" y="1534"/>
                    <a:pt x="3704" y="2602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67"/>
            <p:cNvSpPr/>
            <p:nvPr/>
          </p:nvSpPr>
          <p:spPr>
            <a:xfrm>
              <a:off x="3577725" y="2530575"/>
              <a:ext cx="327750" cy="88425"/>
            </a:xfrm>
            <a:custGeom>
              <a:avLst/>
              <a:gdLst/>
              <a:ahLst/>
              <a:cxnLst/>
              <a:rect l="l" t="t" r="r" b="b"/>
              <a:pathLst>
                <a:path w="13110" h="3537" fill="none" extrusionOk="0">
                  <a:moveTo>
                    <a:pt x="1" y="3537"/>
                  </a:moveTo>
                  <a:cubicBezTo>
                    <a:pt x="301" y="3270"/>
                    <a:pt x="634" y="3036"/>
                    <a:pt x="968" y="2836"/>
                  </a:cubicBezTo>
                  <a:lnTo>
                    <a:pt x="968" y="2836"/>
                  </a:lnTo>
                  <a:cubicBezTo>
                    <a:pt x="4570" y="468"/>
                    <a:pt x="9107" y="1"/>
                    <a:pt x="13110" y="1569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67"/>
            <p:cNvSpPr/>
            <p:nvPr/>
          </p:nvSpPr>
          <p:spPr>
            <a:xfrm>
              <a:off x="3428450" y="2681525"/>
              <a:ext cx="316075" cy="530400"/>
            </a:xfrm>
            <a:custGeom>
              <a:avLst/>
              <a:gdLst/>
              <a:ahLst/>
              <a:cxnLst/>
              <a:rect l="l" t="t" r="r" b="b"/>
              <a:pathLst>
                <a:path w="12643" h="21216" fill="none" extrusionOk="0">
                  <a:moveTo>
                    <a:pt x="12643" y="21216"/>
                  </a:moveTo>
                  <a:cubicBezTo>
                    <a:pt x="8740" y="20749"/>
                    <a:pt x="5238" y="18581"/>
                    <a:pt x="3103" y="15278"/>
                  </a:cubicBezTo>
                  <a:lnTo>
                    <a:pt x="3103" y="15278"/>
                  </a:lnTo>
                  <a:cubicBezTo>
                    <a:pt x="1" y="10608"/>
                    <a:pt x="201" y="4470"/>
                    <a:pt x="3536" y="1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67"/>
            <p:cNvSpPr/>
            <p:nvPr/>
          </p:nvSpPr>
          <p:spPr>
            <a:xfrm>
              <a:off x="3801225" y="3204400"/>
              <a:ext cx="65900" cy="10025"/>
            </a:xfrm>
            <a:custGeom>
              <a:avLst/>
              <a:gdLst/>
              <a:ahLst/>
              <a:cxnLst/>
              <a:rect l="l" t="t" r="r" b="b"/>
              <a:pathLst>
                <a:path w="2636" h="401" fill="none" extrusionOk="0">
                  <a:moveTo>
                    <a:pt x="2635" y="1"/>
                  </a:moveTo>
                  <a:cubicBezTo>
                    <a:pt x="1768" y="234"/>
                    <a:pt x="901" y="368"/>
                    <a:pt x="0" y="401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67"/>
            <p:cNvSpPr/>
            <p:nvPr/>
          </p:nvSpPr>
          <p:spPr>
            <a:xfrm>
              <a:off x="3890450" y="2644825"/>
              <a:ext cx="275225" cy="552100"/>
            </a:xfrm>
            <a:custGeom>
              <a:avLst/>
              <a:gdLst/>
              <a:ahLst/>
              <a:cxnLst/>
              <a:rect l="l" t="t" r="r" b="b"/>
              <a:pathLst>
                <a:path w="11009" h="22084" fill="none" extrusionOk="0">
                  <a:moveTo>
                    <a:pt x="5238" y="1"/>
                  </a:moveTo>
                  <a:cubicBezTo>
                    <a:pt x="5871" y="668"/>
                    <a:pt x="6438" y="1335"/>
                    <a:pt x="6939" y="2102"/>
                  </a:cubicBezTo>
                  <a:lnTo>
                    <a:pt x="6939" y="2102"/>
                  </a:lnTo>
                  <a:cubicBezTo>
                    <a:pt x="11008" y="8274"/>
                    <a:pt x="9274" y="16546"/>
                    <a:pt x="3103" y="20582"/>
                  </a:cubicBezTo>
                  <a:lnTo>
                    <a:pt x="3103" y="20582"/>
                  </a:lnTo>
                  <a:cubicBezTo>
                    <a:pt x="2135" y="21216"/>
                    <a:pt x="1101" y="21716"/>
                    <a:pt x="0" y="22083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67"/>
            <p:cNvSpPr/>
            <p:nvPr/>
          </p:nvSpPr>
          <p:spPr>
            <a:xfrm>
              <a:off x="5047950" y="3089325"/>
              <a:ext cx="85075" cy="75900"/>
            </a:xfrm>
            <a:custGeom>
              <a:avLst/>
              <a:gdLst/>
              <a:ahLst/>
              <a:cxnLst/>
              <a:rect l="l" t="t" r="r" b="b"/>
              <a:pathLst>
                <a:path w="3403" h="3036" fill="none" extrusionOk="0">
                  <a:moveTo>
                    <a:pt x="3403" y="3036"/>
                  </a:moveTo>
                  <a:cubicBezTo>
                    <a:pt x="2102" y="2235"/>
                    <a:pt x="934" y="1201"/>
                    <a:pt x="0" y="0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67"/>
            <p:cNvSpPr/>
            <p:nvPr/>
          </p:nvSpPr>
          <p:spPr>
            <a:xfrm>
              <a:off x="5154675" y="3163550"/>
              <a:ext cx="331100" cy="63400"/>
            </a:xfrm>
            <a:custGeom>
              <a:avLst/>
              <a:gdLst/>
              <a:ahLst/>
              <a:cxnLst/>
              <a:rect l="l" t="t" r="r" b="b"/>
              <a:pathLst>
                <a:path w="13244" h="2536" fill="none" extrusionOk="0">
                  <a:moveTo>
                    <a:pt x="13244" y="0"/>
                  </a:moveTo>
                  <a:cubicBezTo>
                    <a:pt x="12910" y="200"/>
                    <a:pt x="12577" y="400"/>
                    <a:pt x="12243" y="567"/>
                  </a:cubicBezTo>
                  <a:lnTo>
                    <a:pt x="12243" y="567"/>
                  </a:lnTo>
                  <a:cubicBezTo>
                    <a:pt x="8374" y="2535"/>
                    <a:pt x="3837" y="2535"/>
                    <a:pt x="1" y="567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67"/>
            <p:cNvSpPr/>
            <p:nvPr/>
          </p:nvSpPr>
          <p:spPr>
            <a:xfrm>
              <a:off x="5384025" y="2555600"/>
              <a:ext cx="285225" cy="552100"/>
            </a:xfrm>
            <a:custGeom>
              <a:avLst/>
              <a:gdLst/>
              <a:ahLst/>
              <a:cxnLst/>
              <a:rect l="l" t="t" r="r" b="b"/>
              <a:pathLst>
                <a:path w="11409" h="22084" fill="none" extrusionOk="0">
                  <a:moveTo>
                    <a:pt x="0" y="1"/>
                  </a:moveTo>
                  <a:cubicBezTo>
                    <a:pt x="3836" y="868"/>
                    <a:pt x="7072" y="3403"/>
                    <a:pt x="8840" y="6906"/>
                  </a:cubicBezTo>
                  <a:lnTo>
                    <a:pt x="8840" y="6906"/>
                  </a:lnTo>
                  <a:cubicBezTo>
                    <a:pt x="11408" y="11909"/>
                    <a:pt x="10574" y="17947"/>
                    <a:pt x="6772" y="22083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67"/>
            <p:cNvSpPr/>
            <p:nvPr/>
          </p:nvSpPr>
          <p:spPr>
            <a:xfrm>
              <a:off x="5259750" y="2545600"/>
              <a:ext cx="67575" cy="4200"/>
            </a:xfrm>
            <a:custGeom>
              <a:avLst/>
              <a:gdLst/>
              <a:ahLst/>
              <a:cxnLst/>
              <a:rect l="l" t="t" r="r" b="b"/>
              <a:pathLst>
                <a:path w="2703" h="168" fill="none" extrusionOk="0">
                  <a:moveTo>
                    <a:pt x="1" y="167"/>
                  </a:moveTo>
                  <a:cubicBezTo>
                    <a:pt x="902" y="67"/>
                    <a:pt x="1802" y="0"/>
                    <a:pt x="2703" y="67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67"/>
            <p:cNvSpPr/>
            <p:nvPr/>
          </p:nvSpPr>
          <p:spPr>
            <a:xfrm>
              <a:off x="4927025" y="2554775"/>
              <a:ext cx="310250" cy="534575"/>
            </a:xfrm>
            <a:custGeom>
              <a:avLst/>
              <a:gdLst/>
              <a:ahLst/>
              <a:cxnLst/>
              <a:rect l="l" t="t" r="r" b="b"/>
              <a:pathLst>
                <a:path w="12410" h="21383" fill="none" extrusionOk="0">
                  <a:moveTo>
                    <a:pt x="4837" y="21382"/>
                  </a:moveTo>
                  <a:cubicBezTo>
                    <a:pt x="4270" y="20682"/>
                    <a:pt x="3770" y="19915"/>
                    <a:pt x="3369" y="19114"/>
                  </a:cubicBezTo>
                  <a:lnTo>
                    <a:pt x="3369" y="19114"/>
                  </a:lnTo>
                  <a:cubicBezTo>
                    <a:pt x="0" y="12576"/>
                    <a:pt x="2569" y="4504"/>
                    <a:pt x="9140" y="1168"/>
                  </a:cubicBezTo>
                  <a:lnTo>
                    <a:pt x="9140" y="1168"/>
                  </a:lnTo>
                  <a:cubicBezTo>
                    <a:pt x="10174" y="634"/>
                    <a:pt x="11275" y="234"/>
                    <a:pt x="12409" y="0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67"/>
            <p:cNvSpPr/>
            <p:nvPr/>
          </p:nvSpPr>
          <p:spPr>
            <a:xfrm>
              <a:off x="3611925" y="3896575"/>
              <a:ext cx="105925" cy="41700"/>
            </a:xfrm>
            <a:custGeom>
              <a:avLst/>
              <a:gdLst/>
              <a:ahLst/>
              <a:cxnLst/>
              <a:rect l="l" t="t" r="r" b="b"/>
              <a:pathLst>
                <a:path w="4237" h="1668" fill="none" extrusionOk="0">
                  <a:moveTo>
                    <a:pt x="0" y="1668"/>
                  </a:moveTo>
                  <a:cubicBezTo>
                    <a:pt x="1301" y="867"/>
                    <a:pt x="2735" y="300"/>
                    <a:pt x="4237" y="0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67"/>
            <p:cNvSpPr/>
            <p:nvPr/>
          </p:nvSpPr>
          <p:spPr>
            <a:xfrm>
              <a:off x="3450975" y="3951600"/>
              <a:ext cx="140125" cy="301900"/>
            </a:xfrm>
            <a:custGeom>
              <a:avLst/>
              <a:gdLst/>
              <a:ahLst/>
              <a:cxnLst/>
              <a:rect l="l" t="t" r="r" b="b"/>
              <a:pathLst>
                <a:path w="5605" h="12076" fill="none" extrusionOk="0">
                  <a:moveTo>
                    <a:pt x="67" y="12076"/>
                  </a:moveTo>
                  <a:cubicBezTo>
                    <a:pt x="34" y="11676"/>
                    <a:pt x="0" y="11275"/>
                    <a:pt x="0" y="10875"/>
                  </a:cubicBezTo>
                  <a:lnTo>
                    <a:pt x="0" y="10875"/>
                  </a:lnTo>
                  <a:cubicBezTo>
                    <a:pt x="0" y="6572"/>
                    <a:pt x="2068" y="2502"/>
                    <a:pt x="5604" y="1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67"/>
            <p:cNvSpPr/>
            <p:nvPr/>
          </p:nvSpPr>
          <p:spPr>
            <a:xfrm>
              <a:off x="3470975" y="4338550"/>
              <a:ext cx="568775" cy="218500"/>
            </a:xfrm>
            <a:custGeom>
              <a:avLst/>
              <a:gdLst/>
              <a:ahLst/>
              <a:cxnLst/>
              <a:rect l="l" t="t" r="r" b="b"/>
              <a:pathLst>
                <a:path w="22751" h="8740" fill="none" extrusionOk="0">
                  <a:moveTo>
                    <a:pt x="22750" y="4037"/>
                  </a:moveTo>
                  <a:cubicBezTo>
                    <a:pt x="20215" y="7039"/>
                    <a:pt x="16479" y="8740"/>
                    <a:pt x="12543" y="8740"/>
                  </a:cubicBezTo>
                  <a:lnTo>
                    <a:pt x="12543" y="8740"/>
                  </a:lnTo>
                  <a:cubicBezTo>
                    <a:pt x="6939" y="8740"/>
                    <a:pt x="1936" y="5237"/>
                    <a:pt x="1" y="0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67"/>
            <p:cNvSpPr/>
            <p:nvPr/>
          </p:nvSpPr>
          <p:spPr>
            <a:xfrm>
              <a:off x="4073075" y="4331875"/>
              <a:ext cx="27550" cy="60900"/>
            </a:xfrm>
            <a:custGeom>
              <a:avLst/>
              <a:gdLst/>
              <a:ahLst/>
              <a:cxnLst/>
              <a:rect l="l" t="t" r="r" b="b"/>
              <a:pathLst>
                <a:path w="1102" h="2436" fill="none" extrusionOk="0">
                  <a:moveTo>
                    <a:pt x="1101" y="1"/>
                  </a:moveTo>
                  <a:cubicBezTo>
                    <a:pt x="835" y="834"/>
                    <a:pt x="434" y="1668"/>
                    <a:pt x="1" y="2436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67"/>
            <p:cNvSpPr/>
            <p:nvPr/>
          </p:nvSpPr>
          <p:spPr>
            <a:xfrm>
              <a:off x="3717825" y="3889900"/>
              <a:ext cx="400300" cy="419475"/>
            </a:xfrm>
            <a:custGeom>
              <a:avLst/>
              <a:gdLst/>
              <a:ahLst/>
              <a:cxnLst/>
              <a:rect l="l" t="t" r="r" b="b"/>
              <a:pathLst>
                <a:path w="16012" h="16779" fill="none" extrusionOk="0">
                  <a:moveTo>
                    <a:pt x="1" y="300"/>
                  </a:moveTo>
                  <a:cubicBezTo>
                    <a:pt x="868" y="100"/>
                    <a:pt x="1768" y="0"/>
                    <a:pt x="2669" y="0"/>
                  </a:cubicBezTo>
                  <a:lnTo>
                    <a:pt x="2669" y="0"/>
                  </a:lnTo>
                  <a:cubicBezTo>
                    <a:pt x="10041" y="0"/>
                    <a:pt x="16012" y="5971"/>
                    <a:pt x="16012" y="13343"/>
                  </a:cubicBezTo>
                  <a:lnTo>
                    <a:pt x="16012" y="13343"/>
                  </a:lnTo>
                  <a:cubicBezTo>
                    <a:pt x="16012" y="14511"/>
                    <a:pt x="15879" y="15645"/>
                    <a:pt x="15578" y="16779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67"/>
            <p:cNvSpPr/>
            <p:nvPr/>
          </p:nvSpPr>
          <p:spPr>
            <a:xfrm>
              <a:off x="2111675" y="2553100"/>
              <a:ext cx="105100" cy="41725"/>
            </a:xfrm>
            <a:custGeom>
              <a:avLst/>
              <a:gdLst/>
              <a:ahLst/>
              <a:cxnLst/>
              <a:rect l="l" t="t" r="r" b="b"/>
              <a:pathLst>
                <a:path w="4204" h="1669" fill="none" extrusionOk="0">
                  <a:moveTo>
                    <a:pt x="1" y="1668"/>
                  </a:moveTo>
                  <a:cubicBezTo>
                    <a:pt x="1302" y="901"/>
                    <a:pt x="2736" y="334"/>
                    <a:pt x="4204" y="1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67"/>
            <p:cNvSpPr/>
            <p:nvPr/>
          </p:nvSpPr>
          <p:spPr>
            <a:xfrm>
              <a:off x="1950725" y="2608975"/>
              <a:ext cx="139300" cy="301075"/>
            </a:xfrm>
            <a:custGeom>
              <a:avLst/>
              <a:gdLst/>
              <a:ahLst/>
              <a:cxnLst/>
              <a:rect l="l" t="t" r="r" b="b"/>
              <a:pathLst>
                <a:path w="5572" h="12043" fill="none" extrusionOk="0">
                  <a:moveTo>
                    <a:pt x="34" y="12043"/>
                  </a:moveTo>
                  <a:cubicBezTo>
                    <a:pt x="1" y="11642"/>
                    <a:pt x="1" y="11275"/>
                    <a:pt x="1" y="10875"/>
                  </a:cubicBezTo>
                  <a:lnTo>
                    <a:pt x="1" y="10875"/>
                  </a:lnTo>
                  <a:cubicBezTo>
                    <a:pt x="1" y="6539"/>
                    <a:pt x="2069" y="2502"/>
                    <a:pt x="5571" y="1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67"/>
            <p:cNvSpPr/>
            <p:nvPr/>
          </p:nvSpPr>
          <p:spPr>
            <a:xfrm>
              <a:off x="1970750" y="2995925"/>
              <a:ext cx="568750" cy="218500"/>
            </a:xfrm>
            <a:custGeom>
              <a:avLst/>
              <a:gdLst/>
              <a:ahLst/>
              <a:cxnLst/>
              <a:rect l="l" t="t" r="r" b="b"/>
              <a:pathLst>
                <a:path w="22750" h="8740" fill="none" extrusionOk="0">
                  <a:moveTo>
                    <a:pt x="22750" y="4037"/>
                  </a:moveTo>
                  <a:cubicBezTo>
                    <a:pt x="20215" y="7005"/>
                    <a:pt x="16479" y="8740"/>
                    <a:pt x="12576" y="8740"/>
                  </a:cubicBezTo>
                  <a:lnTo>
                    <a:pt x="12576" y="8740"/>
                  </a:lnTo>
                  <a:cubicBezTo>
                    <a:pt x="6939" y="8740"/>
                    <a:pt x="1935" y="5237"/>
                    <a:pt x="0" y="0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67"/>
            <p:cNvSpPr/>
            <p:nvPr/>
          </p:nvSpPr>
          <p:spPr>
            <a:xfrm>
              <a:off x="2572000" y="2988425"/>
              <a:ext cx="28375" cy="61725"/>
            </a:xfrm>
            <a:custGeom>
              <a:avLst/>
              <a:gdLst/>
              <a:ahLst/>
              <a:cxnLst/>
              <a:rect l="l" t="t" r="r" b="b"/>
              <a:pathLst>
                <a:path w="1135" h="2469" fill="none" extrusionOk="0">
                  <a:moveTo>
                    <a:pt x="1135" y="0"/>
                  </a:moveTo>
                  <a:cubicBezTo>
                    <a:pt x="835" y="867"/>
                    <a:pt x="468" y="1668"/>
                    <a:pt x="1" y="2469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67"/>
            <p:cNvSpPr/>
            <p:nvPr/>
          </p:nvSpPr>
          <p:spPr>
            <a:xfrm>
              <a:off x="2216750" y="2546425"/>
              <a:ext cx="401150" cy="419500"/>
            </a:xfrm>
            <a:custGeom>
              <a:avLst/>
              <a:gdLst/>
              <a:ahLst/>
              <a:cxnLst/>
              <a:rect l="l" t="t" r="r" b="b"/>
              <a:pathLst>
                <a:path w="16046" h="16780" fill="none" extrusionOk="0">
                  <a:moveTo>
                    <a:pt x="1" y="301"/>
                  </a:moveTo>
                  <a:cubicBezTo>
                    <a:pt x="901" y="101"/>
                    <a:pt x="1802" y="1"/>
                    <a:pt x="2703" y="1"/>
                  </a:cubicBezTo>
                  <a:lnTo>
                    <a:pt x="2703" y="1"/>
                  </a:lnTo>
                  <a:cubicBezTo>
                    <a:pt x="10075" y="1"/>
                    <a:pt x="16045" y="5972"/>
                    <a:pt x="16045" y="13344"/>
                  </a:cubicBezTo>
                  <a:lnTo>
                    <a:pt x="16045" y="13344"/>
                  </a:lnTo>
                  <a:cubicBezTo>
                    <a:pt x="16045" y="14511"/>
                    <a:pt x="15912" y="15645"/>
                    <a:pt x="15612" y="16779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67"/>
            <p:cNvSpPr/>
            <p:nvPr/>
          </p:nvSpPr>
          <p:spPr>
            <a:xfrm>
              <a:off x="3611925" y="1125425"/>
              <a:ext cx="105925" cy="41700"/>
            </a:xfrm>
            <a:custGeom>
              <a:avLst/>
              <a:gdLst/>
              <a:ahLst/>
              <a:cxnLst/>
              <a:rect l="l" t="t" r="r" b="b"/>
              <a:pathLst>
                <a:path w="4237" h="1668" fill="none" extrusionOk="0">
                  <a:moveTo>
                    <a:pt x="0" y="1668"/>
                  </a:moveTo>
                  <a:cubicBezTo>
                    <a:pt x="1301" y="867"/>
                    <a:pt x="2735" y="300"/>
                    <a:pt x="4237" y="0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67"/>
            <p:cNvSpPr/>
            <p:nvPr/>
          </p:nvSpPr>
          <p:spPr>
            <a:xfrm>
              <a:off x="3450975" y="1180450"/>
              <a:ext cx="140125" cy="301900"/>
            </a:xfrm>
            <a:custGeom>
              <a:avLst/>
              <a:gdLst/>
              <a:ahLst/>
              <a:cxnLst/>
              <a:rect l="l" t="t" r="r" b="b"/>
              <a:pathLst>
                <a:path w="5605" h="12076" fill="none" extrusionOk="0">
                  <a:moveTo>
                    <a:pt x="67" y="12076"/>
                  </a:moveTo>
                  <a:cubicBezTo>
                    <a:pt x="34" y="11676"/>
                    <a:pt x="0" y="11275"/>
                    <a:pt x="0" y="10875"/>
                  </a:cubicBezTo>
                  <a:lnTo>
                    <a:pt x="0" y="10875"/>
                  </a:lnTo>
                  <a:cubicBezTo>
                    <a:pt x="0" y="6572"/>
                    <a:pt x="2068" y="2502"/>
                    <a:pt x="5604" y="1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67"/>
            <p:cNvSpPr/>
            <p:nvPr/>
          </p:nvSpPr>
          <p:spPr>
            <a:xfrm>
              <a:off x="3470975" y="1567400"/>
              <a:ext cx="568775" cy="219350"/>
            </a:xfrm>
            <a:custGeom>
              <a:avLst/>
              <a:gdLst/>
              <a:ahLst/>
              <a:cxnLst/>
              <a:rect l="l" t="t" r="r" b="b"/>
              <a:pathLst>
                <a:path w="22751" h="8774" fill="none" extrusionOk="0">
                  <a:moveTo>
                    <a:pt x="22750" y="4037"/>
                  </a:moveTo>
                  <a:cubicBezTo>
                    <a:pt x="20215" y="7039"/>
                    <a:pt x="16479" y="8773"/>
                    <a:pt x="12543" y="8773"/>
                  </a:cubicBezTo>
                  <a:lnTo>
                    <a:pt x="12543" y="8773"/>
                  </a:lnTo>
                  <a:cubicBezTo>
                    <a:pt x="6939" y="8773"/>
                    <a:pt x="1936" y="5271"/>
                    <a:pt x="1" y="0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67"/>
            <p:cNvSpPr/>
            <p:nvPr/>
          </p:nvSpPr>
          <p:spPr>
            <a:xfrm>
              <a:off x="4073075" y="1560725"/>
              <a:ext cx="27550" cy="60900"/>
            </a:xfrm>
            <a:custGeom>
              <a:avLst/>
              <a:gdLst/>
              <a:ahLst/>
              <a:cxnLst/>
              <a:rect l="l" t="t" r="r" b="b"/>
              <a:pathLst>
                <a:path w="1102" h="2436" fill="none" extrusionOk="0">
                  <a:moveTo>
                    <a:pt x="1101" y="1"/>
                  </a:moveTo>
                  <a:cubicBezTo>
                    <a:pt x="835" y="834"/>
                    <a:pt x="434" y="1668"/>
                    <a:pt x="1" y="2436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67"/>
            <p:cNvSpPr/>
            <p:nvPr/>
          </p:nvSpPr>
          <p:spPr>
            <a:xfrm>
              <a:off x="3717825" y="1118750"/>
              <a:ext cx="400300" cy="418650"/>
            </a:xfrm>
            <a:custGeom>
              <a:avLst/>
              <a:gdLst/>
              <a:ahLst/>
              <a:cxnLst/>
              <a:rect l="l" t="t" r="r" b="b"/>
              <a:pathLst>
                <a:path w="16012" h="16746" fill="none" extrusionOk="0">
                  <a:moveTo>
                    <a:pt x="1" y="267"/>
                  </a:moveTo>
                  <a:cubicBezTo>
                    <a:pt x="868" y="67"/>
                    <a:pt x="1768" y="0"/>
                    <a:pt x="2669" y="0"/>
                  </a:cubicBezTo>
                  <a:lnTo>
                    <a:pt x="2669" y="0"/>
                  </a:lnTo>
                  <a:cubicBezTo>
                    <a:pt x="10041" y="0"/>
                    <a:pt x="16012" y="5971"/>
                    <a:pt x="16012" y="13343"/>
                  </a:cubicBezTo>
                  <a:lnTo>
                    <a:pt x="16012" y="13343"/>
                  </a:lnTo>
                  <a:cubicBezTo>
                    <a:pt x="16012" y="14477"/>
                    <a:pt x="15879" y="15645"/>
                    <a:pt x="15578" y="16746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67"/>
            <p:cNvSpPr/>
            <p:nvPr/>
          </p:nvSpPr>
          <p:spPr>
            <a:xfrm>
              <a:off x="4111450" y="3085150"/>
              <a:ext cx="874800" cy="873975"/>
            </a:xfrm>
            <a:custGeom>
              <a:avLst/>
              <a:gdLst/>
              <a:ahLst/>
              <a:cxnLst/>
              <a:rect l="l" t="t" r="r" b="b"/>
              <a:pathLst>
                <a:path w="34992" h="34959" extrusionOk="0">
                  <a:moveTo>
                    <a:pt x="17479" y="1"/>
                  </a:moveTo>
                  <a:cubicBezTo>
                    <a:pt x="7839" y="1"/>
                    <a:pt x="0" y="7806"/>
                    <a:pt x="0" y="17480"/>
                  </a:cubicBezTo>
                  <a:cubicBezTo>
                    <a:pt x="0" y="27120"/>
                    <a:pt x="7839" y="34959"/>
                    <a:pt x="17479" y="34959"/>
                  </a:cubicBezTo>
                  <a:cubicBezTo>
                    <a:pt x="27153" y="34959"/>
                    <a:pt x="34992" y="27120"/>
                    <a:pt x="34992" y="17480"/>
                  </a:cubicBezTo>
                  <a:cubicBezTo>
                    <a:pt x="34992" y="7806"/>
                    <a:pt x="27153" y="1"/>
                    <a:pt x="17479" y="1"/>
                  </a:cubicBezTo>
                  <a:close/>
                </a:path>
              </a:pathLst>
            </a:custGeom>
            <a:solidFill>
              <a:srgbClr val="FF8D00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67"/>
            <p:cNvSpPr/>
            <p:nvPr/>
          </p:nvSpPr>
          <p:spPr>
            <a:xfrm>
              <a:off x="4113525" y="3087238"/>
              <a:ext cx="874800" cy="873975"/>
            </a:xfrm>
            <a:custGeom>
              <a:avLst/>
              <a:gdLst/>
              <a:ahLst/>
              <a:cxnLst/>
              <a:rect l="l" t="t" r="r" b="b"/>
              <a:pathLst>
                <a:path w="34992" h="34959" extrusionOk="0">
                  <a:moveTo>
                    <a:pt x="17479" y="1"/>
                  </a:moveTo>
                  <a:cubicBezTo>
                    <a:pt x="7839" y="1"/>
                    <a:pt x="0" y="7806"/>
                    <a:pt x="0" y="17480"/>
                  </a:cubicBezTo>
                  <a:cubicBezTo>
                    <a:pt x="0" y="27120"/>
                    <a:pt x="7839" y="34959"/>
                    <a:pt x="17479" y="34959"/>
                  </a:cubicBezTo>
                  <a:cubicBezTo>
                    <a:pt x="27153" y="34959"/>
                    <a:pt x="34992" y="27120"/>
                    <a:pt x="34992" y="17480"/>
                  </a:cubicBezTo>
                  <a:cubicBezTo>
                    <a:pt x="34992" y="7806"/>
                    <a:pt x="27153" y="1"/>
                    <a:pt x="17479" y="1"/>
                  </a:cubicBezTo>
                  <a:close/>
                </a:path>
              </a:pathLst>
            </a:custGeom>
            <a:solidFill>
              <a:srgbClr val="FFFFFF">
                <a:alpha val="18820"/>
              </a:srgbClr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67"/>
            <p:cNvSpPr/>
            <p:nvPr/>
          </p:nvSpPr>
          <p:spPr>
            <a:xfrm>
              <a:off x="4240350" y="3082875"/>
              <a:ext cx="657500" cy="757000"/>
            </a:xfrm>
            <a:custGeom>
              <a:avLst/>
              <a:gdLst/>
              <a:ahLst/>
              <a:cxnLst/>
              <a:rect l="l" t="t" r="r" b="b"/>
              <a:pathLst>
                <a:path w="26300" h="30280" extrusionOk="0">
                  <a:moveTo>
                    <a:pt x="10296" y="0"/>
                  </a:moveTo>
                  <a:cubicBezTo>
                    <a:pt x="7598" y="0"/>
                    <a:pt x="3054" y="465"/>
                    <a:pt x="2083" y="3494"/>
                  </a:cubicBezTo>
                  <a:cubicBezTo>
                    <a:pt x="682" y="7864"/>
                    <a:pt x="6619" y="7097"/>
                    <a:pt x="5685" y="9131"/>
                  </a:cubicBezTo>
                  <a:cubicBezTo>
                    <a:pt x="4751" y="11166"/>
                    <a:pt x="848" y="13801"/>
                    <a:pt x="2383" y="16803"/>
                  </a:cubicBezTo>
                  <a:cubicBezTo>
                    <a:pt x="3738" y="19369"/>
                    <a:pt x="6039" y="22159"/>
                    <a:pt x="4616" y="22159"/>
                  </a:cubicBezTo>
                  <a:cubicBezTo>
                    <a:pt x="4392" y="22159"/>
                    <a:pt x="4076" y="22090"/>
                    <a:pt x="3650" y="21940"/>
                  </a:cubicBezTo>
                  <a:cubicBezTo>
                    <a:pt x="2400" y="21515"/>
                    <a:pt x="1527" y="21206"/>
                    <a:pt x="968" y="21206"/>
                  </a:cubicBezTo>
                  <a:cubicBezTo>
                    <a:pt x="126" y="21206"/>
                    <a:pt x="0" y="21909"/>
                    <a:pt x="381" y="23975"/>
                  </a:cubicBezTo>
                  <a:cubicBezTo>
                    <a:pt x="888" y="26872"/>
                    <a:pt x="3314" y="27990"/>
                    <a:pt x="7241" y="27990"/>
                  </a:cubicBezTo>
                  <a:cubicBezTo>
                    <a:pt x="7972" y="27990"/>
                    <a:pt x="8755" y="27951"/>
                    <a:pt x="9588" y="27878"/>
                  </a:cubicBezTo>
                  <a:cubicBezTo>
                    <a:pt x="10038" y="27838"/>
                    <a:pt x="10447" y="27820"/>
                    <a:pt x="10820" y="27820"/>
                  </a:cubicBezTo>
                  <a:cubicBezTo>
                    <a:pt x="14837" y="27820"/>
                    <a:pt x="14677" y="29941"/>
                    <a:pt x="17394" y="30246"/>
                  </a:cubicBezTo>
                  <a:cubicBezTo>
                    <a:pt x="17610" y="30268"/>
                    <a:pt x="17827" y="30279"/>
                    <a:pt x="18042" y="30279"/>
                  </a:cubicBezTo>
                  <a:cubicBezTo>
                    <a:pt x="20780" y="30279"/>
                    <a:pt x="23331" y="28493"/>
                    <a:pt x="23331" y="24442"/>
                  </a:cubicBezTo>
                  <a:cubicBezTo>
                    <a:pt x="23331" y="20072"/>
                    <a:pt x="19762" y="21006"/>
                    <a:pt x="23031" y="18838"/>
                  </a:cubicBezTo>
                  <a:cubicBezTo>
                    <a:pt x="26300" y="16637"/>
                    <a:pt x="25699" y="10999"/>
                    <a:pt x="24765" y="9298"/>
                  </a:cubicBezTo>
                  <a:cubicBezTo>
                    <a:pt x="23831" y="7564"/>
                    <a:pt x="21930" y="8364"/>
                    <a:pt x="21930" y="6163"/>
                  </a:cubicBezTo>
                  <a:cubicBezTo>
                    <a:pt x="21930" y="4037"/>
                    <a:pt x="17732" y="76"/>
                    <a:pt x="12848" y="76"/>
                  </a:cubicBezTo>
                  <a:cubicBezTo>
                    <a:pt x="12674" y="76"/>
                    <a:pt x="12499" y="81"/>
                    <a:pt x="12323" y="92"/>
                  </a:cubicBezTo>
                  <a:cubicBezTo>
                    <a:pt x="12323" y="92"/>
                    <a:pt x="11491" y="0"/>
                    <a:pt x="10296" y="0"/>
                  </a:cubicBez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67"/>
            <p:cNvSpPr/>
            <p:nvPr/>
          </p:nvSpPr>
          <p:spPr>
            <a:xfrm>
              <a:off x="4344950" y="3125175"/>
              <a:ext cx="428650" cy="210175"/>
            </a:xfrm>
            <a:custGeom>
              <a:avLst/>
              <a:gdLst/>
              <a:ahLst/>
              <a:cxnLst/>
              <a:rect l="l" t="t" r="r" b="b"/>
              <a:pathLst>
                <a:path w="17146" h="8407" fill="none" extrusionOk="0">
                  <a:moveTo>
                    <a:pt x="3302" y="434"/>
                  </a:moveTo>
                  <a:cubicBezTo>
                    <a:pt x="3302" y="434"/>
                    <a:pt x="0" y="1"/>
                    <a:pt x="134" y="2069"/>
                  </a:cubicBezTo>
                  <a:cubicBezTo>
                    <a:pt x="234" y="4137"/>
                    <a:pt x="5904" y="8173"/>
                    <a:pt x="11275" y="8307"/>
                  </a:cubicBezTo>
                  <a:cubicBezTo>
                    <a:pt x="16612" y="8407"/>
                    <a:pt x="17146" y="5671"/>
                    <a:pt x="16378" y="5138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67"/>
            <p:cNvSpPr/>
            <p:nvPr/>
          </p:nvSpPr>
          <p:spPr>
            <a:xfrm>
              <a:off x="4446675" y="3179375"/>
              <a:ext cx="120125" cy="142625"/>
            </a:xfrm>
            <a:custGeom>
              <a:avLst/>
              <a:gdLst/>
              <a:ahLst/>
              <a:cxnLst/>
              <a:rect l="l" t="t" r="r" b="b"/>
              <a:pathLst>
                <a:path w="4805" h="5705" fill="none" extrusionOk="0">
                  <a:moveTo>
                    <a:pt x="2603" y="1"/>
                  </a:moveTo>
                  <a:cubicBezTo>
                    <a:pt x="2603" y="1"/>
                    <a:pt x="1" y="334"/>
                    <a:pt x="301" y="2102"/>
                  </a:cubicBezTo>
                  <a:cubicBezTo>
                    <a:pt x="634" y="3837"/>
                    <a:pt x="2269" y="4704"/>
                    <a:pt x="4804" y="5705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67"/>
            <p:cNvSpPr/>
            <p:nvPr/>
          </p:nvSpPr>
          <p:spPr>
            <a:xfrm>
              <a:off x="4588450" y="3447075"/>
              <a:ext cx="251025" cy="332775"/>
            </a:xfrm>
            <a:custGeom>
              <a:avLst/>
              <a:gdLst/>
              <a:ahLst/>
              <a:cxnLst/>
              <a:rect l="l" t="t" r="r" b="b"/>
              <a:pathLst>
                <a:path w="10041" h="13311" fill="none" extrusionOk="0">
                  <a:moveTo>
                    <a:pt x="10041" y="1"/>
                  </a:moveTo>
                  <a:cubicBezTo>
                    <a:pt x="10041" y="1"/>
                    <a:pt x="9807" y="2736"/>
                    <a:pt x="6438" y="4470"/>
                  </a:cubicBezTo>
                  <a:cubicBezTo>
                    <a:pt x="3036" y="6205"/>
                    <a:pt x="0" y="8840"/>
                    <a:pt x="2936" y="10141"/>
                  </a:cubicBezTo>
                  <a:cubicBezTo>
                    <a:pt x="5838" y="11475"/>
                    <a:pt x="7506" y="12977"/>
                    <a:pt x="6405" y="13310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67"/>
            <p:cNvSpPr/>
            <p:nvPr/>
          </p:nvSpPr>
          <p:spPr>
            <a:xfrm>
              <a:off x="4274050" y="3648900"/>
              <a:ext cx="147625" cy="75900"/>
            </a:xfrm>
            <a:custGeom>
              <a:avLst/>
              <a:gdLst/>
              <a:ahLst/>
              <a:cxnLst/>
              <a:rect l="l" t="t" r="r" b="b"/>
              <a:pathLst>
                <a:path w="5905" h="3036" fill="none" extrusionOk="0">
                  <a:moveTo>
                    <a:pt x="5905" y="0"/>
                  </a:moveTo>
                  <a:cubicBezTo>
                    <a:pt x="5905" y="0"/>
                    <a:pt x="4604" y="3036"/>
                    <a:pt x="2636" y="2502"/>
                  </a:cubicBezTo>
                  <a:cubicBezTo>
                    <a:pt x="668" y="1935"/>
                    <a:pt x="1" y="400"/>
                    <a:pt x="1335" y="400"/>
                  </a:cubicBezTo>
                  <a:cubicBezTo>
                    <a:pt x="2636" y="400"/>
                    <a:pt x="2736" y="1067"/>
                    <a:pt x="2736" y="1067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67"/>
            <p:cNvSpPr/>
            <p:nvPr/>
          </p:nvSpPr>
          <p:spPr>
            <a:xfrm>
              <a:off x="4648500" y="3335325"/>
              <a:ext cx="100925" cy="185150"/>
            </a:xfrm>
            <a:custGeom>
              <a:avLst/>
              <a:gdLst/>
              <a:ahLst/>
              <a:cxnLst/>
              <a:rect l="l" t="t" r="r" b="b"/>
              <a:pathLst>
                <a:path w="4037" h="7406" fill="none" extrusionOk="0">
                  <a:moveTo>
                    <a:pt x="1368" y="34"/>
                  </a:moveTo>
                  <a:cubicBezTo>
                    <a:pt x="1368" y="34"/>
                    <a:pt x="4036" y="1"/>
                    <a:pt x="3603" y="2603"/>
                  </a:cubicBezTo>
                  <a:cubicBezTo>
                    <a:pt x="3169" y="5238"/>
                    <a:pt x="634" y="5438"/>
                    <a:pt x="0" y="7406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67"/>
            <p:cNvSpPr/>
            <p:nvPr/>
          </p:nvSpPr>
          <p:spPr>
            <a:xfrm>
              <a:off x="4204850" y="3671125"/>
              <a:ext cx="614625" cy="288850"/>
            </a:xfrm>
            <a:custGeom>
              <a:avLst/>
              <a:gdLst/>
              <a:ahLst/>
              <a:cxnLst/>
              <a:rect l="l" t="t" r="r" b="b"/>
              <a:pathLst>
                <a:path w="24585" h="11554" extrusionOk="0">
                  <a:moveTo>
                    <a:pt x="13075" y="0"/>
                  </a:moveTo>
                  <a:cubicBezTo>
                    <a:pt x="12824" y="0"/>
                    <a:pt x="12569" y="25"/>
                    <a:pt x="12309" y="78"/>
                  </a:cubicBezTo>
                  <a:cubicBezTo>
                    <a:pt x="9707" y="645"/>
                    <a:pt x="2669" y="3681"/>
                    <a:pt x="0" y="4848"/>
                  </a:cubicBezTo>
                  <a:cubicBezTo>
                    <a:pt x="3302" y="9085"/>
                    <a:pt x="8373" y="11553"/>
                    <a:pt x="13743" y="11553"/>
                  </a:cubicBezTo>
                  <a:cubicBezTo>
                    <a:pt x="17679" y="11553"/>
                    <a:pt x="21482" y="10219"/>
                    <a:pt x="24584" y="7784"/>
                  </a:cubicBezTo>
                  <a:cubicBezTo>
                    <a:pt x="23350" y="6883"/>
                    <a:pt x="21149" y="5282"/>
                    <a:pt x="19881" y="4448"/>
                  </a:cubicBezTo>
                  <a:cubicBezTo>
                    <a:pt x="18192" y="3312"/>
                    <a:pt x="15967" y="0"/>
                    <a:pt x="13075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67"/>
            <p:cNvSpPr/>
            <p:nvPr/>
          </p:nvSpPr>
          <p:spPr>
            <a:xfrm>
              <a:off x="4356300" y="3656125"/>
              <a:ext cx="283875" cy="234900"/>
            </a:xfrm>
            <a:custGeom>
              <a:avLst/>
              <a:gdLst/>
              <a:ahLst/>
              <a:cxnLst/>
              <a:rect l="l" t="t" r="r" b="b"/>
              <a:pathLst>
                <a:path w="11355" h="9396" extrusionOk="0">
                  <a:moveTo>
                    <a:pt x="6802" y="0"/>
                  </a:moveTo>
                  <a:cubicBezTo>
                    <a:pt x="6170" y="0"/>
                    <a:pt x="5717" y="111"/>
                    <a:pt x="5717" y="111"/>
                  </a:cubicBezTo>
                  <a:cubicBezTo>
                    <a:pt x="5717" y="111"/>
                    <a:pt x="880" y="1512"/>
                    <a:pt x="247" y="5582"/>
                  </a:cubicBezTo>
                  <a:cubicBezTo>
                    <a:pt x="1" y="7248"/>
                    <a:pt x="627" y="7740"/>
                    <a:pt x="1453" y="7740"/>
                  </a:cubicBezTo>
                  <a:cubicBezTo>
                    <a:pt x="2644" y="7740"/>
                    <a:pt x="4249" y="6716"/>
                    <a:pt x="4249" y="6716"/>
                  </a:cubicBezTo>
                  <a:cubicBezTo>
                    <a:pt x="4249" y="6716"/>
                    <a:pt x="6077" y="9395"/>
                    <a:pt x="7976" y="9395"/>
                  </a:cubicBezTo>
                  <a:cubicBezTo>
                    <a:pt x="8269" y="9395"/>
                    <a:pt x="8563" y="9332"/>
                    <a:pt x="8853" y="9184"/>
                  </a:cubicBezTo>
                  <a:cubicBezTo>
                    <a:pt x="11054" y="8084"/>
                    <a:pt x="11355" y="4348"/>
                    <a:pt x="10120" y="1846"/>
                  </a:cubicBezTo>
                  <a:cubicBezTo>
                    <a:pt x="9335" y="295"/>
                    <a:pt x="7831" y="0"/>
                    <a:pt x="6802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67"/>
            <p:cNvSpPr/>
            <p:nvPr/>
          </p:nvSpPr>
          <p:spPr>
            <a:xfrm>
              <a:off x="4417500" y="3511300"/>
              <a:ext cx="185975" cy="318250"/>
            </a:xfrm>
            <a:custGeom>
              <a:avLst/>
              <a:gdLst/>
              <a:ahLst/>
              <a:cxnLst/>
              <a:rect l="l" t="t" r="r" b="b"/>
              <a:pathLst>
                <a:path w="7439" h="12730" extrusionOk="0">
                  <a:moveTo>
                    <a:pt x="7439" y="0"/>
                  </a:moveTo>
                  <a:lnTo>
                    <a:pt x="3169" y="2935"/>
                  </a:lnTo>
                  <a:cubicBezTo>
                    <a:pt x="3169" y="4236"/>
                    <a:pt x="3002" y="5571"/>
                    <a:pt x="2602" y="6872"/>
                  </a:cubicBezTo>
                  <a:cubicBezTo>
                    <a:pt x="2002" y="8740"/>
                    <a:pt x="0" y="11342"/>
                    <a:pt x="1768" y="12509"/>
                  </a:cubicBezTo>
                  <a:cubicBezTo>
                    <a:pt x="2001" y="12660"/>
                    <a:pt x="2241" y="12729"/>
                    <a:pt x="2485" y="12729"/>
                  </a:cubicBezTo>
                  <a:cubicBezTo>
                    <a:pt x="4128" y="12729"/>
                    <a:pt x="5915" y="9569"/>
                    <a:pt x="6438" y="6838"/>
                  </a:cubicBezTo>
                  <a:cubicBezTo>
                    <a:pt x="7005" y="3736"/>
                    <a:pt x="7439" y="0"/>
                    <a:pt x="7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67"/>
            <p:cNvSpPr/>
            <p:nvPr/>
          </p:nvSpPr>
          <p:spPr>
            <a:xfrm>
              <a:off x="4485875" y="3512125"/>
              <a:ext cx="117600" cy="309400"/>
            </a:xfrm>
            <a:custGeom>
              <a:avLst/>
              <a:gdLst/>
              <a:ahLst/>
              <a:cxnLst/>
              <a:rect l="l" t="t" r="r" b="b"/>
              <a:pathLst>
                <a:path w="4704" h="12376" extrusionOk="0">
                  <a:moveTo>
                    <a:pt x="4704" y="0"/>
                  </a:moveTo>
                  <a:lnTo>
                    <a:pt x="401" y="2902"/>
                  </a:lnTo>
                  <a:cubicBezTo>
                    <a:pt x="434" y="4103"/>
                    <a:pt x="301" y="5271"/>
                    <a:pt x="0" y="6405"/>
                  </a:cubicBezTo>
                  <a:cubicBezTo>
                    <a:pt x="568" y="6605"/>
                    <a:pt x="1168" y="6739"/>
                    <a:pt x="1768" y="6839"/>
                  </a:cubicBezTo>
                  <a:cubicBezTo>
                    <a:pt x="1843" y="6843"/>
                    <a:pt x="1911" y="6845"/>
                    <a:pt x="1974" y="6845"/>
                  </a:cubicBezTo>
                  <a:cubicBezTo>
                    <a:pt x="2386" y="6845"/>
                    <a:pt x="2544" y="6754"/>
                    <a:pt x="2602" y="6639"/>
                  </a:cubicBezTo>
                  <a:lnTo>
                    <a:pt x="2602" y="6639"/>
                  </a:lnTo>
                  <a:cubicBezTo>
                    <a:pt x="2536" y="7406"/>
                    <a:pt x="2302" y="9541"/>
                    <a:pt x="1401" y="11142"/>
                  </a:cubicBezTo>
                  <a:cubicBezTo>
                    <a:pt x="1135" y="11609"/>
                    <a:pt x="901" y="12009"/>
                    <a:pt x="734" y="12376"/>
                  </a:cubicBezTo>
                  <a:cubicBezTo>
                    <a:pt x="2069" y="11475"/>
                    <a:pt x="3269" y="9007"/>
                    <a:pt x="3703" y="6839"/>
                  </a:cubicBezTo>
                  <a:cubicBezTo>
                    <a:pt x="4304" y="3703"/>
                    <a:pt x="4704" y="1"/>
                    <a:pt x="4704" y="0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67"/>
            <p:cNvSpPr/>
            <p:nvPr/>
          </p:nvSpPr>
          <p:spPr>
            <a:xfrm>
              <a:off x="4417500" y="3511300"/>
              <a:ext cx="185975" cy="341925"/>
            </a:xfrm>
            <a:custGeom>
              <a:avLst/>
              <a:gdLst/>
              <a:ahLst/>
              <a:cxnLst/>
              <a:rect l="l" t="t" r="r" b="b"/>
              <a:pathLst>
                <a:path w="7439" h="13677" fill="none" extrusionOk="0">
                  <a:moveTo>
                    <a:pt x="3169" y="2935"/>
                  </a:moveTo>
                  <a:cubicBezTo>
                    <a:pt x="3169" y="4236"/>
                    <a:pt x="3002" y="5571"/>
                    <a:pt x="2602" y="6872"/>
                  </a:cubicBezTo>
                  <a:cubicBezTo>
                    <a:pt x="2002" y="8740"/>
                    <a:pt x="0" y="11342"/>
                    <a:pt x="1768" y="12509"/>
                  </a:cubicBezTo>
                  <a:cubicBezTo>
                    <a:pt x="3569" y="13677"/>
                    <a:pt x="5838" y="9974"/>
                    <a:pt x="6438" y="6838"/>
                  </a:cubicBezTo>
                  <a:cubicBezTo>
                    <a:pt x="7005" y="3736"/>
                    <a:pt x="7439" y="0"/>
                    <a:pt x="7439" y="0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67"/>
            <p:cNvSpPr/>
            <p:nvPr/>
          </p:nvSpPr>
          <p:spPr>
            <a:xfrm>
              <a:off x="4393300" y="3281950"/>
              <a:ext cx="288575" cy="350550"/>
            </a:xfrm>
            <a:custGeom>
              <a:avLst/>
              <a:gdLst/>
              <a:ahLst/>
              <a:cxnLst/>
              <a:rect l="l" t="t" r="r" b="b"/>
              <a:pathLst>
                <a:path w="11543" h="14022" extrusionOk="0">
                  <a:moveTo>
                    <a:pt x="1502" y="1"/>
                  </a:moveTo>
                  <a:cubicBezTo>
                    <a:pt x="1502" y="1"/>
                    <a:pt x="1" y="6272"/>
                    <a:pt x="1" y="8574"/>
                  </a:cubicBezTo>
                  <a:cubicBezTo>
                    <a:pt x="1" y="10909"/>
                    <a:pt x="2136" y="13777"/>
                    <a:pt x="4871" y="14011"/>
                  </a:cubicBezTo>
                  <a:cubicBezTo>
                    <a:pt x="4967" y="14018"/>
                    <a:pt x="5062" y="14022"/>
                    <a:pt x="5155" y="14022"/>
                  </a:cubicBezTo>
                  <a:cubicBezTo>
                    <a:pt x="8410" y="14022"/>
                    <a:pt x="9628" y="9567"/>
                    <a:pt x="10342" y="6972"/>
                  </a:cubicBezTo>
                  <a:cubicBezTo>
                    <a:pt x="11009" y="4671"/>
                    <a:pt x="11442" y="2669"/>
                    <a:pt x="11542" y="2169"/>
                  </a:cubicBezTo>
                  <a:lnTo>
                    <a:pt x="11542" y="2169"/>
                  </a:lnTo>
                  <a:cubicBezTo>
                    <a:pt x="10522" y="2556"/>
                    <a:pt x="9521" y="2713"/>
                    <a:pt x="8569" y="2713"/>
                  </a:cubicBezTo>
                  <a:cubicBezTo>
                    <a:pt x="4604" y="2713"/>
                    <a:pt x="1502" y="1"/>
                    <a:pt x="15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67"/>
            <p:cNvSpPr/>
            <p:nvPr/>
          </p:nvSpPr>
          <p:spPr>
            <a:xfrm>
              <a:off x="4475025" y="3336175"/>
              <a:ext cx="207675" cy="295575"/>
            </a:xfrm>
            <a:custGeom>
              <a:avLst/>
              <a:gdLst/>
              <a:ahLst/>
              <a:cxnLst/>
              <a:rect l="l" t="t" r="r" b="b"/>
              <a:pathLst>
                <a:path w="8307" h="11823" extrusionOk="0">
                  <a:moveTo>
                    <a:pt x="8307" y="0"/>
                  </a:moveTo>
                  <a:cubicBezTo>
                    <a:pt x="7773" y="200"/>
                    <a:pt x="7206" y="334"/>
                    <a:pt x="6672" y="434"/>
                  </a:cubicBezTo>
                  <a:cubicBezTo>
                    <a:pt x="6439" y="2035"/>
                    <a:pt x="5672" y="5938"/>
                    <a:pt x="3937" y="8339"/>
                  </a:cubicBezTo>
                  <a:cubicBezTo>
                    <a:pt x="2469" y="10374"/>
                    <a:pt x="901" y="11108"/>
                    <a:pt x="1" y="11375"/>
                  </a:cubicBezTo>
                  <a:cubicBezTo>
                    <a:pt x="501" y="11608"/>
                    <a:pt x="1035" y="11775"/>
                    <a:pt x="1602" y="11808"/>
                  </a:cubicBezTo>
                  <a:cubicBezTo>
                    <a:pt x="1709" y="11818"/>
                    <a:pt x="1814" y="11822"/>
                    <a:pt x="1917" y="11822"/>
                  </a:cubicBezTo>
                  <a:cubicBezTo>
                    <a:pt x="5149" y="11822"/>
                    <a:pt x="6362" y="7356"/>
                    <a:pt x="7106" y="4770"/>
                  </a:cubicBezTo>
                  <a:lnTo>
                    <a:pt x="8307" y="0"/>
                  </a:ln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67"/>
            <p:cNvSpPr/>
            <p:nvPr/>
          </p:nvSpPr>
          <p:spPr>
            <a:xfrm>
              <a:off x="4393300" y="3281950"/>
              <a:ext cx="288575" cy="356950"/>
            </a:xfrm>
            <a:custGeom>
              <a:avLst/>
              <a:gdLst/>
              <a:ahLst/>
              <a:cxnLst/>
              <a:rect l="l" t="t" r="r" b="b"/>
              <a:pathLst>
                <a:path w="11543" h="14278" fill="none" extrusionOk="0">
                  <a:moveTo>
                    <a:pt x="1502" y="1"/>
                  </a:moveTo>
                  <a:cubicBezTo>
                    <a:pt x="1502" y="1"/>
                    <a:pt x="1" y="6272"/>
                    <a:pt x="1" y="8574"/>
                  </a:cubicBezTo>
                  <a:cubicBezTo>
                    <a:pt x="1" y="10909"/>
                    <a:pt x="2136" y="13777"/>
                    <a:pt x="4871" y="14011"/>
                  </a:cubicBezTo>
                  <a:cubicBezTo>
                    <a:pt x="8340" y="14278"/>
                    <a:pt x="9608" y="9641"/>
                    <a:pt x="10342" y="6972"/>
                  </a:cubicBezTo>
                  <a:cubicBezTo>
                    <a:pt x="11009" y="4671"/>
                    <a:pt x="11442" y="2669"/>
                    <a:pt x="11542" y="2169"/>
                  </a:cubicBezTo>
                  <a:cubicBezTo>
                    <a:pt x="6272" y="4170"/>
                    <a:pt x="1502" y="1"/>
                    <a:pt x="1502" y="1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67"/>
            <p:cNvSpPr/>
            <p:nvPr/>
          </p:nvSpPr>
          <p:spPr>
            <a:xfrm>
              <a:off x="4437500" y="3392875"/>
              <a:ext cx="65075" cy="80075"/>
            </a:xfrm>
            <a:custGeom>
              <a:avLst/>
              <a:gdLst/>
              <a:ahLst/>
              <a:cxnLst/>
              <a:rect l="l" t="t" r="r" b="b"/>
              <a:pathLst>
                <a:path w="2603" h="3203" fill="none" extrusionOk="0">
                  <a:moveTo>
                    <a:pt x="2603" y="0"/>
                  </a:moveTo>
                  <a:cubicBezTo>
                    <a:pt x="2402" y="667"/>
                    <a:pt x="2102" y="1301"/>
                    <a:pt x="1702" y="1902"/>
                  </a:cubicBezTo>
                  <a:cubicBezTo>
                    <a:pt x="1168" y="2569"/>
                    <a:pt x="1" y="1968"/>
                    <a:pt x="334" y="2369"/>
                  </a:cubicBezTo>
                  <a:cubicBezTo>
                    <a:pt x="735" y="2869"/>
                    <a:pt x="1302" y="3169"/>
                    <a:pt x="1902" y="3203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67"/>
            <p:cNvSpPr/>
            <p:nvPr/>
          </p:nvSpPr>
          <p:spPr>
            <a:xfrm>
              <a:off x="4436675" y="3505450"/>
              <a:ext cx="78400" cy="37550"/>
            </a:xfrm>
            <a:custGeom>
              <a:avLst/>
              <a:gdLst/>
              <a:ahLst/>
              <a:cxnLst/>
              <a:rect l="l" t="t" r="r" b="b"/>
              <a:pathLst>
                <a:path w="3136" h="1502" fill="none" extrusionOk="0">
                  <a:moveTo>
                    <a:pt x="0" y="1"/>
                  </a:moveTo>
                  <a:cubicBezTo>
                    <a:pt x="0" y="1"/>
                    <a:pt x="1034" y="1502"/>
                    <a:pt x="3136" y="768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67"/>
            <p:cNvSpPr/>
            <p:nvPr/>
          </p:nvSpPr>
          <p:spPr>
            <a:xfrm>
              <a:off x="4457525" y="3361950"/>
              <a:ext cx="21700" cy="33675"/>
            </a:xfrm>
            <a:custGeom>
              <a:avLst/>
              <a:gdLst/>
              <a:ahLst/>
              <a:cxnLst/>
              <a:rect l="l" t="t" r="r" b="b"/>
              <a:pathLst>
                <a:path w="868" h="1347" extrusionOk="0">
                  <a:moveTo>
                    <a:pt x="500" y="0"/>
                  </a:moveTo>
                  <a:cubicBezTo>
                    <a:pt x="308" y="0"/>
                    <a:pt x="99" y="257"/>
                    <a:pt x="67" y="604"/>
                  </a:cubicBezTo>
                  <a:cubicBezTo>
                    <a:pt x="0" y="1004"/>
                    <a:pt x="100" y="1304"/>
                    <a:pt x="301" y="1337"/>
                  </a:cubicBezTo>
                  <a:cubicBezTo>
                    <a:pt x="323" y="1344"/>
                    <a:pt x="344" y="1347"/>
                    <a:pt x="366" y="1347"/>
                  </a:cubicBezTo>
                  <a:cubicBezTo>
                    <a:pt x="571" y="1347"/>
                    <a:pt x="741" y="1069"/>
                    <a:pt x="801" y="737"/>
                  </a:cubicBezTo>
                  <a:cubicBezTo>
                    <a:pt x="868" y="370"/>
                    <a:pt x="734" y="36"/>
                    <a:pt x="534" y="3"/>
                  </a:cubicBezTo>
                  <a:cubicBezTo>
                    <a:pt x="523" y="1"/>
                    <a:pt x="511" y="0"/>
                    <a:pt x="5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67"/>
            <p:cNvSpPr/>
            <p:nvPr/>
          </p:nvSpPr>
          <p:spPr>
            <a:xfrm>
              <a:off x="4542575" y="3386125"/>
              <a:ext cx="23375" cy="33525"/>
            </a:xfrm>
            <a:custGeom>
              <a:avLst/>
              <a:gdLst/>
              <a:ahLst/>
              <a:cxnLst/>
              <a:rect l="l" t="t" r="r" b="b"/>
              <a:pathLst>
                <a:path w="935" h="1341" extrusionOk="0">
                  <a:moveTo>
                    <a:pt x="596" y="0"/>
                  </a:moveTo>
                  <a:cubicBezTo>
                    <a:pt x="405" y="0"/>
                    <a:pt x="195" y="227"/>
                    <a:pt x="101" y="571"/>
                  </a:cubicBezTo>
                  <a:cubicBezTo>
                    <a:pt x="1" y="937"/>
                    <a:pt x="101" y="1271"/>
                    <a:pt x="301" y="1338"/>
                  </a:cubicBezTo>
                  <a:cubicBezTo>
                    <a:pt x="314" y="1340"/>
                    <a:pt x="327" y="1341"/>
                    <a:pt x="339" y="1341"/>
                  </a:cubicBezTo>
                  <a:cubicBezTo>
                    <a:pt x="530" y="1341"/>
                    <a:pt x="741" y="1114"/>
                    <a:pt x="835" y="771"/>
                  </a:cubicBezTo>
                  <a:cubicBezTo>
                    <a:pt x="935" y="404"/>
                    <a:pt x="835" y="70"/>
                    <a:pt x="635" y="3"/>
                  </a:cubicBezTo>
                  <a:cubicBezTo>
                    <a:pt x="622" y="1"/>
                    <a:pt x="609" y="0"/>
                    <a:pt x="5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67"/>
            <p:cNvSpPr/>
            <p:nvPr/>
          </p:nvSpPr>
          <p:spPr>
            <a:xfrm>
              <a:off x="4442500" y="3301975"/>
              <a:ext cx="54250" cy="32550"/>
            </a:xfrm>
            <a:custGeom>
              <a:avLst/>
              <a:gdLst/>
              <a:ahLst/>
              <a:cxnLst/>
              <a:rect l="l" t="t" r="r" b="b"/>
              <a:pathLst>
                <a:path w="2170" h="1302" fill="none" extrusionOk="0">
                  <a:moveTo>
                    <a:pt x="1" y="1301"/>
                  </a:moveTo>
                  <a:cubicBezTo>
                    <a:pt x="1" y="1301"/>
                    <a:pt x="535" y="0"/>
                    <a:pt x="2169" y="768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67"/>
            <p:cNvSpPr/>
            <p:nvPr/>
          </p:nvSpPr>
          <p:spPr>
            <a:xfrm>
              <a:off x="4544250" y="3337000"/>
              <a:ext cx="48400" cy="36725"/>
            </a:xfrm>
            <a:custGeom>
              <a:avLst/>
              <a:gdLst/>
              <a:ahLst/>
              <a:cxnLst/>
              <a:rect l="l" t="t" r="r" b="b"/>
              <a:pathLst>
                <a:path w="1936" h="1469" fill="none" extrusionOk="0">
                  <a:moveTo>
                    <a:pt x="0" y="467"/>
                  </a:moveTo>
                  <a:cubicBezTo>
                    <a:pt x="0" y="467"/>
                    <a:pt x="1502" y="0"/>
                    <a:pt x="1935" y="1468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67"/>
            <p:cNvSpPr/>
            <p:nvPr/>
          </p:nvSpPr>
          <p:spPr>
            <a:xfrm>
              <a:off x="2590350" y="3085150"/>
              <a:ext cx="873975" cy="873975"/>
            </a:xfrm>
            <a:custGeom>
              <a:avLst/>
              <a:gdLst/>
              <a:ahLst/>
              <a:cxnLst/>
              <a:rect l="l" t="t" r="r" b="b"/>
              <a:pathLst>
                <a:path w="34959" h="34959" extrusionOk="0">
                  <a:moveTo>
                    <a:pt x="17480" y="1"/>
                  </a:moveTo>
                  <a:cubicBezTo>
                    <a:pt x="7806" y="1"/>
                    <a:pt x="1" y="7806"/>
                    <a:pt x="1" y="17480"/>
                  </a:cubicBezTo>
                  <a:cubicBezTo>
                    <a:pt x="1" y="27120"/>
                    <a:pt x="7806" y="34959"/>
                    <a:pt x="17480" y="34959"/>
                  </a:cubicBezTo>
                  <a:cubicBezTo>
                    <a:pt x="27120" y="34959"/>
                    <a:pt x="34959" y="27120"/>
                    <a:pt x="34959" y="17480"/>
                  </a:cubicBezTo>
                  <a:cubicBezTo>
                    <a:pt x="34959" y="7806"/>
                    <a:pt x="27120" y="1"/>
                    <a:pt x="17480" y="1"/>
                  </a:cubicBezTo>
                  <a:close/>
                </a:path>
              </a:pathLst>
            </a:custGeom>
            <a:solidFill>
              <a:srgbClr val="FF8D00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67"/>
            <p:cNvSpPr/>
            <p:nvPr/>
          </p:nvSpPr>
          <p:spPr>
            <a:xfrm>
              <a:off x="2590350" y="3087225"/>
              <a:ext cx="873975" cy="873975"/>
            </a:xfrm>
            <a:custGeom>
              <a:avLst/>
              <a:gdLst/>
              <a:ahLst/>
              <a:cxnLst/>
              <a:rect l="l" t="t" r="r" b="b"/>
              <a:pathLst>
                <a:path w="34959" h="34959" extrusionOk="0">
                  <a:moveTo>
                    <a:pt x="17480" y="1"/>
                  </a:moveTo>
                  <a:cubicBezTo>
                    <a:pt x="7806" y="1"/>
                    <a:pt x="1" y="7806"/>
                    <a:pt x="1" y="17480"/>
                  </a:cubicBezTo>
                  <a:cubicBezTo>
                    <a:pt x="1" y="27120"/>
                    <a:pt x="7806" y="34959"/>
                    <a:pt x="17480" y="34959"/>
                  </a:cubicBezTo>
                  <a:cubicBezTo>
                    <a:pt x="27120" y="34959"/>
                    <a:pt x="34959" y="27120"/>
                    <a:pt x="34959" y="17480"/>
                  </a:cubicBezTo>
                  <a:cubicBezTo>
                    <a:pt x="34959" y="7806"/>
                    <a:pt x="27120" y="1"/>
                    <a:pt x="17480" y="1"/>
                  </a:cubicBezTo>
                  <a:close/>
                </a:path>
              </a:pathLst>
            </a:custGeom>
            <a:solidFill>
              <a:srgbClr val="FFFFFF">
                <a:alpha val="18820"/>
              </a:srgbClr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67"/>
            <p:cNvSpPr/>
            <p:nvPr/>
          </p:nvSpPr>
          <p:spPr>
            <a:xfrm>
              <a:off x="2753800" y="3649725"/>
              <a:ext cx="592125" cy="309600"/>
            </a:xfrm>
            <a:custGeom>
              <a:avLst/>
              <a:gdLst/>
              <a:ahLst/>
              <a:cxnLst/>
              <a:rect l="l" t="t" r="r" b="b"/>
              <a:pathLst>
                <a:path w="23685" h="12384" extrusionOk="0">
                  <a:moveTo>
                    <a:pt x="13210" y="0"/>
                  </a:moveTo>
                  <a:cubicBezTo>
                    <a:pt x="8240" y="0"/>
                    <a:pt x="2302" y="5938"/>
                    <a:pt x="1" y="8506"/>
                  </a:cubicBezTo>
                  <a:cubicBezTo>
                    <a:pt x="3220" y="11106"/>
                    <a:pt x="7103" y="12384"/>
                    <a:pt x="10967" y="12384"/>
                  </a:cubicBezTo>
                  <a:cubicBezTo>
                    <a:pt x="15633" y="12384"/>
                    <a:pt x="20272" y="10521"/>
                    <a:pt x="23684" y="6872"/>
                  </a:cubicBezTo>
                  <a:cubicBezTo>
                    <a:pt x="21716" y="4337"/>
                    <a:pt x="17680" y="0"/>
                    <a:pt x="13210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67"/>
            <p:cNvSpPr/>
            <p:nvPr/>
          </p:nvSpPr>
          <p:spPr>
            <a:xfrm>
              <a:off x="2892225" y="3608175"/>
              <a:ext cx="313600" cy="238400"/>
            </a:xfrm>
            <a:custGeom>
              <a:avLst/>
              <a:gdLst/>
              <a:ahLst/>
              <a:cxnLst/>
              <a:rect l="l" t="t" r="r" b="b"/>
              <a:pathLst>
                <a:path w="12544" h="9536" extrusionOk="0">
                  <a:moveTo>
                    <a:pt x="4825" y="0"/>
                  </a:moveTo>
                  <a:cubicBezTo>
                    <a:pt x="4175" y="0"/>
                    <a:pt x="3677" y="131"/>
                    <a:pt x="3470" y="361"/>
                  </a:cubicBezTo>
                  <a:cubicBezTo>
                    <a:pt x="3470" y="361"/>
                    <a:pt x="501" y="695"/>
                    <a:pt x="234" y="2997"/>
                  </a:cubicBezTo>
                  <a:cubicBezTo>
                    <a:pt x="1" y="5265"/>
                    <a:pt x="1769" y="9101"/>
                    <a:pt x="1936" y="9501"/>
                  </a:cubicBezTo>
                  <a:cubicBezTo>
                    <a:pt x="1945" y="9525"/>
                    <a:pt x="1964" y="9536"/>
                    <a:pt x="1994" y="9536"/>
                  </a:cubicBezTo>
                  <a:cubicBezTo>
                    <a:pt x="2509" y="9536"/>
                    <a:pt x="6016" y="6132"/>
                    <a:pt x="7373" y="6132"/>
                  </a:cubicBezTo>
                  <a:cubicBezTo>
                    <a:pt x="8807" y="6132"/>
                    <a:pt x="12543" y="8167"/>
                    <a:pt x="12543" y="8167"/>
                  </a:cubicBezTo>
                  <a:cubicBezTo>
                    <a:pt x="12543" y="8167"/>
                    <a:pt x="11342" y="3397"/>
                    <a:pt x="9241" y="1629"/>
                  </a:cubicBezTo>
                  <a:cubicBezTo>
                    <a:pt x="7843" y="471"/>
                    <a:pt x="6059" y="0"/>
                    <a:pt x="4825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67"/>
            <p:cNvSpPr/>
            <p:nvPr/>
          </p:nvSpPr>
          <p:spPr>
            <a:xfrm>
              <a:off x="2815525" y="3390750"/>
              <a:ext cx="97575" cy="99900"/>
            </a:xfrm>
            <a:custGeom>
              <a:avLst/>
              <a:gdLst/>
              <a:ahLst/>
              <a:cxnLst/>
              <a:rect l="l" t="t" r="r" b="b"/>
              <a:pathLst>
                <a:path w="3903" h="3996" extrusionOk="0">
                  <a:moveTo>
                    <a:pt x="1369" y="1"/>
                  </a:moveTo>
                  <a:cubicBezTo>
                    <a:pt x="1126" y="1"/>
                    <a:pt x="889" y="102"/>
                    <a:pt x="701" y="386"/>
                  </a:cubicBezTo>
                  <a:cubicBezTo>
                    <a:pt x="0" y="1420"/>
                    <a:pt x="601" y="2587"/>
                    <a:pt x="1535" y="3354"/>
                  </a:cubicBezTo>
                  <a:cubicBezTo>
                    <a:pt x="2041" y="3786"/>
                    <a:pt x="2728" y="3996"/>
                    <a:pt x="3231" y="3996"/>
                  </a:cubicBezTo>
                  <a:cubicBezTo>
                    <a:pt x="3622" y="3996"/>
                    <a:pt x="3903" y="3869"/>
                    <a:pt x="3903" y="3621"/>
                  </a:cubicBezTo>
                  <a:cubicBezTo>
                    <a:pt x="3903" y="3054"/>
                    <a:pt x="2635" y="652"/>
                    <a:pt x="2635" y="652"/>
                  </a:cubicBezTo>
                  <a:cubicBezTo>
                    <a:pt x="2635" y="652"/>
                    <a:pt x="1984" y="1"/>
                    <a:pt x="1369" y="1"/>
                  </a:cubicBezTo>
                  <a:close/>
                </a:path>
              </a:pathLst>
            </a:custGeom>
            <a:solidFill>
              <a:srgbClr val="FF8D00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67"/>
            <p:cNvSpPr/>
            <p:nvPr/>
          </p:nvSpPr>
          <p:spPr>
            <a:xfrm>
              <a:off x="2815525" y="3375350"/>
              <a:ext cx="97575" cy="120125"/>
            </a:xfrm>
            <a:custGeom>
              <a:avLst/>
              <a:gdLst/>
              <a:ahLst/>
              <a:cxnLst/>
              <a:rect l="l" t="t" r="r" b="b"/>
              <a:pathLst>
                <a:path w="3903" h="4805" fill="none" extrusionOk="0">
                  <a:moveTo>
                    <a:pt x="2635" y="1268"/>
                  </a:moveTo>
                  <a:cubicBezTo>
                    <a:pt x="2635" y="1268"/>
                    <a:pt x="1368" y="1"/>
                    <a:pt x="701" y="1002"/>
                  </a:cubicBezTo>
                  <a:cubicBezTo>
                    <a:pt x="0" y="2036"/>
                    <a:pt x="601" y="3203"/>
                    <a:pt x="1535" y="3970"/>
                  </a:cubicBezTo>
                  <a:cubicBezTo>
                    <a:pt x="2435" y="4738"/>
                    <a:pt x="3903" y="4804"/>
                    <a:pt x="3903" y="4237"/>
                  </a:cubicBezTo>
                  <a:cubicBezTo>
                    <a:pt x="3903" y="3670"/>
                    <a:pt x="2635" y="1268"/>
                    <a:pt x="2635" y="1268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67"/>
            <p:cNvSpPr/>
            <p:nvPr/>
          </p:nvSpPr>
          <p:spPr>
            <a:xfrm>
              <a:off x="3154925" y="3317100"/>
              <a:ext cx="56725" cy="94975"/>
            </a:xfrm>
            <a:custGeom>
              <a:avLst/>
              <a:gdLst/>
              <a:ahLst/>
              <a:cxnLst/>
              <a:rect l="l" t="t" r="r" b="b"/>
              <a:pathLst>
                <a:path w="2269" h="3799" extrusionOk="0">
                  <a:moveTo>
                    <a:pt x="674" y="0"/>
                  </a:moveTo>
                  <a:cubicBezTo>
                    <a:pt x="260" y="0"/>
                    <a:pt x="0" y="663"/>
                    <a:pt x="0" y="663"/>
                  </a:cubicBezTo>
                  <a:lnTo>
                    <a:pt x="668" y="3799"/>
                  </a:lnTo>
                  <a:cubicBezTo>
                    <a:pt x="668" y="3799"/>
                    <a:pt x="2269" y="2331"/>
                    <a:pt x="1435" y="730"/>
                  </a:cubicBezTo>
                  <a:cubicBezTo>
                    <a:pt x="1149" y="181"/>
                    <a:pt x="890" y="0"/>
                    <a:pt x="674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67"/>
            <p:cNvSpPr/>
            <p:nvPr/>
          </p:nvSpPr>
          <p:spPr>
            <a:xfrm>
              <a:off x="2913075" y="3481275"/>
              <a:ext cx="184325" cy="315125"/>
            </a:xfrm>
            <a:custGeom>
              <a:avLst/>
              <a:gdLst/>
              <a:ahLst/>
              <a:cxnLst/>
              <a:rect l="l" t="t" r="r" b="b"/>
              <a:pathLst>
                <a:path w="7373" h="12605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702" y="6105"/>
                    <a:pt x="2136" y="8239"/>
                  </a:cubicBezTo>
                  <a:cubicBezTo>
                    <a:pt x="2482" y="10059"/>
                    <a:pt x="4005" y="12604"/>
                    <a:pt x="5338" y="12604"/>
                  </a:cubicBezTo>
                  <a:cubicBezTo>
                    <a:pt x="5544" y="12604"/>
                    <a:pt x="5746" y="12543"/>
                    <a:pt x="5938" y="12409"/>
                  </a:cubicBezTo>
                  <a:cubicBezTo>
                    <a:pt x="7373" y="11408"/>
                    <a:pt x="7306" y="9507"/>
                    <a:pt x="6439" y="7906"/>
                  </a:cubicBezTo>
                  <a:cubicBezTo>
                    <a:pt x="5872" y="6805"/>
                    <a:pt x="5438" y="5638"/>
                    <a:pt x="5105" y="443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67"/>
            <p:cNvSpPr/>
            <p:nvPr/>
          </p:nvSpPr>
          <p:spPr>
            <a:xfrm>
              <a:off x="2913075" y="3481275"/>
              <a:ext cx="168500" cy="222700"/>
            </a:xfrm>
            <a:custGeom>
              <a:avLst/>
              <a:gdLst/>
              <a:ahLst/>
              <a:cxnLst/>
              <a:rect l="l" t="t" r="r" b="b"/>
              <a:pathLst>
                <a:path w="6740" h="8908" extrusionOk="0">
                  <a:moveTo>
                    <a:pt x="1" y="0"/>
                  </a:moveTo>
                  <a:cubicBezTo>
                    <a:pt x="1" y="1"/>
                    <a:pt x="1402" y="5004"/>
                    <a:pt x="1969" y="7506"/>
                  </a:cubicBezTo>
                  <a:cubicBezTo>
                    <a:pt x="2703" y="8106"/>
                    <a:pt x="3537" y="8540"/>
                    <a:pt x="4437" y="8807"/>
                  </a:cubicBezTo>
                  <a:cubicBezTo>
                    <a:pt x="4698" y="8875"/>
                    <a:pt x="4966" y="8908"/>
                    <a:pt x="5235" y="8908"/>
                  </a:cubicBezTo>
                  <a:cubicBezTo>
                    <a:pt x="5756" y="8908"/>
                    <a:pt x="6277" y="8782"/>
                    <a:pt x="6739" y="8540"/>
                  </a:cubicBezTo>
                  <a:cubicBezTo>
                    <a:pt x="6639" y="8306"/>
                    <a:pt x="6539" y="8106"/>
                    <a:pt x="6439" y="7906"/>
                  </a:cubicBezTo>
                  <a:cubicBezTo>
                    <a:pt x="5872" y="6772"/>
                    <a:pt x="5438" y="5604"/>
                    <a:pt x="5105" y="443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67"/>
            <p:cNvSpPr/>
            <p:nvPr/>
          </p:nvSpPr>
          <p:spPr>
            <a:xfrm>
              <a:off x="2913075" y="3481275"/>
              <a:ext cx="184325" cy="335250"/>
            </a:xfrm>
            <a:custGeom>
              <a:avLst/>
              <a:gdLst/>
              <a:ahLst/>
              <a:cxnLst/>
              <a:rect l="l" t="t" r="r" b="b"/>
              <a:pathLst>
                <a:path w="7373" h="13410" fill="none" extrusionOk="0">
                  <a:moveTo>
                    <a:pt x="1" y="0"/>
                  </a:moveTo>
                  <a:cubicBezTo>
                    <a:pt x="1" y="0"/>
                    <a:pt x="1702" y="6105"/>
                    <a:pt x="2136" y="8239"/>
                  </a:cubicBezTo>
                  <a:cubicBezTo>
                    <a:pt x="2536" y="10341"/>
                    <a:pt x="4504" y="13410"/>
                    <a:pt x="5938" y="12409"/>
                  </a:cubicBezTo>
                  <a:cubicBezTo>
                    <a:pt x="7373" y="11408"/>
                    <a:pt x="7306" y="9507"/>
                    <a:pt x="6439" y="7906"/>
                  </a:cubicBezTo>
                  <a:cubicBezTo>
                    <a:pt x="5872" y="6805"/>
                    <a:pt x="5438" y="5638"/>
                    <a:pt x="5105" y="4437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67"/>
            <p:cNvSpPr/>
            <p:nvPr/>
          </p:nvSpPr>
          <p:spPr>
            <a:xfrm>
              <a:off x="2737125" y="2998400"/>
              <a:ext cx="497050" cy="659250"/>
            </a:xfrm>
            <a:custGeom>
              <a:avLst/>
              <a:gdLst/>
              <a:ahLst/>
              <a:cxnLst/>
              <a:rect l="l" t="t" r="r" b="b"/>
              <a:pathLst>
                <a:path w="19882" h="26370" extrusionOk="0">
                  <a:moveTo>
                    <a:pt x="13218" y="0"/>
                  </a:moveTo>
                  <a:cubicBezTo>
                    <a:pt x="10026" y="0"/>
                    <a:pt x="4986" y="3491"/>
                    <a:pt x="2903" y="6206"/>
                  </a:cubicBezTo>
                  <a:cubicBezTo>
                    <a:pt x="701" y="9075"/>
                    <a:pt x="1" y="11710"/>
                    <a:pt x="4003" y="12977"/>
                  </a:cubicBezTo>
                  <a:cubicBezTo>
                    <a:pt x="4003" y="12977"/>
                    <a:pt x="7973" y="22551"/>
                    <a:pt x="9674" y="24752"/>
                  </a:cubicBezTo>
                  <a:cubicBezTo>
                    <a:pt x="10472" y="25785"/>
                    <a:pt x="11900" y="26370"/>
                    <a:pt x="13395" y="26370"/>
                  </a:cubicBezTo>
                  <a:cubicBezTo>
                    <a:pt x="15089" y="26370"/>
                    <a:pt x="16868" y="25619"/>
                    <a:pt x="17913" y="23918"/>
                  </a:cubicBezTo>
                  <a:cubicBezTo>
                    <a:pt x="19881" y="20716"/>
                    <a:pt x="17646" y="16380"/>
                    <a:pt x="17313" y="14445"/>
                  </a:cubicBezTo>
                  <a:cubicBezTo>
                    <a:pt x="16979" y="12477"/>
                    <a:pt x="16045" y="9275"/>
                    <a:pt x="16646" y="8674"/>
                  </a:cubicBezTo>
                  <a:cubicBezTo>
                    <a:pt x="17213" y="8074"/>
                    <a:pt x="19581" y="7640"/>
                    <a:pt x="18681" y="6139"/>
                  </a:cubicBezTo>
                  <a:cubicBezTo>
                    <a:pt x="17747" y="4605"/>
                    <a:pt x="16379" y="5372"/>
                    <a:pt x="16212" y="4271"/>
                  </a:cubicBezTo>
                  <a:cubicBezTo>
                    <a:pt x="16045" y="3170"/>
                    <a:pt x="16879" y="435"/>
                    <a:pt x="13744" y="35"/>
                  </a:cubicBezTo>
                  <a:cubicBezTo>
                    <a:pt x="13575" y="11"/>
                    <a:pt x="13400" y="0"/>
                    <a:pt x="13218" y="0"/>
                  </a:cubicBez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67"/>
            <p:cNvSpPr/>
            <p:nvPr/>
          </p:nvSpPr>
          <p:spPr>
            <a:xfrm>
              <a:off x="2803000" y="3035950"/>
              <a:ext cx="289400" cy="215175"/>
            </a:xfrm>
            <a:custGeom>
              <a:avLst/>
              <a:gdLst/>
              <a:ahLst/>
              <a:cxnLst/>
              <a:rect l="l" t="t" r="r" b="b"/>
              <a:pathLst>
                <a:path w="11576" h="8607" fill="none" extrusionOk="0">
                  <a:moveTo>
                    <a:pt x="2636" y="8607"/>
                  </a:moveTo>
                  <a:cubicBezTo>
                    <a:pt x="2636" y="8607"/>
                    <a:pt x="1" y="8406"/>
                    <a:pt x="1335" y="5871"/>
                  </a:cubicBezTo>
                  <a:cubicBezTo>
                    <a:pt x="2636" y="3370"/>
                    <a:pt x="11376" y="0"/>
                    <a:pt x="11476" y="1835"/>
                  </a:cubicBezTo>
                  <a:cubicBezTo>
                    <a:pt x="11576" y="3703"/>
                    <a:pt x="9608" y="4237"/>
                    <a:pt x="9608" y="4237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67"/>
            <p:cNvSpPr/>
            <p:nvPr/>
          </p:nvSpPr>
          <p:spPr>
            <a:xfrm>
              <a:off x="2907250" y="3092650"/>
              <a:ext cx="152625" cy="98425"/>
            </a:xfrm>
            <a:custGeom>
              <a:avLst/>
              <a:gdLst/>
              <a:ahLst/>
              <a:cxnLst/>
              <a:rect l="l" t="t" r="r" b="b"/>
              <a:pathLst>
                <a:path w="6105" h="3937" fill="none" extrusionOk="0">
                  <a:moveTo>
                    <a:pt x="1968" y="3937"/>
                  </a:moveTo>
                  <a:cubicBezTo>
                    <a:pt x="1968" y="3937"/>
                    <a:pt x="0" y="3503"/>
                    <a:pt x="668" y="2102"/>
                  </a:cubicBezTo>
                  <a:cubicBezTo>
                    <a:pt x="1301" y="668"/>
                    <a:pt x="6105" y="1"/>
                    <a:pt x="5237" y="901"/>
                  </a:cubicBezTo>
                  <a:cubicBezTo>
                    <a:pt x="4737" y="1402"/>
                    <a:pt x="4137" y="1835"/>
                    <a:pt x="3503" y="2202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67"/>
            <p:cNvSpPr/>
            <p:nvPr/>
          </p:nvSpPr>
          <p:spPr>
            <a:xfrm>
              <a:off x="3021500" y="3467100"/>
              <a:ext cx="92575" cy="56725"/>
            </a:xfrm>
            <a:custGeom>
              <a:avLst/>
              <a:gdLst/>
              <a:ahLst/>
              <a:cxnLst/>
              <a:rect l="l" t="t" r="r" b="b"/>
              <a:pathLst>
                <a:path w="3703" h="2269" fill="none" extrusionOk="0">
                  <a:moveTo>
                    <a:pt x="3703" y="0"/>
                  </a:moveTo>
                  <a:cubicBezTo>
                    <a:pt x="3703" y="0"/>
                    <a:pt x="2269" y="2268"/>
                    <a:pt x="0" y="1168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67"/>
            <p:cNvSpPr/>
            <p:nvPr/>
          </p:nvSpPr>
          <p:spPr>
            <a:xfrm>
              <a:off x="2851375" y="3163275"/>
              <a:ext cx="339425" cy="348050"/>
            </a:xfrm>
            <a:custGeom>
              <a:avLst/>
              <a:gdLst/>
              <a:ahLst/>
              <a:cxnLst/>
              <a:rect l="l" t="t" r="r" b="b"/>
              <a:pathLst>
                <a:path w="13577" h="13922" extrusionOk="0">
                  <a:moveTo>
                    <a:pt x="7823" y="1"/>
                  </a:moveTo>
                  <a:cubicBezTo>
                    <a:pt x="4643" y="1"/>
                    <a:pt x="1340" y="1786"/>
                    <a:pt x="701" y="3480"/>
                  </a:cubicBezTo>
                  <a:cubicBezTo>
                    <a:pt x="0" y="5282"/>
                    <a:pt x="1635" y="4314"/>
                    <a:pt x="2202" y="5615"/>
                  </a:cubicBezTo>
                  <a:cubicBezTo>
                    <a:pt x="2802" y="6883"/>
                    <a:pt x="1268" y="8417"/>
                    <a:pt x="1635" y="9351"/>
                  </a:cubicBezTo>
                  <a:cubicBezTo>
                    <a:pt x="1969" y="10285"/>
                    <a:pt x="3570" y="13921"/>
                    <a:pt x="3570" y="13921"/>
                  </a:cubicBezTo>
                  <a:cubicBezTo>
                    <a:pt x="3837" y="12920"/>
                    <a:pt x="7639" y="11219"/>
                    <a:pt x="7639" y="11219"/>
                  </a:cubicBezTo>
                  <a:cubicBezTo>
                    <a:pt x="8109" y="11330"/>
                    <a:pt x="8579" y="11394"/>
                    <a:pt x="9049" y="11394"/>
                  </a:cubicBezTo>
                  <a:cubicBezTo>
                    <a:pt x="9146" y="11394"/>
                    <a:pt x="9243" y="11392"/>
                    <a:pt x="9340" y="11386"/>
                  </a:cubicBezTo>
                  <a:cubicBezTo>
                    <a:pt x="10108" y="11286"/>
                    <a:pt x="9674" y="10619"/>
                    <a:pt x="9674" y="10619"/>
                  </a:cubicBezTo>
                  <a:lnTo>
                    <a:pt x="9674" y="10619"/>
                  </a:lnTo>
                  <a:lnTo>
                    <a:pt x="13577" y="10852"/>
                  </a:lnTo>
                  <a:cubicBezTo>
                    <a:pt x="13243" y="9618"/>
                    <a:pt x="12843" y="8551"/>
                    <a:pt x="12743" y="7817"/>
                  </a:cubicBezTo>
                  <a:cubicBezTo>
                    <a:pt x="12409" y="5982"/>
                    <a:pt x="11575" y="3047"/>
                    <a:pt x="11942" y="2213"/>
                  </a:cubicBezTo>
                  <a:cubicBezTo>
                    <a:pt x="11709" y="1579"/>
                    <a:pt x="10808" y="145"/>
                    <a:pt x="8240" y="11"/>
                  </a:cubicBezTo>
                  <a:cubicBezTo>
                    <a:pt x="8101" y="4"/>
                    <a:pt x="7962" y="1"/>
                    <a:pt x="78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67"/>
            <p:cNvSpPr/>
            <p:nvPr/>
          </p:nvSpPr>
          <p:spPr>
            <a:xfrm>
              <a:off x="2851375" y="3216900"/>
              <a:ext cx="116775" cy="294425"/>
            </a:xfrm>
            <a:custGeom>
              <a:avLst/>
              <a:gdLst/>
              <a:ahLst/>
              <a:cxnLst/>
              <a:rect l="l" t="t" r="r" b="b"/>
              <a:pathLst>
                <a:path w="4671" h="11777" extrusionOk="0">
                  <a:moveTo>
                    <a:pt x="1735" y="1"/>
                  </a:moveTo>
                  <a:cubicBezTo>
                    <a:pt x="1268" y="368"/>
                    <a:pt x="934" y="835"/>
                    <a:pt x="701" y="1369"/>
                  </a:cubicBezTo>
                  <a:cubicBezTo>
                    <a:pt x="0" y="3137"/>
                    <a:pt x="1635" y="2203"/>
                    <a:pt x="2202" y="3470"/>
                  </a:cubicBezTo>
                  <a:cubicBezTo>
                    <a:pt x="2802" y="4738"/>
                    <a:pt x="1268" y="6272"/>
                    <a:pt x="1635" y="7206"/>
                  </a:cubicBezTo>
                  <a:cubicBezTo>
                    <a:pt x="1969" y="8140"/>
                    <a:pt x="3570" y="11776"/>
                    <a:pt x="3570" y="11776"/>
                  </a:cubicBezTo>
                  <a:cubicBezTo>
                    <a:pt x="3636" y="11476"/>
                    <a:pt x="4103" y="11076"/>
                    <a:pt x="4670" y="10675"/>
                  </a:cubicBezTo>
                  <a:cubicBezTo>
                    <a:pt x="3837" y="9508"/>
                    <a:pt x="2802" y="8040"/>
                    <a:pt x="2235" y="7206"/>
                  </a:cubicBezTo>
                  <a:cubicBezTo>
                    <a:pt x="1135" y="5605"/>
                    <a:pt x="3937" y="4604"/>
                    <a:pt x="3703" y="2036"/>
                  </a:cubicBezTo>
                  <a:cubicBezTo>
                    <a:pt x="3536" y="368"/>
                    <a:pt x="2469" y="34"/>
                    <a:pt x="1735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67"/>
            <p:cNvSpPr/>
            <p:nvPr/>
          </p:nvSpPr>
          <p:spPr>
            <a:xfrm>
              <a:off x="2851375" y="3159375"/>
              <a:ext cx="339425" cy="351950"/>
            </a:xfrm>
            <a:custGeom>
              <a:avLst/>
              <a:gdLst/>
              <a:ahLst/>
              <a:cxnLst/>
              <a:rect l="l" t="t" r="r" b="b"/>
              <a:pathLst>
                <a:path w="13577" h="14078" fill="none" extrusionOk="0">
                  <a:moveTo>
                    <a:pt x="12743" y="7973"/>
                  </a:moveTo>
                  <a:cubicBezTo>
                    <a:pt x="12409" y="6138"/>
                    <a:pt x="11575" y="3203"/>
                    <a:pt x="11942" y="2369"/>
                  </a:cubicBezTo>
                  <a:cubicBezTo>
                    <a:pt x="11709" y="1735"/>
                    <a:pt x="10808" y="301"/>
                    <a:pt x="8240" y="167"/>
                  </a:cubicBezTo>
                  <a:cubicBezTo>
                    <a:pt x="4937" y="0"/>
                    <a:pt x="1368" y="1868"/>
                    <a:pt x="701" y="3636"/>
                  </a:cubicBezTo>
                  <a:cubicBezTo>
                    <a:pt x="0" y="5438"/>
                    <a:pt x="1635" y="4470"/>
                    <a:pt x="2202" y="5771"/>
                  </a:cubicBezTo>
                  <a:cubicBezTo>
                    <a:pt x="2802" y="7039"/>
                    <a:pt x="1268" y="8573"/>
                    <a:pt x="1635" y="9507"/>
                  </a:cubicBezTo>
                  <a:cubicBezTo>
                    <a:pt x="1969" y="10441"/>
                    <a:pt x="3570" y="14077"/>
                    <a:pt x="3570" y="14077"/>
                  </a:cubicBezTo>
                  <a:cubicBezTo>
                    <a:pt x="3837" y="13076"/>
                    <a:pt x="7639" y="11375"/>
                    <a:pt x="7639" y="11375"/>
                  </a:cubicBezTo>
                  <a:cubicBezTo>
                    <a:pt x="8206" y="11509"/>
                    <a:pt x="8773" y="11575"/>
                    <a:pt x="9340" y="11542"/>
                  </a:cubicBezTo>
                  <a:cubicBezTo>
                    <a:pt x="10108" y="11442"/>
                    <a:pt x="9674" y="10775"/>
                    <a:pt x="9674" y="10775"/>
                  </a:cubicBezTo>
                  <a:lnTo>
                    <a:pt x="13577" y="11008"/>
                  </a:lnTo>
                  <a:cubicBezTo>
                    <a:pt x="13243" y="9774"/>
                    <a:pt x="12843" y="8707"/>
                    <a:pt x="12743" y="7973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67"/>
            <p:cNvSpPr/>
            <p:nvPr/>
          </p:nvSpPr>
          <p:spPr>
            <a:xfrm>
              <a:off x="2967300" y="3329300"/>
              <a:ext cx="25875" cy="42950"/>
            </a:xfrm>
            <a:custGeom>
              <a:avLst/>
              <a:gdLst/>
              <a:ahLst/>
              <a:cxnLst/>
              <a:rect l="l" t="t" r="r" b="b"/>
              <a:pathLst>
                <a:path w="1035" h="1718" extrusionOk="0">
                  <a:moveTo>
                    <a:pt x="356" y="0"/>
                  </a:moveTo>
                  <a:cubicBezTo>
                    <a:pt x="338" y="0"/>
                    <a:pt x="319" y="3"/>
                    <a:pt x="300" y="8"/>
                  </a:cubicBezTo>
                  <a:cubicBezTo>
                    <a:pt x="100" y="42"/>
                    <a:pt x="0" y="475"/>
                    <a:pt x="100" y="942"/>
                  </a:cubicBezTo>
                  <a:cubicBezTo>
                    <a:pt x="192" y="1372"/>
                    <a:pt x="454" y="1717"/>
                    <a:pt x="651" y="1717"/>
                  </a:cubicBezTo>
                  <a:cubicBezTo>
                    <a:pt x="668" y="1717"/>
                    <a:pt x="685" y="1715"/>
                    <a:pt x="701" y="1709"/>
                  </a:cubicBezTo>
                  <a:cubicBezTo>
                    <a:pt x="901" y="1676"/>
                    <a:pt x="1034" y="1242"/>
                    <a:pt x="901" y="775"/>
                  </a:cubicBezTo>
                  <a:cubicBezTo>
                    <a:pt x="809" y="345"/>
                    <a:pt x="575" y="0"/>
                    <a:pt x="3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67"/>
            <p:cNvSpPr/>
            <p:nvPr/>
          </p:nvSpPr>
          <p:spPr>
            <a:xfrm>
              <a:off x="3093225" y="3303425"/>
              <a:ext cx="25875" cy="42975"/>
            </a:xfrm>
            <a:custGeom>
              <a:avLst/>
              <a:gdLst/>
              <a:ahLst/>
              <a:cxnLst/>
              <a:rect l="l" t="t" r="r" b="b"/>
              <a:pathLst>
                <a:path w="1035" h="1719" extrusionOk="0">
                  <a:moveTo>
                    <a:pt x="386" y="1"/>
                  </a:moveTo>
                  <a:cubicBezTo>
                    <a:pt x="368" y="1"/>
                    <a:pt x="351" y="3"/>
                    <a:pt x="334" y="9"/>
                  </a:cubicBezTo>
                  <a:cubicBezTo>
                    <a:pt x="100" y="42"/>
                    <a:pt x="0" y="476"/>
                    <a:pt x="100" y="943"/>
                  </a:cubicBezTo>
                  <a:cubicBezTo>
                    <a:pt x="192" y="1373"/>
                    <a:pt x="454" y="1718"/>
                    <a:pt x="651" y="1718"/>
                  </a:cubicBezTo>
                  <a:cubicBezTo>
                    <a:pt x="668" y="1718"/>
                    <a:pt x="685" y="1716"/>
                    <a:pt x="701" y="1710"/>
                  </a:cubicBezTo>
                  <a:cubicBezTo>
                    <a:pt x="934" y="1677"/>
                    <a:pt x="1034" y="1243"/>
                    <a:pt x="934" y="776"/>
                  </a:cubicBezTo>
                  <a:cubicBezTo>
                    <a:pt x="812" y="319"/>
                    <a:pt x="578" y="1"/>
                    <a:pt x="38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67"/>
            <p:cNvSpPr/>
            <p:nvPr/>
          </p:nvSpPr>
          <p:spPr>
            <a:xfrm>
              <a:off x="2940600" y="3246100"/>
              <a:ext cx="57575" cy="46725"/>
            </a:xfrm>
            <a:custGeom>
              <a:avLst/>
              <a:gdLst/>
              <a:ahLst/>
              <a:cxnLst/>
              <a:rect l="l" t="t" r="r" b="b"/>
              <a:pathLst>
                <a:path w="2303" h="1869" fill="none" extrusionOk="0">
                  <a:moveTo>
                    <a:pt x="1" y="1868"/>
                  </a:moveTo>
                  <a:cubicBezTo>
                    <a:pt x="1" y="1868"/>
                    <a:pt x="334" y="0"/>
                    <a:pt x="2302" y="768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67"/>
            <p:cNvSpPr/>
            <p:nvPr/>
          </p:nvSpPr>
          <p:spPr>
            <a:xfrm>
              <a:off x="3057350" y="3221075"/>
              <a:ext cx="71750" cy="105100"/>
            </a:xfrm>
            <a:custGeom>
              <a:avLst/>
              <a:gdLst/>
              <a:ahLst/>
              <a:cxnLst/>
              <a:rect l="l" t="t" r="r" b="b"/>
              <a:pathLst>
                <a:path w="2870" h="4204" fill="none" extrusionOk="0">
                  <a:moveTo>
                    <a:pt x="2869" y="935"/>
                  </a:moveTo>
                  <a:cubicBezTo>
                    <a:pt x="1435" y="1"/>
                    <a:pt x="935" y="1335"/>
                    <a:pt x="935" y="1335"/>
                  </a:cubicBezTo>
                  <a:cubicBezTo>
                    <a:pt x="935" y="1335"/>
                    <a:pt x="1" y="2336"/>
                    <a:pt x="368" y="4204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67"/>
            <p:cNvSpPr/>
            <p:nvPr/>
          </p:nvSpPr>
          <p:spPr>
            <a:xfrm>
              <a:off x="2947275" y="3392875"/>
              <a:ext cx="60900" cy="25050"/>
            </a:xfrm>
            <a:custGeom>
              <a:avLst/>
              <a:gdLst/>
              <a:ahLst/>
              <a:cxnLst/>
              <a:rect l="l" t="t" r="r" b="b"/>
              <a:pathLst>
                <a:path w="2436" h="1002" fill="none" extrusionOk="0">
                  <a:moveTo>
                    <a:pt x="1" y="1001"/>
                  </a:moveTo>
                  <a:lnTo>
                    <a:pt x="2436" y="0"/>
                  </a:lnTo>
                </a:path>
              </a:pathLst>
            </a:custGeom>
            <a:noFill/>
            <a:ln w="50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67"/>
            <p:cNvSpPr/>
            <p:nvPr/>
          </p:nvSpPr>
          <p:spPr>
            <a:xfrm>
              <a:off x="3095725" y="3369525"/>
              <a:ext cx="50050" cy="4200"/>
            </a:xfrm>
            <a:custGeom>
              <a:avLst/>
              <a:gdLst/>
              <a:ahLst/>
              <a:cxnLst/>
              <a:rect l="l" t="t" r="r" b="b"/>
              <a:pathLst>
                <a:path w="2002" h="168" fill="none" extrusionOk="0">
                  <a:moveTo>
                    <a:pt x="0" y="167"/>
                  </a:moveTo>
                  <a:lnTo>
                    <a:pt x="2002" y="0"/>
                  </a:lnTo>
                </a:path>
              </a:pathLst>
            </a:custGeom>
            <a:noFill/>
            <a:ln w="50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67"/>
            <p:cNvSpPr/>
            <p:nvPr/>
          </p:nvSpPr>
          <p:spPr>
            <a:xfrm>
              <a:off x="4067250" y="1723575"/>
              <a:ext cx="963200" cy="874400"/>
            </a:xfrm>
            <a:custGeom>
              <a:avLst/>
              <a:gdLst/>
              <a:ahLst/>
              <a:cxnLst/>
              <a:rect l="l" t="t" r="r" b="b"/>
              <a:pathLst>
                <a:path w="38528" h="34976" extrusionOk="0">
                  <a:moveTo>
                    <a:pt x="19278" y="0"/>
                  </a:moveTo>
                  <a:cubicBezTo>
                    <a:pt x="17925" y="0"/>
                    <a:pt x="16551" y="159"/>
                    <a:pt x="15178" y="492"/>
                  </a:cubicBezTo>
                  <a:cubicBezTo>
                    <a:pt x="5771" y="2760"/>
                    <a:pt x="0" y="12200"/>
                    <a:pt x="2268" y="21573"/>
                  </a:cubicBezTo>
                  <a:cubicBezTo>
                    <a:pt x="4175" y="29597"/>
                    <a:pt x="11348" y="34976"/>
                    <a:pt x="19233" y="34976"/>
                  </a:cubicBezTo>
                  <a:cubicBezTo>
                    <a:pt x="20592" y="34976"/>
                    <a:pt x="21972" y="34816"/>
                    <a:pt x="23350" y="34483"/>
                  </a:cubicBezTo>
                  <a:cubicBezTo>
                    <a:pt x="32724" y="32248"/>
                    <a:pt x="38528" y="22808"/>
                    <a:pt x="36259" y="13401"/>
                  </a:cubicBezTo>
                  <a:cubicBezTo>
                    <a:pt x="34323" y="5400"/>
                    <a:pt x="27163" y="0"/>
                    <a:pt x="19278" y="0"/>
                  </a:cubicBezTo>
                  <a:close/>
                </a:path>
              </a:pathLst>
            </a:custGeom>
            <a:solidFill>
              <a:srgbClr val="FF8D00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67"/>
            <p:cNvSpPr/>
            <p:nvPr/>
          </p:nvSpPr>
          <p:spPr>
            <a:xfrm>
              <a:off x="4072650" y="1718975"/>
              <a:ext cx="963200" cy="874400"/>
            </a:xfrm>
            <a:custGeom>
              <a:avLst/>
              <a:gdLst/>
              <a:ahLst/>
              <a:cxnLst/>
              <a:rect l="l" t="t" r="r" b="b"/>
              <a:pathLst>
                <a:path w="38528" h="34976" extrusionOk="0">
                  <a:moveTo>
                    <a:pt x="19278" y="0"/>
                  </a:moveTo>
                  <a:cubicBezTo>
                    <a:pt x="17925" y="0"/>
                    <a:pt x="16551" y="159"/>
                    <a:pt x="15178" y="492"/>
                  </a:cubicBezTo>
                  <a:cubicBezTo>
                    <a:pt x="5771" y="2760"/>
                    <a:pt x="0" y="12200"/>
                    <a:pt x="2268" y="21573"/>
                  </a:cubicBezTo>
                  <a:cubicBezTo>
                    <a:pt x="4175" y="29597"/>
                    <a:pt x="11348" y="34976"/>
                    <a:pt x="19233" y="34976"/>
                  </a:cubicBezTo>
                  <a:cubicBezTo>
                    <a:pt x="20592" y="34976"/>
                    <a:pt x="21972" y="34816"/>
                    <a:pt x="23350" y="34483"/>
                  </a:cubicBezTo>
                  <a:cubicBezTo>
                    <a:pt x="32724" y="32248"/>
                    <a:pt x="38528" y="22808"/>
                    <a:pt x="36259" y="13401"/>
                  </a:cubicBezTo>
                  <a:cubicBezTo>
                    <a:pt x="34323" y="5400"/>
                    <a:pt x="27163" y="0"/>
                    <a:pt x="19278" y="0"/>
                  </a:cubicBezTo>
                  <a:close/>
                </a:path>
              </a:pathLst>
            </a:custGeom>
            <a:solidFill>
              <a:srgbClr val="FFFFFF">
                <a:alpha val="18820"/>
              </a:srgbClr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67"/>
            <p:cNvSpPr/>
            <p:nvPr/>
          </p:nvSpPr>
          <p:spPr>
            <a:xfrm>
              <a:off x="4264875" y="1654850"/>
              <a:ext cx="716375" cy="616525"/>
            </a:xfrm>
            <a:custGeom>
              <a:avLst/>
              <a:gdLst/>
              <a:ahLst/>
              <a:cxnLst/>
              <a:rect l="l" t="t" r="r" b="b"/>
              <a:pathLst>
                <a:path w="28655" h="24661" extrusionOk="0">
                  <a:moveTo>
                    <a:pt x="13974" y="0"/>
                  </a:moveTo>
                  <a:cubicBezTo>
                    <a:pt x="8883" y="0"/>
                    <a:pt x="4158" y="3001"/>
                    <a:pt x="2336" y="7877"/>
                  </a:cubicBezTo>
                  <a:cubicBezTo>
                    <a:pt x="1" y="14248"/>
                    <a:pt x="3437" y="21387"/>
                    <a:pt x="10041" y="23822"/>
                  </a:cubicBezTo>
                  <a:cubicBezTo>
                    <a:pt x="11571" y="24391"/>
                    <a:pt x="13132" y="24660"/>
                    <a:pt x="14658" y="24660"/>
                  </a:cubicBezTo>
                  <a:cubicBezTo>
                    <a:pt x="19756" y="24660"/>
                    <a:pt x="24464" y="21654"/>
                    <a:pt x="26286" y="16750"/>
                  </a:cubicBezTo>
                  <a:cubicBezTo>
                    <a:pt x="28655" y="10412"/>
                    <a:pt x="25185" y="3274"/>
                    <a:pt x="18581" y="839"/>
                  </a:cubicBezTo>
                  <a:cubicBezTo>
                    <a:pt x="17058" y="270"/>
                    <a:pt x="15500" y="0"/>
                    <a:pt x="13974" y="0"/>
                  </a:cubicBez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67"/>
            <p:cNvSpPr/>
            <p:nvPr/>
          </p:nvSpPr>
          <p:spPr>
            <a:xfrm>
              <a:off x="4917025" y="1901800"/>
              <a:ext cx="17525" cy="157650"/>
            </a:xfrm>
            <a:custGeom>
              <a:avLst/>
              <a:gdLst/>
              <a:ahLst/>
              <a:cxnLst/>
              <a:rect l="l" t="t" r="r" b="b"/>
              <a:pathLst>
                <a:path w="701" h="6306" fill="none" extrusionOk="0">
                  <a:moveTo>
                    <a:pt x="100" y="1"/>
                  </a:moveTo>
                  <a:cubicBezTo>
                    <a:pt x="701" y="2069"/>
                    <a:pt x="634" y="4270"/>
                    <a:pt x="0" y="6305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67"/>
            <p:cNvSpPr/>
            <p:nvPr/>
          </p:nvSpPr>
          <p:spPr>
            <a:xfrm>
              <a:off x="4866975" y="2101125"/>
              <a:ext cx="30875" cy="39200"/>
            </a:xfrm>
            <a:custGeom>
              <a:avLst/>
              <a:gdLst/>
              <a:ahLst/>
              <a:cxnLst/>
              <a:rect l="l" t="t" r="r" b="b"/>
              <a:pathLst>
                <a:path w="1235" h="1568" fill="none" extrusionOk="0">
                  <a:moveTo>
                    <a:pt x="1235" y="0"/>
                  </a:moveTo>
                  <a:cubicBezTo>
                    <a:pt x="1235" y="0"/>
                    <a:pt x="468" y="1001"/>
                    <a:pt x="1" y="1568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67"/>
            <p:cNvSpPr/>
            <p:nvPr/>
          </p:nvSpPr>
          <p:spPr>
            <a:xfrm>
              <a:off x="4399975" y="1769200"/>
              <a:ext cx="44225" cy="116775"/>
            </a:xfrm>
            <a:custGeom>
              <a:avLst/>
              <a:gdLst/>
              <a:ahLst/>
              <a:cxnLst/>
              <a:rect l="l" t="t" r="r" b="b"/>
              <a:pathLst>
                <a:path w="1769" h="4671" fill="none" extrusionOk="0">
                  <a:moveTo>
                    <a:pt x="1769" y="1"/>
                  </a:moveTo>
                  <a:cubicBezTo>
                    <a:pt x="1769" y="1"/>
                    <a:pt x="1" y="2102"/>
                    <a:pt x="1101" y="4671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67"/>
            <p:cNvSpPr/>
            <p:nvPr/>
          </p:nvSpPr>
          <p:spPr>
            <a:xfrm>
              <a:off x="4213175" y="2364350"/>
              <a:ext cx="563775" cy="233800"/>
            </a:xfrm>
            <a:custGeom>
              <a:avLst/>
              <a:gdLst/>
              <a:ahLst/>
              <a:cxnLst/>
              <a:rect l="l" t="t" r="r" b="b"/>
              <a:pathLst>
                <a:path w="22551" h="9352" extrusionOk="0">
                  <a:moveTo>
                    <a:pt x="12377" y="0"/>
                  </a:moveTo>
                  <a:cubicBezTo>
                    <a:pt x="9484" y="0"/>
                    <a:pt x="2340" y="2280"/>
                    <a:pt x="1" y="3081"/>
                  </a:cubicBezTo>
                  <a:cubicBezTo>
                    <a:pt x="3303" y="7050"/>
                    <a:pt x="8240" y="9352"/>
                    <a:pt x="13410" y="9352"/>
                  </a:cubicBezTo>
                  <a:cubicBezTo>
                    <a:pt x="16646" y="9352"/>
                    <a:pt x="19815" y="8485"/>
                    <a:pt x="22550" y="6783"/>
                  </a:cubicBezTo>
                  <a:cubicBezTo>
                    <a:pt x="20515" y="4915"/>
                    <a:pt x="15212" y="212"/>
                    <a:pt x="12710" y="12"/>
                  </a:cubicBezTo>
                  <a:cubicBezTo>
                    <a:pt x="12606" y="4"/>
                    <a:pt x="12495" y="0"/>
                    <a:pt x="12377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67"/>
            <p:cNvSpPr/>
            <p:nvPr/>
          </p:nvSpPr>
          <p:spPr>
            <a:xfrm>
              <a:off x="4416850" y="2364625"/>
              <a:ext cx="201650" cy="202675"/>
            </a:xfrm>
            <a:custGeom>
              <a:avLst/>
              <a:gdLst/>
              <a:ahLst/>
              <a:cxnLst/>
              <a:rect l="l" t="t" r="r" b="b"/>
              <a:pathLst>
                <a:path w="8066" h="8107" extrusionOk="0">
                  <a:moveTo>
                    <a:pt x="4563" y="1"/>
                  </a:moveTo>
                  <a:cubicBezTo>
                    <a:pt x="3462" y="1"/>
                    <a:pt x="2395" y="134"/>
                    <a:pt x="1327" y="368"/>
                  </a:cubicBezTo>
                  <a:cubicBezTo>
                    <a:pt x="860" y="1635"/>
                    <a:pt x="727" y="2870"/>
                    <a:pt x="360" y="5004"/>
                  </a:cubicBezTo>
                  <a:cubicBezTo>
                    <a:pt x="0" y="7089"/>
                    <a:pt x="295" y="8106"/>
                    <a:pt x="1268" y="8106"/>
                  </a:cubicBezTo>
                  <a:cubicBezTo>
                    <a:pt x="1650" y="8106"/>
                    <a:pt x="2136" y="7950"/>
                    <a:pt x="2728" y="7640"/>
                  </a:cubicBezTo>
                  <a:cubicBezTo>
                    <a:pt x="4863" y="6539"/>
                    <a:pt x="6998" y="4738"/>
                    <a:pt x="7865" y="2202"/>
                  </a:cubicBezTo>
                  <a:cubicBezTo>
                    <a:pt x="7932" y="2002"/>
                    <a:pt x="7999" y="1802"/>
                    <a:pt x="8065" y="1635"/>
                  </a:cubicBezTo>
                  <a:cubicBezTo>
                    <a:pt x="6731" y="735"/>
                    <a:pt x="5463" y="68"/>
                    <a:pt x="4563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67"/>
            <p:cNvSpPr/>
            <p:nvPr/>
          </p:nvSpPr>
          <p:spPr>
            <a:xfrm>
              <a:off x="4431675" y="2229550"/>
              <a:ext cx="147625" cy="301025"/>
            </a:xfrm>
            <a:custGeom>
              <a:avLst/>
              <a:gdLst/>
              <a:ahLst/>
              <a:cxnLst/>
              <a:rect l="l" t="t" r="r" b="b"/>
              <a:pathLst>
                <a:path w="5905" h="12041" extrusionOk="0">
                  <a:moveTo>
                    <a:pt x="5904" y="0"/>
                  </a:moveTo>
                  <a:lnTo>
                    <a:pt x="2168" y="2268"/>
                  </a:lnTo>
                  <a:cubicBezTo>
                    <a:pt x="2168" y="2268"/>
                    <a:pt x="2702" y="3202"/>
                    <a:pt x="2102" y="5404"/>
                  </a:cubicBezTo>
                  <a:cubicBezTo>
                    <a:pt x="1501" y="7605"/>
                    <a:pt x="0" y="11241"/>
                    <a:pt x="701" y="11942"/>
                  </a:cubicBezTo>
                  <a:cubicBezTo>
                    <a:pt x="768" y="12009"/>
                    <a:pt x="867" y="12041"/>
                    <a:pt x="992" y="12041"/>
                  </a:cubicBezTo>
                  <a:cubicBezTo>
                    <a:pt x="2166" y="12041"/>
                    <a:pt x="5587" y="9246"/>
                    <a:pt x="5738" y="7105"/>
                  </a:cubicBezTo>
                  <a:cubicBezTo>
                    <a:pt x="5904" y="4737"/>
                    <a:pt x="5904" y="0"/>
                    <a:pt x="59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67"/>
            <p:cNvSpPr/>
            <p:nvPr/>
          </p:nvSpPr>
          <p:spPr>
            <a:xfrm>
              <a:off x="4485875" y="2229550"/>
              <a:ext cx="93425" cy="227675"/>
            </a:xfrm>
            <a:custGeom>
              <a:avLst/>
              <a:gdLst/>
              <a:ahLst/>
              <a:cxnLst/>
              <a:rect l="l" t="t" r="r" b="b"/>
              <a:pathLst>
                <a:path w="3737" h="9107" extrusionOk="0">
                  <a:moveTo>
                    <a:pt x="3736" y="0"/>
                  </a:moveTo>
                  <a:lnTo>
                    <a:pt x="0" y="2268"/>
                  </a:lnTo>
                  <a:cubicBezTo>
                    <a:pt x="201" y="2735"/>
                    <a:pt x="267" y="3202"/>
                    <a:pt x="201" y="3703"/>
                  </a:cubicBezTo>
                  <a:lnTo>
                    <a:pt x="2903" y="5771"/>
                  </a:lnTo>
                  <a:lnTo>
                    <a:pt x="2669" y="9107"/>
                  </a:lnTo>
                  <a:cubicBezTo>
                    <a:pt x="3169" y="8539"/>
                    <a:pt x="3470" y="7839"/>
                    <a:pt x="3570" y="7105"/>
                  </a:cubicBezTo>
                  <a:cubicBezTo>
                    <a:pt x="3736" y="4737"/>
                    <a:pt x="3736" y="0"/>
                    <a:pt x="3736" y="0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67"/>
            <p:cNvSpPr/>
            <p:nvPr/>
          </p:nvSpPr>
          <p:spPr>
            <a:xfrm>
              <a:off x="4431675" y="2229550"/>
              <a:ext cx="147625" cy="316075"/>
            </a:xfrm>
            <a:custGeom>
              <a:avLst/>
              <a:gdLst/>
              <a:ahLst/>
              <a:cxnLst/>
              <a:rect l="l" t="t" r="r" b="b"/>
              <a:pathLst>
                <a:path w="5905" h="12643" fill="none" extrusionOk="0">
                  <a:moveTo>
                    <a:pt x="2168" y="2268"/>
                  </a:moveTo>
                  <a:cubicBezTo>
                    <a:pt x="2168" y="2268"/>
                    <a:pt x="2702" y="3202"/>
                    <a:pt x="2102" y="5404"/>
                  </a:cubicBezTo>
                  <a:cubicBezTo>
                    <a:pt x="1501" y="7605"/>
                    <a:pt x="0" y="11241"/>
                    <a:pt x="701" y="11942"/>
                  </a:cubicBezTo>
                  <a:cubicBezTo>
                    <a:pt x="1401" y="12642"/>
                    <a:pt x="5571" y="9473"/>
                    <a:pt x="5738" y="7105"/>
                  </a:cubicBezTo>
                  <a:cubicBezTo>
                    <a:pt x="5904" y="4737"/>
                    <a:pt x="5904" y="0"/>
                    <a:pt x="5904" y="0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67"/>
            <p:cNvSpPr/>
            <p:nvPr/>
          </p:nvSpPr>
          <p:spPr>
            <a:xfrm>
              <a:off x="4327425" y="2005275"/>
              <a:ext cx="52575" cy="71675"/>
            </a:xfrm>
            <a:custGeom>
              <a:avLst/>
              <a:gdLst/>
              <a:ahLst/>
              <a:cxnLst/>
              <a:rect l="l" t="t" r="r" b="b"/>
              <a:pathLst>
                <a:path w="2103" h="2867" extrusionOk="0">
                  <a:moveTo>
                    <a:pt x="1299" y="1"/>
                  </a:moveTo>
                  <a:cubicBezTo>
                    <a:pt x="1128" y="1"/>
                    <a:pt x="937" y="108"/>
                    <a:pt x="734" y="398"/>
                  </a:cubicBezTo>
                  <a:cubicBezTo>
                    <a:pt x="1" y="1532"/>
                    <a:pt x="901" y="2867"/>
                    <a:pt x="1335" y="2867"/>
                  </a:cubicBezTo>
                  <a:cubicBezTo>
                    <a:pt x="1769" y="2867"/>
                    <a:pt x="2102" y="832"/>
                    <a:pt x="2102" y="832"/>
                  </a:cubicBezTo>
                  <a:cubicBezTo>
                    <a:pt x="2102" y="832"/>
                    <a:pt x="1777" y="1"/>
                    <a:pt x="1299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67"/>
            <p:cNvSpPr/>
            <p:nvPr/>
          </p:nvSpPr>
          <p:spPr>
            <a:xfrm>
              <a:off x="4338275" y="1902625"/>
              <a:ext cx="393625" cy="411175"/>
            </a:xfrm>
            <a:custGeom>
              <a:avLst/>
              <a:gdLst/>
              <a:ahLst/>
              <a:cxnLst/>
              <a:rect l="l" t="t" r="r" b="b"/>
              <a:pathLst>
                <a:path w="15745" h="16447" extrusionOk="0">
                  <a:moveTo>
                    <a:pt x="3636" y="1"/>
                  </a:moveTo>
                  <a:cubicBezTo>
                    <a:pt x="3636" y="1"/>
                    <a:pt x="1168" y="4838"/>
                    <a:pt x="567" y="8140"/>
                  </a:cubicBezTo>
                  <a:cubicBezTo>
                    <a:pt x="0" y="11443"/>
                    <a:pt x="2435" y="16446"/>
                    <a:pt x="4904" y="16446"/>
                  </a:cubicBezTo>
                  <a:cubicBezTo>
                    <a:pt x="7372" y="16446"/>
                    <a:pt x="11142" y="12643"/>
                    <a:pt x="11142" y="12643"/>
                  </a:cubicBezTo>
                  <a:cubicBezTo>
                    <a:pt x="11142" y="12643"/>
                    <a:pt x="11179" y="12644"/>
                    <a:pt x="11247" y="12644"/>
                  </a:cubicBezTo>
                  <a:cubicBezTo>
                    <a:pt x="11841" y="12644"/>
                    <a:pt x="14762" y="12590"/>
                    <a:pt x="15211" y="11543"/>
                  </a:cubicBezTo>
                  <a:cubicBezTo>
                    <a:pt x="15745" y="10342"/>
                    <a:pt x="15144" y="9408"/>
                    <a:pt x="14210" y="9408"/>
                  </a:cubicBezTo>
                  <a:lnTo>
                    <a:pt x="12342" y="9408"/>
                  </a:lnTo>
                  <a:cubicBezTo>
                    <a:pt x="12342" y="9408"/>
                    <a:pt x="12325" y="9417"/>
                    <a:pt x="12299" y="9417"/>
                  </a:cubicBezTo>
                  <a:cubicBezTo>
                    <a:pt x="12183" y="9417"/>
                    <a:pt x="11885" y="9239"/>
                    <a:pt x="12076" y="7306"/>
                  </a:cubicBezTo>
                  <a:cubicBezTo>
                    <a:pt x="12342" y="4938"/>
                    <a:pt x="13110" y="3837"/>
                    <a:pt x="13110" y="3837"/>
                  </a:cubicBezTo>
                  <a:lnTo>
                    <a:pt x="13110" y="3837"/>
                  </a:lnTo>
                  <a:cubicBezTo>
                    <a:pt x="13110" y="3837"/>
                    <a:pt x="12883" y="3855"/>
                    <a:pt x="12495" y="3855"/>
                  </a:cubicBezTo>
                  <a:cubicBezTo>
                    <a:pt x="10815" y="3855"/>
                    <a:pt x="6103" y="3524"/>
                    <a:pt x="36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67"/>
            <p:cNvSpPr/>
            <p:nvPr/>
          </p:nvSpPr>
          <p:spPr>
            <a:xfrm>
              <a:off x="4435000" y="1998550"/>
              <a:ext cx="296900" cy="315250"/>
            </a:xfrm>
            <a:custGeom>
              <a:avLst/>
              <a:gdLst/>
              <a:ahLst/>
              <a:cxnLst/>
              <a:rect l="l" t="t" r="r" b="b"/>
              <a:pathLst>
                <a:path w="11876" h="12610" extrusionOk="0">
                  <a:moveTo>
                    <a:pt x="8106" y="0"/>
                  </a:moveTo>
                  <a:lnTo>
                    <a:pt x="6272" y="7272"/>
                  </a:lnTo>
                  <a:cubicBezTo>
                    <a:pt x="5238" y="9941"/>
                    <a:pt x="2836" y="11842"/>
                    <a:pt x="34" y="12309"/>
                  </a:cubicBezTo>
                  <a:lnTo>
                    <a:pt x="1" y="12309"/>
                  </a:lnTo>
                  <a:cubicBezTo>
                    <a:pt x="301" y="12509"/>
                    <a:pt x="668" y="12609"/>
                    <a:pt x="1035" y="12609"/>
                  </a:cubicBezTo>
                  <a:cubicBezTo>
                    <a:pt x="3503" y="12609"/>
                    <a:pt x="7306" y="8806"/>
                    <a:pt x="7306" y="8806"/>
                  </a:cubicBezTo>
                  <a:cubicBezTo>
                    <a:pt x="7306" y="8806"/>
                    <a:pt x="7343" y="8807"/>
                    <a:pt x="7410" y="8807"/>
                  </a:cubicBezTo>
                  <a:cubicBezTo>
                    <a:pt x="8000" y="8807"/>
                    <a:pt x="10897" y="8753"/>
                    <a:pt x="11375" y="7706"/>
                  </a:cubicBezTo>
                  <a:cubicBezTo>
                    <a:pt x="11876" y="6505"/>
                    <a:pt x="11275" y="5571"/>
                    <a:pt x="10341" y="5571"/>
                  </a:cubicBezTo>
                  <a:lnTo>
                    <a:pt x="8473" y="5571"/>
                  </a:lnTo>
                  <a:cubicBezTo>
                    <a:pt x="8473" y="5571"/>
                    <a:pt x="8456" y="5580"/>
                    <a:pt x="8431" y="5580"/>
                  </a:cubicBezTo>
                  <a:cubicBezTo>
                    <a:pt x="8315" y="5580"/>
                    <a:pt x="8022" y="5402"/>
                    <a:pt x="8240" y="3469"/>
                  </a:cubicBezTo>
                  <a:cubicBezTo>
                    <a:pt x="8473" y="1101"/>
                    <a:pt x="9241" y="0"/>
                    <a:pt x="9241" y="0"/>
                  </a:cubicBezTo>
                  <a:lnTo>
                    <a:pt x="9241" y="0"/>
                  </a:lnTo>
                  <a:cubicBezTo>
                    <a:pt x="9241" y="0"/>
                    <a:pt x="9063" y="15"/>
                    <a:pt x="8737" y="15"/>
                  </a:cubicBezTo>
                  <a:cubicBezTo>
                    <a:pt x="8573" y="15"/>
                    <a:pt x="8373" y="11"/>
                    <a:pt x="8140" y="0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67"/>
            <p:cNvSpPr/>
            <p:nvPr/>
          </p:nvSpPr>
          <p:spPr>
            <a:xfrm>
              <a:off x="4338275" y="1902625"/>
              <a:ext cx="393625" cy="411175"/>
            </a:xfrm>
            <a:custGeom>
              <a:avLst/>
              <a:gdLst/>
              <a:ahLst/>
              <a:cxnLst/>
              <a:rect l="l" t="t" r="r" b="b"/>
              <a:pathLst>
                <a:path w="15745" h="16447" fill="none" extrusionOk="0">
                  <a:moveTo>
                    <a:pt x="3636" y="1"/>
                  </a:moveTo>
                  <a:cubicBezTo>
                    <a:pt x="3636" y="1"/>
                    <a:pt x="1168" y="4838"/>
                    <a:pt x="567" y="8140"/>
                  </a:cubicBezTo>
                  <a:cubicBezTo>
                    <a:pt x="0" y="11443"/>
                    <a:pt x="2435" y="16446"/>
                    <a:pt x="4904" y="16446"/>
                  </a:cubicBezTo>
                  <a:cubicBezTo>
                    <a:pt x="7372" y="16446"/>
                    <a:pt x="11142" y="12643"/>
                    <a:pt x="11142" y="12643"/>
                  </a:cubicBezTo>
                  <a:cubicBezTo>
                    <a:pt x="11142" y="12643"/>
                    <a:pt x="14711" y="12710"/>
                    <a:pt x="15211" y="11543"/>
                  </a:cubicBezTo>
                  <a:cubicBezTo>
                    <a:pt x="15745" y="10342"/>
                    <a:pt x="15144" y="9408"/>
                    <a:pt x="14210" y="9408"/>
                  </a:cubicBezTo>
                  <a:lnTo>
                    <a:pt x="12342" y="9408"/>
                  </a:lnTo>
                  <a:cubicBezTo>
                    <a:pt x="12342" y="9408"/>
                    <a:pt x="11842" y="9675"/>
                    <a:pt x="12076" y="7306"/>
                  </a:cubicBezTo>
                  <a:cubicBezTo>
                    <a:pt x="12342" y="4938"/>
                    <a:pt x="13110" y="3837"/>
                    <a:pt x="13110" y="3837"/>
                  </a:cubicBezTo>
                  <a:cubicBezTo>
                    <a:pt x="13110" y="3837"/>
                    <a:pt x="6672" y="4337"/>
                    <a:pt x="3636" y="1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67"/>
            <p:cNvSpPr/>
            <p:nvPr/>
          </p:nvSpPr>
          <p:spPr>
            <a:xfrm>
              <a:off x="4423325" y="2016000"/>
              <a:ext cx="19200" cy="41000"/>
            </a:xfrm>
            <a:custGeom>
              <a:avLst/>
              <a:gdLst/>
              <a:ahLst/>
              <a:cxnLst/>
              <a:rect l="l" t="t" r="r" b="b"/>
              <a:pathLst>
                <a:path w="768" h="1640" extrusionOk="0">
                  <a:moveTo>
                    <a:pt x="549" y="0"/>
                  </a:moveTo>
                  <a:cubicBezTo>
                    <a:pt x="413" y="0"/>
                    <a:pt x="196" y="324"/>
                    <a:pt x="101" y="770"/>
                  </a:cubicBezTo>
                  <a:cubicBezTo>
                    <a:pt x="1" y="1203"/>
                    <a:pt x="67" y="1604"/>
                    <a:pt x="201" y="1637"/>
                  </a:cubicBezTo>
                  <a:cubicBezTo>
                    <a:pt x="209" y="1639"/>
                    <a:pt x="216" y="1639"/>
                    <a:pt x="224" y="1639"/>
                  </a:cubicBezTo>
                  <a:cubicBezTo>
                    <a:pt x="386" y="1639"/>
                    <a:pt x="572" y="1315"/>
                    <a:pt x="668" y="870"/>
                  </a:cubicBezTo>
                  <a:cubicBezTo>
                    <a:pt x="768" y="436"/>
                    <a:pt x="735" y="36"/>
                    <a:pt x="568" y="3"/>
                  </a:cubicBezTo>
                  <a:cubicBezTo>
                    <a:pt x="562" y="1"/>
                    <a:pt x="555" y="0"/>
                    <a:pt x="5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67"/>
            <p:cNvSpPr/>
            <p:nvPr/>
          </p:nvSpPr>
          <p:spPr>
            <a:xfrm>
              <a:off x="4523400" y="2061025"/>
              <a:ext cx="19200" cy="40175"/>
            </a:xfrm>
            <a:custGeom>
              <a:avLst/>
              <a:gdLst/>
              <a:ahLst/>
              <a:cxnLst/>
              <a:rect l="l" t="t" r="r" b="b"/>
              <a:pathLst>
                <a:path w="768" h="1607" extrusionOk="0">
                  <a:moveTo>
                    <a:pt x="544" y="1"/>
                  </a:moveTo>
                  <a:cubicBezTo>
                    <a:pt x="383" y="1"/>
                    <a:pt x="196" y="323"/>
                    <a:pt x="101" y="737"/>
                  </a:cubicBezTo>
                  <a:cubicBezTo>
                    <a:pt x="1" y="1170"/>
                    <a:pt x="34" y="1571"/>
                    <a:pt x="201" y="1604"/>
                  </a:cubicBezTo>
                  <a:cubicBezTo>
                    <a:pt x="207" y="1606"/>
                    <a:pt x="213" y="1606"/>
                    <a:pt x="220" y="1606"/>
                  </a:cubicBezTo>
                  <a:cubicBezTo>
                    <a:pt x="355" y="1606"/>
                    <a:pt x="572" y="1284"/>
                    <a:pt x="668" y="870"/>
                  </a:cubicBezTo>
                  <a:cubicBezTo>
                    <a:pt x="768" y="403"/>
                    <a:pt x="701" y="36"/>
                    <a:pt x="568" y="3"/>
                  </a:cubicBezTo>
                  <a:cubicBezTo>
                    <a:pt x="560" y="1"/>
                    <a:pt x="552" y="1"/>
                    <a:pt x="5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67"/>
            <p:cNvSpPr/>
            <p:nvPr/>
          </p:nvSpPr>
          <p:spPr>
            <a:xfrm>
              <a:off x="4409975" y="2066100"/>
              <a:ext cx="86775" cy="70075"/>
            </a:xfrm>
            <a:custGeom>
              <a:avLst/>
              <a:gdLst/>
              <a:ahLst/>
              <a:cxnLst/>
              <a:rect l="l" t="t" r="r" b="b"/>
              <a:pathLst>
                <a:path w="3471" h="2803" fill="none" extrusionOk="0">
                  <a:moveTo>
                    <a:pt x="1869" y="0"/>
                  </a:moveTo>
                  <a:cubicBezTo>
                    <a:pt x="1869" y="0"/>
                    <a:pt x="1" y="1368"/>
                    <a:pt x="234" y="1701"/>
                  </a:cubicBezTo>
                  <a:cubicBezTo>
                    <a:pt x="935" y="2302"/>
                    <a:pt x="1802" y="2669"/>
                    <a:pt x="2703" y="2802"/>
                  </a:cubicBezTo>
                  <a:cubicBezTo>
                    <a:pt x="3470" y="2802"/>
                    <a:pt x="3303" y="1868"/>
                    <a:pt x="3303" y="1868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67"/>
            <p:cNvSpPr/>
            <p:nvPr/>
          </p:nvSpPr>
          <p:spPr>
            <a:xfrm>
              <a:off x="4422500" y="2144475"/>
              <a:ext cx="129275" cy="36725"/>
            </a:xfrm>
            <a:custGeom>
              <a:avLst/>
              <a:gdLst/>
              <a:ahLst/>
              <a:cxnLst/>
              <a:rect l="l" t="t" r="r" b="b"/>
              <a:pathLst>
                <a:path w="5171" h="1469" fill="none" extrusionOk="0">
                  <a:moveTo>
                    <a:pt x="0" y="768"/>
                  </a:moveTo>
                  <a:cubicBezTo>
                    <a:pt x="934" y="1268"/>
                    <a:pt x="2002" y="1468"/>
                    <a:pt x="3069" y="1368"/>
                  </a:cubicBezTo>
                  <a:cubicBezTo>
                    <a:pt x="3936" y="1268"/>
                    <a:pt x="4737" y="768"/>
                    <a:pt x="5171" y="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67"/>
            <p:cNvSpPr/>
            <p:nvPr/>
          </p:nvSpPr>
          <p:spPr>
            <a:xfrm>
              <a:off x="4426675" y="1960175"/>
              <a:ext cx="38375" cy="31725"/>
            </a:xfrm>
            <a:custGeom>
              <a:avLst/>
              <a:gdLst/>
              <a:ahLst/>
              <a:cxnLst/>
              <a:rect l="l" t="t" r="r" b="b"/>
              <a:pathLst>
                <a:path w="1535" h="1269" fill="none" extrusionOk="0">
                  <a:moveTo>
                    <a:pt x="0" y="1101"/>
                  </a:moveTo>
                  <a:cubicBezTo>
                    <a:pt x="0" y="1101"/>
                    <a:pt x="534" y="1"/>
                    <a:pt x="1535" y="1268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67"/>
            <p:cNvSpPr/>
            <p:nvPr/>
          </p:nvSpPr>
          <p:spPr>
            <a:xfrm>
              <a:off x="4535075" y="2013550"/>
              <a:ext cx="42550" cy="41725"/>
            </a:xfrm>
            <a:custGeom>
              <a:avLst/>
              <a:gdLst/>
              <a:ahLst/>
              <a:cxnLst/>
              <a:rect l="l" t="t" r="r" b="b"/>
              <a:pathLst>
                <a:path w="1702" h="1669" fill="none" extrusionOk="0">
                  <a:moveTo>
                    <a:pt x="1" y="501"/>
                  </a:moveTo>
                  <a:cubicBezTo>
                    <a:pt x="1" y="501"/>
                    <a:pt x="1702" y="1"/>
                    <a:pt x="1702" y="1668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67"/>
            <p:cNvSpPr/>
            <p:nvPr/>
          </p:nvSpPr>
          <p:spPr>
            <a:xfrm>
              <a:off x="2557000" y="1724125"/>
              <a:ext cx="940700" cy="874075"/>
            </a:xfrm>
            <a:custGeom>
              <a:avLst/>
              <a:gdLst/>
              <a:ahLst/>
              <a:cxnLst/>
              <a:rect l="l" t="t" r="r" b="b"/>
              <a:pathLst>
                <a:path w="37628" h="34963" extrusionOk="0">
                  <a:moveTo>
                    <a:pt x="18838" y="1"/>
                  </a:moveTo>
                  <a:cubicBezTo>
                    <a:pt x="17895" y="1"/>
                    <a:pt x="16939" y="78"/>
                    <a:pt x="15978" y="236"/>
                  </a:cubicBezTo>
                  <a:cubicBezTo>
                    <a:pt x="6438" y="1804"/>
                    <a:pt x="0" y="10777"/>
                    <a:pt x="1568" y="20317"/>
                  </a:cubicBezTo>
                  <a:cubicBezTo>
                    <a:pt x="2978" y="28893"/>
                    <a:pt x="10371" y="34963"/>
                    <a:pt x="18782" y="34963"/>
                  </a:cubicBezTo>
                  <a:cubicBezTo>
                    <a:pt x="19727" y="34963"/>
                    <a:pt x="20685" y="34886"/>
                    <a:pt x="21649" y="34727"/>
                  </a:cubicBezTo>
                  <a:cubicBezTo>
                    <a:pt x="31189" y="33160"/>
                    <a:pt x="37627" y="24153"/>
                    <a:pt x="36059" y="14646"/>
                  </a:cubicBezTo>
                  <a:cubicBezTo>
                    <a:pt x="34650" y="6070"/>
                    <a:pt x="27229" y="1"/>
                    <a:pt x="18838" y="1"/>
                  </a:cubicBezTo>
                  <a:close/>
                </a:path>
              </a:pathLst>
            </a:custGeom>
            <a:solidFill>
              <a:srgbClr val="FF8D00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67"/>
            <p:cNvSpPr/>
            <p:nvPr/>
          </p:nvSpPr>
          <p:spPr>
            <a:xfrm>
              <a:off x="2558238" y="1719138"/>
              <a:ext cx="940700" cy="874075"/>
            </a:xfrm>
            <a:custGeom>
              <a:avLst/>
              <a:gdLst/>
              <a:ahLst/>
              <a:cxnLst/>
              <a:rect l="l" t="t" r="r" b="b"/>
              <a:pathLst>
                <a:path w="37628" h="34963" extrusionOk="0">
                  <a:moveTo>
                    <a:pt x="18838" y="1"/>
                  </a:moveTo>
                  <a:cubicBezTo>
                    <a:pt x="17895" y="1"/>
                    <a:pt x="16939" y="78"/>
                    <a:pt x="15978" y="236"/>
                  </a:cubicBezTo>
                  <a:cubicBezTo>
                    <a:pt x="6438" y="1804"/>
                    <a:pt x="0" y="10777"/>
                    <a:pt x="1568" y="20317"/>
                  </a:cubicBezTo>
                  <a:cubicBezTo>
                    <a:pt x="2978" y="28893"/>
                    <a:pt x="10371" y="34963"/>
                    <a:pt x="18782" y="34963"/>
                  </a:cubicBezTo>
                  <a:cubicBezTo>
                    <a:pt x="19727" y="34963"/>
                    <a:pt x="20685" y="34886"/>
                    <a:pt x="21649" y="34727"/>
                  </a:cubicBezTo>
                  <a:cubicBezTo>
                    <a:pt x="31189" y="33160"/>
                    <a:pt x="37627" y="24153"/>
                    <a:pt x="36059" y="14646"/>
                  </a:cubicBezTo>
                  <a:cubicBezTo>
                    <a:pt x="34650" y="6070"/>
                    <a:pt x="27229" y="1"/>
                    <a:pt x="18838" y="1"/>
                  </a:cubicBezTo>
                  <a:close/>
                </a:path>
              </a:pathLst>
            </a:custGeom>
            <a:solidFill>
              <a:srgbClr val="FFFFFF">
                <a:alpha val="19200"/>
              </a:srgbClr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67"/>
            <p:cNvSpPr/>
            <p:nvPr/>
          </p:nvSpPr>
          <p:spPr>
            <a:xfrm>
              <a:off x="2631225" y="1687650"/>
              <a:ext cx="758050" cy="910975"/>
            </a:xfrm>
            <a:custGeom>
              <a:avLst/>
              <a:gdLst/>
              <a:ahLst/>
              <a:cxnLst/>
              <a:rect l="l" t="t" r="r" b="b"/>
              <a:pathLst>
                <a:path w="30322" h="36439" extrusionOk="0">
                  <a:moveTo>
                    <a:pt x="18961" y="1"/>
                  </a:moveTo>
                  <a:cubicBezTo>
                    <a:pt x="15584" y="1"/>
                    <a:pt x="11702" y="1751"/>
                    <a:pt x="9474" y="4997"/>
                  </a:cubicBezTo>
                  <a:cubicBezTo>
                    <a:pt x="6438" y="9467"/>
                    <a:pt x="10141" y="13403"/>
                    <a:pt x="8173" y="15472"/>
                  </a:cubicBezTo>
                  <a:cubicBezTo>
                    <a:pt x="6205" y="17540"/>
                    <a:pt x="1101" y="17673"/>
                    <a:pt x="534" y="21809"/>
                  </a:cubicBezTo>
                  <a:cubicBezTo>
                    <a:pt x="0" y="25946"/>
                    <a:pt x="4136" y="26513"/>
                    <a:pt x="3803" y="27814"/>
                  </a:cubicBezTo>
                  <a:cubicBezTo>
                    <a:pt x="3503" y="29015"/>
                    <a:pt x="2135" y="28848"/>
                    <a:pt x="2569" y="30316"/>
                  </a:cubicBezTo>
                  <a:cubicBezTo>
                    <a:pt x="5994" y="34335"/>
                    <a:pt x="10899" y="36438"/>
                    <a:pt x="15856" y="36438"/>
                  </a:cubicBezTo>
                  <a:cubicBezTo>
                    <a:pt x="19251" y="36438"/>
                    <a:pt x="22669" y="35452"/>
                    <a:pt x="25652" y="33418"/>
                  </a:cubicBezTo>
                  <a:cubicBezTo>
                    <a:pt x="26919" y="31950"/>
                    <a:pt x="27653" y="30382"/>
                    <a:pt x="27687" y="29115"/>
                  </a:cubicBezTo>
                  <a:cubicBezTo>
                    <a:pt x="27820" y="25312"/>
                    <a:pt x="23784" y="22443"/>
                    <a:pt x="23550" y="20609"/>
                  </a:cubicBezTo>
                  <a:cubicBezTo>
                    <a:pt x="23350" y="18774"/>
                    <a:pt x="25085" y="14638"/>
                    <a:pt x="25085" y="14638"/>
                  </a:cubicBezTo>
                  <a:cubicBezTo>
                    <a:pt x="25085" y="14638"/>
                    <a:pt x="28120" y="14171"/>
                    <a:pt x="29221" y="11469"/>
                  </a:cubicBezTo>
                  <a:cubicBezTo>
                    <a:pt x="30322" y="8733"/>
                    <a:pt x="26186" y="2629"/>
                    <a:pt x="22450" y="761"/>
                  </a:cubicBezTo>
                  <a:cubicBezTo>
                    <a:pt x="21436" y="250"/>
                    <a:pt x="20234" y="1"/>
                    <a:pt x="18961" y="1"/>
                  </a:cubicBez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67"/>
            <p:cNvSpPr/>
            <p:nvPr/>
          </p:nvSpPr>
          <p:spPr>
            <a:xfrm>
              <a:off x="2703775" y="1810900"/>
              <a:ext cx="517050" cy="653825"/>
            </a:xfrm>
            <a:custGeom>
              <a:avLst/>
              <a:gdLst/>
              <a:ahLst/>
              <a:cxnLst/>
              <a:rect l="l" t="t" r="r" b="b"/>
              <a:pathLst>
                <a:path w="20682" h="26153" fill="none" extrusionOk="0">
                  <a:moveTo>
                    <a:pt x="19581" y="1"/>
                  </a:moveTo>
                  <a:cubicBezTo>
                    <a:pt x="19581" y="1"/>
                    <a:pt x="20682" y="2703"/>
                    <a:pt x="16379" y="4304"/>
                  </a:cubicBezTo>
                  <a:cubicBezTo>
                    <a:pt x="12076" y="5872"/>
                    <a:pt x="8740" y="5038"/>
                    <a:pt x="7639" y="7840"/>
                  </a:cubicBezTo>
                  <a:cubicBezTo>
                    <a:pt x="6538" y="10675"/>
                    <a:pt x="7406" y="12643"/>
                    <a:pt x="7506" y="14111"/>
                  </a:cubicBezTo>
                  <a:cubicBezTo>
                    <a:pt x="7639" y="15579"/>
                    <a:pt x="4170" y="15345"/>
                    <a:pt x="2102" y="17180"/>
                  </a:cubicBezTo>
                  <a:cubicBezTo>
                    <a:pt x="0" y="19014"/>
                    <a:pt x="4170" y="21249"/>
                    <a:pt x="5304" y="22483"/>
                  </a:cubicBezTo>
                  <a:cubicBezTo>
                    <a:pt x="6405" y="23684"/>
                    <a:pt x="6171" y="25552"/>
                    <a:pt x="4203" y="26153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67"/>
            <p:cNvSpPr/>
            <p:nvPr/>
          </p:nvSpPr>
          <p:spPr>
            <a:xfrm>
              <a:off x="2867225" y="1727500"/>
              <a:ext cx="322750" cy="224375"/>
            </a:xfrm>
            <a:custGeom>
              <a:avLst/>
              <a:gdLst/>
              <a:ahLst/>
              <a:cxnLst/>
              <a:rect l="l" t="t" r="r" b="b"/>
              <a:pathLst>
                <a:path w="12910" h="8975" fill="none" extrusionOk="0">
                  <a:moveTo>
                    <a:pt x="0" y="8974"/>
                  </a:moveTo>
                  <a:cubicBezTo>
                    <a:pt x="0" y="8974"/>
                    <a:pt x="1601" y="5038"/>
                    <a:pt x="4070" y="4437"/>
                  </a:cubicBezTo>
                  <a:cubicBezTo>
                    <a:pt x="6505" y="3804"/>
                    <a:pt x="9207" y="5672"/>
                    <a:pt x="11075" y="3937"/>
                  </a:cubicBezTo>
                  <a:cubicBezTo>
                    <a:pt x="12909" y="2203"/>
                    <a:pt x="12543" y="1002"/>
                    <a:pt x="11175" y="1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67"/>
            <p:cNvSpPr/>
            <p:nvPr/>
          </p:nvSpPr>
          <p:spPr>
            <a:xfrm>
              <a:off x="3239150" y="1850100"/>
              <a:ext cx="107600" cy="181825"/>
            </a:xfrm>
            <a:custGeom>
              <a:avLst/>
              <a:gdLst/>
              <a:ahLst/>
              <a:cxnLst/>
              <a:rect l="l" t="t" r="r" b="b"/>
              <a:pathLst>
                <a:path w="4304" h="7273" fill="none" extrusionOk="0">
                  <a:moveTo>
                    <a:pt x="1" y="0"/>
                  </a:moveTo>
                  <a:cubicBezTo>
                    <a:pt x="1" y="0"/>
                    <a:pt x="4304" y="2836"/>
                    <a:pt x="2836" y="5071"/>
                  </a:cubicBezTo>
                  <a:cubicBezTo>
                    <a:pt x="1368" y="7272"/>
                    <a:pt x="868" y="4570"/>
                    <a:pt x="868" y="4570"/>
                  </a:cubicBezTo>
                </a:path>
              </a:pathLst>
            </a:custGeom>
            <a:noFill/>
            <a:ln w="7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67"/>
            <p:cNvSpPr/>
            <p:nvPr/>
          </p:nvSpPr>
          <p:spPr>
            <a:xfrm>
              <a:off x="2790500" y="2338550"/>
              <a:ext cx="534575" cy="259500"/>
            </a:xfrm>
            <a:custGeom>
              <a:avLst/>
              <a:gdLst/>
              <a:ahLst/>
              <a:cxnLst/>
              <a:rect l="l" t="t" r="r" b="b"/>
              <a:pathLst>
                <a:path w="21383" h="10380" extrusionOk="0">
                  <a:moveTo>
                    <a:pt x="11145" y="0"/>
                  </a:moveTo>
                  <a:cubicBezTo>
                    <a:pt x="11041" y="0"/>
                    <a:pt x="10940" y="3"/>
                    <a:pt x="10841" y="10"/>
                  </a:cubicBezTo>
                  <a:cubicBezTo>
                    <a:pt x="10841" y="10"/>
                    <a:pt x="9641" y="577"/>
                    <a:pt x="7372" y="2745"/>
                  </a:cubicBezTo>
                  <a:cubicBezTo>
                    <a:pt x="5871" y="4179"/>
                    <a:pt x="2302" y="6281"/>
                    <a:pt x="0" y="7582"/>
                  </a:cubicBezTo>
                  <a:cubicBezTo>
                    <a:pt x="2902" y="9459"/>
                    <a:pt x="6198" y="10380"/>
                    <a:pt x="9478" y="10380"/>
                  </a:cubicBezTo>
                  <a:cubicBezTo>
                    <a:pt x="13778" y="10380"/>
                    <a:pt x="18052" y="8798"/>
                    <a:pt x="21382" y="5714"/>
                  </a:cubicBezTo>
                  <a:cubicBezTo>
                    <a:pt x="20081" y="4513"/>
                    <a:pt x="18714" y="3412"/>
                    <a:pt x="17279" y="2412"/>
                  </a:cubicBezTo>
                  <a:cubicBezTo>
                    <a:pt x="14751" y="695"/>
                    <a:pt x="12660" y="0"/>
                    <a:pt x="11145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67"/>
            <p:cNvSpPr/>
            <p:nvPr/>
          </p:nvSpPr>
          <p:spPr>
            <a:xfrm>
              <a:off x="2990650" y="2339550"/>
              <a:ext cx="171800" cy="205250"/>
            </a:xfrm>
            <a:custGeom>
              <a:avLst/>
              <a:gdLst/>
              <a:ahLst/>
              <a:cxnLst/>
              <a:rect l="l" t="t" r="r" b="b"/>
              <a:pathLst>
                <a:path w="6872" h="8210" extrusionOk="0">
                  <a:moveTo>
                    <a:pt x="3031" y="1"/>
                  </a:moveTo>
                  <a:cubicBezTo>
                    <a:pt x="2966" y="1"/>
                    <a:pt x="2901" y="1"/>
                    <a:pt x="2835" y="3"/>
                  </a:cubicBezTo>
                  <a:cubicBezTo>
                    <a:pt x="2835" y="3"/>
                    <a:pt x="1901" y="437"/>
                    <a:pt x="67" y="2105"/>
                  </a:cubicBezTo>
                  <a:cubicBezTo>
                    <a:pt x="33" y="2405"/>
                    <a:pt x="0" y="2705"/>
                    <a:pt x="0" y="3005"/>
                  </a:cubicBezTo>
                  <a:cubicBezTo>
                    <a:pt x="0" y="5874"/>
                    <a:pt x="1535" y="8209"/>
                    <a:pt x="3436" y="8209"/>
                  </a:cubicBezTo>
                  <a:cubicBezTo>
                    <a:pt x="5337" y="8209"/>
                    <a:pt x="6872" y="5841"/>
                    <a:pt x="6872" y="2972"/>
                  </a:cubicBezTo>
                  <a:cubicBezTo>
                    <a:pt x="6872" y="2238"/>
                    <a:pt x="6772" y="1538"/>
                    <a:pt x="6571" y="837"/>
                  </a:cubicBezTo>
                  <a:cubicBezTo>
                    <a:pt x="5463" y="299"/>
                    <a:pt x="4264" y="1"/>
                    <a:pt x="3031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67"/>
            <p:cNvSpPr/>
            <p:nvPr/>
          </p:nvSpPr>
          <p:spPr>
            <a:xfrm>
              <a:off x="3024000" y="2200350"/>
              <a:ext cx="113875" cy="299600"/>
            </a:xfrm>
            <a:custGeom>
              <a:avLst/>
              <a:gdLst/>
              <a:ahLst/>
              <a:cxnLst/>
              <a:rect l="l" t="t" r="r" b="b"/>
              <a:pathLst>
                <a:path w="4555" h="11984" extrusionOk="0">
                  <a:moveTo>
                    <a:pt x="634" y="1"/>
                  </a:moveTo>
                  <a:cubicBezTo>
                    <a:pt x="634" y="1"/>
                    <a:pt x="634" y="3036"/>
                    <a:pt x="301" y="5871"/>
                  </a:cubicBezTo>
                  <a:cubicBezTo>
                    <a:pt x="0" y="8707"/>
                    <a:pt x="434" y="11776"/>
                    <a:pt x="2502" y="11976"/>
                  </a:cubicBezTo>
                  <a:cubicBezTo>
                    <a:pt x="2550" y="11981"/>
                    <a:pt x="2597" y="11984"/>
                    <a:pt x="2642" y="11984"/>
                  </a:cubicBezTo>
                  <a:cubicBezTo>
                    <a:pt x="4555" y="11984"/>
                    <a:pt x="4231" y="7260"/>
                    <a:pt x="4003" y="5338"/>
                  </a:cubicBezTo>
                  <a:cubicBezTo>
                    <a:pt x="3903" y="4103"/>
                    <a:pt x="3903" y="2869"/>
                    <a:pt x="4003" y="1635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67"/>
            <p:cNvSpPr/>
            <p:nvPr/>
          </p:nvSpPr>
          <p:spPr>
            <a:xfrm>
              <a:off x="3030675" y="2200350"/>
              <a:ext cx="91750" cy="163475"/>
            </a:xfrm>
            <a:custGeom>
              <a:avLst/>
              <a:gdLst/>
              <a:ahLst/>
              <a:cxnLst/>
              <a:rect l="l" t="t" r="r" b="b"/>
              <a:pathLst>
                <a:path w="3670" h="6539" extrusionOk="0">
                  <a:moveTo>
                    <a:pt x="367" y="1"/>
                  </a:moveTo>
                  <a:cubicBezTo>
                    <a:pt x="367" y="1"/>
                    <a:pt x="367" y="3069"/>
                    <a:pt x="34" y="5905"/>
                  </a:cubicBezTo>
                  <a:cubicBezTo>
                    <a:pt x="34" y="6105"/>
                    <a:pt x="0" y="6305"/>
                    <a:pt x="0" y="6539"/>
                  </a:cubicBezTo>
                  <a:lnTo>
                    <a:pt x="3670" y="2969"/>
                  </a:lnTo>
                  <a:lnTo>
                    <a:pt x="3670" y="2636"/>
                  </a:lnTo>
                  <a:lnTo>
                    <a:pt x="2902" y="1235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67"/>
            <p:cNvSpPr/>
            <p:nvPr/>
          </p:nvSpPr>
          <p:spPr>
            <a:xfrm>
              <a:off x="3024000" y="2200350"/>
              <a:ext cx="114275" cy="305250"/>
            </a:xfrm>
            <a:custGeom>
              <a:avLst/>
              <a:gdLst/>
              <a:ahLst/>
              <a:cxnLst/>
              <a:rect l="l" t="t" r="r" b="b"/>
              <a:pathLst>
                <a:path w="4571" h="12210" fill="none" extrusionOk="0">
                  <a:moveTo>
                    <a:pt x="634" y="1"/>
                  </a:moveTo>
                  <a:cubicBezTo>
                    <a:pt x="634" y="1"/>
                    <a:pt x="634" y="3036"/>
                    <a:pt x="301" y="5871"/>
                  </a:cubicBezTo>
                  <a:cubicBezTo>
                    <a:pt x="0" y="8707"/>
                    <a:pt x="434" y="11776"/>
                    <a:pt x="2502" y="11976"/>
                  </a:cubicBezTo>
                  <a:cubicBezTo>
                    <a:pt x="4570" y="12209"/>
                    <a:pt x="4237" y="7306"/>
                    <a:pt x="4003" y="5338"/>
                  </a:cubicBezTo>
                  <a:cubicBezTo>
                    <a:pt x="3903" y="4103"/>
                    <a:pt x="3903" y="2869"/>
                    <a:pt x="4003" y="1635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67"/>
            <p:cNvSpPr/>
            <p:nvPr/>
          </p:nvSpPr>
          <p:spPr>
            <a:xfrm>
              <a:off x="2889725" y="1859275"/>
              <a:ext cx="389475" cy="431175"/>
            </a:xfrm>
            <a:custGeom>
              <a:avLst/>
              <a:gdLst/>
              <a:ahLst/>
              <a:cxnLst/>
              <a:rect l="l" t="t" r="r" b="b"/>
              <a:pathLst>
                <a:path w="15579" h="17247" extrusionOk="0">
                  <a:moveTo>
                    <a:pt x="13444" y="0"/>
                  </a:moveTo>
                  <a:cubicBezTo>
                    <a:pt x="13444" y="1"/>
                    <a:pt x="13643" y="1435"/>
                    <a:pt x="9941" y="3169"/>
                  </a:cubicBezTo>
                  <a:cubicBezTo>
                    <a:pt x="6239" y="4904"/>
                    <a:pt x="4371" y="6338"/>
                    <a:pt x="4037" y="7973"/>
                  </a:cubicBezTo>
                  <a:cubicBezTo>
                    <a:pt x="3737" y="9607"/>
                    <a:pt x="3603" y="10241"/>
                    <a:pt x="3603" y="10241"/>
                  </a:cubicBezTo>
                  <a:cubicBezTo>
                    <a:pt x="3603" y="10241"/>
                    <a:pt x="3108" y="9272"/>
                    <a:pt x="2186" y="9272"/>
                  </a:cubicBezTo>
                  <a:cubicBezTo>
                    <a:pt x="1961" y="9272"/>
                    <a:pt x="1710" y="9330"/>
                    <a:pt x="1435" y="9474"/>
                  </a:cubicBezTo>
                  <a:cubicBezTo>
                    <a:pt x="1" y="10241"/>
                    <a:pt x="1335" y="13210"/>
                    <a:pt x="2636" y="13310"/>
                  </a:cubicBezTo>
                  <a:cubicBezTo>
                    <a:pt x="2771" y="13320"/>
                    <a:pt x="2895" y="13325"/>
                    <a:pt x="3009" y="13325"/>
                  </a:cubicBezTo>
                  <a:cubicBezTo>
                    <a:pt x="4002" y="13325"/>
                    <a:pt x="4271" y="12976"/>
                    <a:pt x="4271" y="12976"/>
                  </a:cubicBezTo>
                  <a:cubicBezTo>
                    <a:pt x="4271" y="12976"/>
                    <a:pt x="8507" y="17246"/>
                    <a:pt x="11042" y="17246"/>
                  </a:cubicBezTo>
                  <a:cubicBezTo>
                    <a:pt x="13544" y="17246"/>
                    <a:pt x="14511" y="14844"/>
                    <a:pt x="15078" y="10575"/>
                  </a:cubicBezTo>
                  <a:cubicBezTo>
                    <a:pt x="15579" y="6472"/>
                    <a:pt x="13444" y="1"/>
                    <a:pt x="13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67"/>
            <p:cNvSpPr/>
            <p:nvPr/>
          </p:nvSpPr>
          <p:spPr>
            <a:xfrm>
              <a:off x="2889725" y="1982700"/>
              <a:ext cx="276075" cy="306900"/>
            </a:xfrm>
            <a:custGeom>
              <a:avLst/>
              <a:gdLst/>
              <a:ahLst/>
              <a:cxnLst/>
              <a:rect l="l" t="t" r="r" b="b"/>
              <a:pathLst>
                <a:path w="11043" h="12276" extrusionOk="0">
                  <a:moveTo>
                    <a:pt x="6672" y="0"/>
                  </a:moveTo>
                  <a:lnTo>
                    <a:pt x="6672" y="0"/>
                  </a:lnTo>
                  <a:cubicBezTo>
                    <a:pt x="5105" y="1001"/>
                    <a:pt x="4271" y="1968"/>
                    <a:pt x="4037" y="3036"/>
                  </a:cubicBezTo>
                  <a:cubicBezTo>
                    <a:pt x="3737" y="4670"/>
                    <a:pt x="3603" y="5304"/>
                    <a:pt x="3603" y="5304"/>
                  </a:cubicBezTo>
                  <a:cubicBezTo>
                    <a:pt x="3603" y="5304"/>
                    <a:pt x="3108" y="4335"/>
                    <a:pt x="2186" y="4335"/>
                  </a:cubicBezTo>
                  <a:cubicBezTo>
                    <a:pt x="1961" y="4335"/>
                    <a:pt x="1710" y="4393"/>
                    <a:pt x="1435" y="4537"/>
                  </a:cubicBezTo>
                  <a:cubicBezTo>
                    <a:pt x="1" y="5304"/>
                    <a:pt x="1335" y="8273"/>
                    <a:pt x="2636" y="8373"/>
                  </a:cubicBezTo>
                  <a:cubicBezTo>
                    <a:pt x="2771" y="8383"/>
                    <a:pt x="2895" y="8388"/>
                    <a:pt x="3009" y="8388"/>
                  </a:cubicBezTo>
                  <a:cubicBezTo>
                    <a:pt x="4002" y="8388"/>
                    <a:pt x="4271" y="8039"/>
                    <a:pt x="4271" y="8039"/>
                  </a:cubicBezTo>
                  <a:cubicBezTo>
                    <a:pt x="4271" y="8039"/>
                    <a:pt x="8507" y="12276"/>
                    <a:pt x="11042" y="12276"/>
                  </a:cubicBezTo>
                  <a:cubicBezTo>
                    <a:pt x="10275" y="11909"/>
                    <a:pt x="9574" y="11475"/>
                    <a:pt x="8941" y="10941"/>
                  </a:cubicBezTo>
                  <a:cubicBezTo>
                    <a:pt x="7473" y="9874"/>
                    <a:pt x="5138" y="6538"/>
                    <a:pt x="5238" y="3803"/>
                  </a:cubicBezTo>
                  <a:cubicBezTo>
                    <a:pt x="5371" y="2435"/>
                    <a:pt x="5872" y="1134"/>
                    <a:pt x="6672" y="0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67"/>
            <p:cNvSpPr/>
            <p:nvPr/>
          </p:nvSpPr>
          <p:spPr>
            <a:xfrm>
              <a:off x="2889725" y="1859275"/>
              <a:ext cx="389475" cy="431175"/>
            </a:xfrm>
            <a:custGeom>
              <a:avLst/>
              <a:gdLst/>
              <a:ahLst/>
              <a:cxnLst/>
              <a:rect l="l" t="t" r="r" b="b"/>
              <a:pathLst>
                <a:path w="15579" h="17247" fill="none" extrusionOk="0">
                  <a:moveTo>
                    <a:pt x="13444" y="0"/>
                  </a:moveTo>
                  <a:cubicBezTo>
                    <a:pt x="13444" y="0"/>
                    <a:pt x="13644" y="1435"/>
                    <a:pt x="9941" y="3169"/>
                  </a:cubicBezTo>
                  <a:cubicBezTo>
                    <a:pt x="6239" y="4904"/>
                    <a:pt x="4371" y="6338"/>
                    <a:pt x="4037" y="7973"/>
                  </a:cubicBezTo>
                  <a:cubicBezTo>
                    <a:pt x="3737" y="9607"/>
                    <a:pt x="3603" y="10241"/>
                    <a:pt x="3603" y="10241"/>
                  </a:cubicBezTo>
                  <a:cubicBezTo>
                    <a:pt x="3603" y="10241"/>
                    <a:pt x="2836" y="8740"/>
                    <a:pt x="1435" y="9474"/>
                  </a:cubicBezTo>
                  <a:cubicBezTo>
                    <a:pt x="1" y="10241"/>
                    <a:pt x="1335" y="13210"/>
                    <a:pt x="2636" y="13310"/>
                  </a:cubicBezTo>
                  <a:cubicBezTo>
                    <a:pt x="3937" y="13410"/>
                    <a:pt x="4271" y="12976"/>
                    <a:pt x="4271" y="12976"/>
                  </a:cubicBezTo>
                  <a:cubicBezTo>
                    <a:pt x="4271" y="12976"/>
                    <a:pt x="8507" y="17246"/>
                    <a:pt x="11042" y="17246"/>
                  </a:cubicBezTo>
                  <a:cubicBezTo>
                    <a:pt x="13544" y="17246"/>
                    <a:pt x="14511" y="14844"/>
                    <a:pt x="15078" y="10575"/>
                  </a:cubicBezTo>
                  <a:cubicBezTo>
                    <a:pt x="15579" y="6472"/>
                    <a:pt x="13444" y="0"/>
                    <a:pt x="13444" y="0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67"/>
            <p:cNvSpPr/>
            <p:nvPr/>
          </p:nvSpPr>
          <p:spPr>
            <a:xfrm>
              <a:off x="3195775" y="2024400"/>
              <a:ext cx="35900" cy="109250"/>
            </a:xfrm>
            <a:custGeom>
              <a:avLst/>
              <a:gdLst/>
              <a:ahLst/>
              <a:cxnLst/>
              <a:rect l="l" t="t" r="r" b="b"/>
              <a:pathLst>
                <a:path w="1436" h="4370" fill="none" extrusionOk="0">
                  <a:moveTo>
                    <a:pt x="435" y="0"/>
                  </a:moveTo>
                  <a:cubicBezTo>
                    <a:pt x="168" y="701"/>
                    <a:pt x="234" y="1468"/>
                    <a:pt x="568" y="2102"/>
                  </a:cubicBezTo>
                  <a:cubicBezTo>
                    <a:pt x="1135" y="3169"/>
                    <a:pt x="1435" y="3536"/>
                    <a:pt x="1235" y="3803"/>
                  </a:cubicBezTo>
                  <a:cubicBezTo>
                    <a:pt x="968" y="4237"/>
                    <a:pt x="401" y="4370"/>
                    <a:pt x="1" y="4103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67"/>
            <p:cNvSpPr/>
            <p:nvPr/>
          </p:nvSpPr>
          <p:spPr>
            <a:xfrm>
              <a:off x="3125725" y="2172825"/>
              <a:ext cx="70075" cy="37550"/>
            </a:xfrm>
            <a:custGeom>
              <a:avLst/>
              <a:gdLst/>
              <a:ahLst/>
              <a:cxnLst/>
              <a:rect l="l" t="t" r="r" b="b"/>
              <a:pathLst>
                <a:path w="2803" h="1502" fill="none" extrusionOk="0">
                  <a:moveTo>
                    <a:pt x="2803" y="735"/>
                  </a:moveTo>
                  <a:cubicBezTo>
                    <a:pt x="2803" y="735"/>
                    <a:pt x="735" y="1502"/>
                    <a:pt x="1" y="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67"/>
            <p:cNvSpPr/>
            <p:nvPr/>
          </p:nvSpPr>
          <p:spPr>
            <a:xfrm>
              <a:off x="3129900" y="2044400"/>
              <a:ext cx="14200" cy="41725"/>
            </a:xfrm>
            <a:custGeom>
              <a:avLst/>
              <a:gdLst/>
              <a:ahLst/>
              <a:cxnLst/>
              <a:rect l="l" t="t" r="r" b="b"/>
              <a:pathLst>
                <a:path w="568" h="1669" extrusionOk="0">
                  <a:moveTo>
                    <a:pt x="268" y="1"/>
                  </a:moveTo>
                  <a:cubicBezTo>
                    <a:pt x="134" y="1"/>
                    <a:pt x="1" y="368"/>
                    <a:pt x="1" y="835"/>
                  </a:cubicBezTo>
                  <a:cubicBezTo>
                    <a:pt x="1" y="1302"/>
                    <a:pt x="134" y="1669"/>
                    <a:pt x="268" y="1669"/>
                  </a:cubicBezTo>
                  <a:cubicBezTo>
                    <a:pt x="434" y="1669"/>
                    <a:pt x="568" y="1268"/>
                    <a:pt x="568" y="835"/>
                  </a:cubicBezTo>
                  <a:cubicBezTo>
                    <a:pt x="568" y="368"/>
                    <a:pt x="434" y="1"/>
                    <a:pt x="2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67"/>
            <p:cNvSpPr/>
            <p:nvPr/>
          </p:nvSpPr>
          <p:spPr>
            <a:xfrm>
              <a:off x="3224150" y="2021050"/>
              <a:ext cx="15025" cy="40900"/>
            </a:xfrm>
            <a:custGeom>
              <a:avLst/>
              <a:gdLst/>
              <a:ahLst/>
              <a:cxnLst/>
              <a:rect l="l" t="t" r="r" b="b"/>
              <a:pathLst>
                <a:path w="601" h="1636" extrusionOk="0">
                  <a:moveTo>
                    <a:pt x="300" y="1"/>
                  </a:moveTo>
                  <a:cubicBezTo>
                    <a:pt x="134" y="1"/>
                    <a:pt x="0" y="368"/>
                    <a:pt x="0" y="835"/>
                  </a:cubicBezTo>
                  <a:cubicBezTo>
                    <a:pt x="0" y="1268"/>
                    <a:pt x="134" y="1635"/>
                    <a:pt x="300" y="1635"/>
                  </a:cubicBezTo>
                  <a:cubicBezTo>
                    <a:pt x="467" y="1635"/>
                    <a:pt x="601" y="1268"/>
                    <a:pt x="601" y="835"/>
                  </a:cubicBezTo>
                  <a:cubicBezTo>
                    <a:pt x="601" y="368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67"/>
            <p:cNvSpPr/>
            <p:nvPr/>
          </p:nvSpPr>
          <p:spPr>
            <a:xfrm>
              <a:off x="3092375" y="1976850"/>
              <a:ext cx="53400" cy="28375"/>
            </a:xfrm>
            <a:custGeom>
              <a:avLst/>
              <a:gdLst/>
              <a:ahLst/>
              <a:cxnLst/>
              <a:rect l="l" t="t" r="r" b="b"/>
              <a:pathLst>
                <a:path w="2136" h="1135" fill="none" extrusionOk="0">
                  <a:moveTo>
                    <a:pt x="1" y="1135"/>
                  </a:moveTo>
                  <a:cubicBezTo>
                    <a:pt x="1" y="1135"/>
                    <a:pt x="401" y="1"/>
                    <a:pt x="2136" y="20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67"/>
            <p:cNvSpPr/>
            <p:nvPr/>
          </p:nvSpPr>
          <p:spPr>
            <a:xfrm>
              <a:off x="3208300" y="1946000"/>
              <a:ext cx="39225" cy="30875"/>
            </a:xfrm>
            <a:custGeom>
              <a:avLst/>
              <a:gdLst/>
              <a:ahLst/>
              <a:cxnLst/>
              <a:rect l="l" t="t" r="r" b="b"/>
              <a:pathLst>
                <a:path w="1569" h="1235" fill="none" extrusionOk="0">
                  <a:moveTo>
                    <a:pt x="0" y="1235"/>
                  </a:moveTo>
                  <a:cubicBezTo>
                    <a:pt x="0" y="1235"/>
                    <a:pt x="501" y="1"/>
                    <a:pt x="1568" y="100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63D3597-B8DE-2280-0F60-9CDB67128162}"/>
              </a:ext>
            </a:extLst>
          </p:cNvPr>
          <p:cNvSpPr txBox="1"/>
          <p:nvPr/>
        </p:nvSpPr>
        <p:spPr>
          <a:xfrm>
            <a:off x="325539" y="1417588"/>
            <a:ext cx="59356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Poppins" panose="00000500000000000000" pitchFamily="2" charset="0"/>
                <a:cs typeface="Poppins" panose="00000500000000000000" pitchFamily="2" charset="0"/>
              </a:rPr>
              <a:t>Scattered Employee Data →</a:t>
            </a: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 Centralizes all HR information in one secure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Poppins" panose="00000500000000000000" pitchFamily="2" charset="0"/>
                <a:cs typeface="Poppins" panose="00000500000000000000" pitchFamily="2" charset="0"/>
              </a:rPr>
              <a:t>Manual Leave Requests →</a:t>
            </a: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 Automates request/approval workflows.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Poppins" panose="00000500000000000000" pitchFamily="2" charset="0"/>
                <a:cs typeface="Poppins" panose="00000500000000000000" pitchFamily="2" charset="0"/>
              </a:rPr>
              <a:t>Weak Attendance Tracking →</a:t>
            </a: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 Provides accurate digital timesheets and attendance logs.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Poppins" panose="00000500000000000000" pitchFamily="2" charset="0"/>
                <a:cs typeface="Poppins" panose="00000500000000000000" pitchFamily="2" charset="0"/>
              </a:rPr>
              <a:t>Slow Recruitment Process →</a:t>
            </a: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 Streamlines candidate tracking and interview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Poppins" panose="00000500000000000000" pitchFamily="2" charset="0"/>
                <a:cs typeface="Poppins" panose="00000500000000000000" pitchFamily="2" charset="0"/>
              </a:rPr>
              <a:t>Unclear Performance Reviews →</a:t>
            </a: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 Offers structured evaluation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Poppins" panose="00000500000000000000" pitchFamily="2" charset="0"/>
                <a:cs typeface="Poppins" panose="00000500000000000000" pitchFamily="2" charset="0"/>
              </a:rPr>
              <a:t>Permission Issues →</a:t>
            </a: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 Ensures secure access using role-based permissions.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latin typeface="Poppins" panose="00000500000000000000" pitchFamily="2" charset="0"/>
                <a:cs typeface="Poppins" panose="00000500000000000000" pitchFamily="2" charset="0"/>
              </a:rPr>
              <a:t>Lack of HR Insights →</a:t>
            </a: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 Generates detailed reports that support data-driven decisions.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4" name="Google Shape;2694;p70"/>
          <p:cNvGrpSpPr/>
          <p:nvPr/>
        </p:nvGrpSpPr>
        <p:grpSpPr>
          <a:xfrm>
            <a:off x="6413829" y="2864113"/>
            <a:ext cx="1977307" cy="1488222"/>
            <a:chOff x="970625" y="780725"/>
            <a:chExt cx="5781600" cy="4351525"/>
          </a:xfrm>
        </p:grpSpPr>
        <p:sp>
          <p:nvSpPr>
            <p:cNvPr id="2695" name="Google Shape;2695;p70"/>
            <p:cNvSpPr/>
            <p:nvPr/>
          </p:nvSpPr>
          <p:spPr>
            <a:xfrm>
              <a:off x="1765725" y="780725"/>
              <a:ext cx="4336525" cy="3388850"/>
            </a:xfrm>
            <a:custGeom>
              <a:avLst/>
              <a:gdLst/>
              <a:ahLst/>
              <a:cxnLst/>
              <a:rect l="l" t="t" r="r" b="b"/>
              <a:pathLst>
                <a:path w="173461" h="135554" extrusionOk="0">
                  <a:moveTo>
                    <a:pt x="116684" y="1"/>
                  </a:moveTo>
                  <a:cubicBezTo>
                    <a:pt x="115570" y="1"/>
                    <a:pt x="114430" y="48"/>
                    <a:pt x="113266" y="146"/>
                  </a:cubicBezTo>
                  <a:cubicBezTo>
                    <a:pt x="90177" y="2065"/>
                    <a:pt x="85202" y="26715"/>
                    <a:pt x="69722" y="38031"/>
                  </a:cubicBezTo>
                  <a:cubicBezTo>
                    <a:pt x="66333" y="40523"/>
                    <a:pt x="61074" y="40996"/>
                    <a:pt x="55446" y="40996"/>
                  </a:cubicBezTo>
                  <a:cubicBezTo>
                    <a:pt x="51991" y="40996"/>
                    <a:pt x="48396" y="40818"/>
                    <a:pt x="45010" y="40818"/>
                  </a:cubicBezTo>
                  <a:cubicBezTo>
                    <a:pt x="40738" y="40818"/>
                    <a:pt x="36797" y="41102"/>
                    <a:pt x="33886" y="42389"/>
                  </a:cubicBezTo>
                  <a:cubicBezTo>
                    <a:pt x="5236" y="55137"/>
                    <a:pt x="0" y="96469"/>
                    <a:pt x="15675" y="115818"/>
                  </a:cubicBezTo>
                  <a:cubicBezTo>
                    <a:pt x="26484" y="129168"/>
                    <a:pt x="41570" y="135554"/>
                    <a:pt x="61921" y="135554"/>
                  </a:cubicBezTo>
                  <a:cubicBezTo>
                    <a:pt x="67102" y="135554"/>
                    <a:pt x="72623" y="135140"/>
                    <a:pt x="78503" y="134322"/>
                  </a:cubicBezTo>
                  <a:cubicBezTo>
                    <a:pt x="107445" y="130289"/>
                    <a:pt x="127933" y="128533"/>
                    <a:pt x="150696" y="104144"/>
                  </a:cubicBezTo>
                  <a:cubicBezTo>
                    <a:pt x="173460" y="79721"/>
                    <a:pt x="165785" y="41088"/>
                    <a:pt x="149721" y="16568"/>
                  </a:cubicBezTo>
                  <a:cubicBezTo>
                    <a:pt x="149721" y="16568"/>
                    <a:pt x="137669" y="1"/>
                    <a:pt x="116684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70"/>
            <p:cNvSpPr/>
            <p:nvPr/>
          </p:nvSpPr>
          <p:spPr>
            <a:xfrm>
              <a:off x="1768138" y="780725"/>
              <a:ext cx="4336525" cy="3388850"/>
            </a:xfrm>
            <a:custGeom>
              <a:avLst/>
              <a:gdLst/>
              <a:ahLst/>
              <a:cxnLst/>
              <a:rect l="l" t="t" r="r" b="b"/>
              <a:pathLst>
                <a:path w="173461" h="135554" extrusionOk="0">
                  <a:moveTo>
                    <a:pt x="116684" y="1"/>
                  </a:moveTo>
                  <a:cubicBezTo>
                    <a:pt x="115570" y="1"/>
                    <a:pt x="114430" y="48"/>
                    <a:pt x="113266" y="146"/>
                  </a:cubicBezTo>
                  <a:cubicBezTo>
                    <a:pt x="90177" y="2065"/>
                    <a:pt x="85202" y="26715"/>
                    <a:pt x="69722" y="38031"/>
                  </a:cubicBezTo>
                  <a:cubicBezTo>
                    <a:pt x="66333" y="40523"/>
                    <a:pt x="61074" y="40996"/>
                    <a:pt x="55446" y="40996"/>
                  </a:cubicBezTo>
                  <a:cubicBezTo>
                    <a:pt x="51991" y="40996"/>
                    <a:pt x="48396" y="40818"/>
                    <a:pt x="45010" y="40818"/>
                  </a:cubicBezTo>
                  <a:cubicBezTo>
                    <a:pt x="40738" y="40818"/>
                    <a:pt x="36797" y="41102"/>
                    <a:pt x="33886" y="42389"/>
                  </a:cubicBezTo>
                  <a:cubicBezTo>
                    <a:pt x="5236" y="55137"/>
                    <a:pt x="0" y="96469"/>
                    <a:pt x="15675" y="115818"/>
                  </a:cubicBezTo>
                  <a:cubicBezTo>
                    <a:pt x="26484" y="129168"/>
                    <a:pt x="41570" y="135554"/>
                    <a:pt x="61921" y="135554"/>
                  </a:cubicBezTo>
                  <a:cubicBezTo>
                    <a:pt x="67102" y="135554"/>
                    <a:pt x="72623" y="135140"/>
                    <a:pt x="78503" y="134322"/>
                  </a:cubicBezTo>
                  <a:cubicBezTo>
                    <a:pt x="107445" y="130289"/>
                    <a:pt x="127933" y="128533"/>
                    <a:pt x="150696" y="104144"/>
                  </a:cubicBezTo>
                  <a:cubicBezTo>
                    <a:pt x="173460" y="79721"/>
                    <a:pt x="165785" y="41088"/>
                    <a:pt x="149721" y="16568"/>
                  </a:cubicBezTo>
                  <a:cubicBezTo>
                    <a:pt x="149721" y="16568"/>
                    <a:pt x="137669" y="1"/>
                    <a:pt x="116684" y="1"/>
                  </a:cubicBezTo>
                  <a:close/>
                </a:path>
              </a:pathLst>
            </a:custGeom>
            <a:solidFill>
              <a:srgbClr val="FFFFFF">
                <a:alpha val="504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70"/>
            <p:cNvSpPr/>
            <p:nvPr/>
          </p:nvSpPr>
          <p:spPr>
            <a:xfrm>
              <a:off x="5734750" y="3060300"/>
              <a:ext cx="1015450" cy="1886600"/>
            </a:xfrm>
            <a:custGeom>
              <a:avLst/>
              <a:gdLst/>
              <a:ahLst/>
              <a:cxnLst/>
              <a:rect l="l" t="t" r="r" b="b"/>
              <a:pathLst>
                <a:path w="40618" h="75464" extrusionOk="0">
                  <a:moveTo>
                    <a:pt x="21459" y="0"/>
                  </a:moveTo>
                  <a:cubicBezTo>
                    <a:pt x="18889" y="0"/>
                    <a:pt x="16964" y="3044"/>
                    <a:pt x="16130" y="5644"/>
                  </a:cubicBezTo>
                  <a:cubicBezTo>
                    <a:pt x="13463" y="13936"/>
                    <a:pt x="14699" y="23107"/>
                    <a:pt x="14732" y="31692"/>
                  </a:cubicBezTo>
                  <a:lnTo>
                    <a:pt x="14732" y="32082"/>
                  </a:lnTo>
                  <a:cubicBezTo>
                    <a:pt x="14504" y="38424"/>
                    <a:pt x="13756" y="45253"/>
                    <a:pt x="14439" y="51561"/>
                  </a:cubicBezTo>
                  <a:lnTo>
                    <a:pt x="14439" y="51561"/>
                  </a:lnTo>
                  <a:cubicBezTo>
                    <a:pt x="14437" y="51548"/>
                    <a:pt x="13972" y="47269"/>
                    <a:pt x="11060" y="47269"/>
                  </a:cubicBezTo>
                  <a:cubicBezTo>
                    <a:pt x="10431" y="47269"/>
                    <a:pt x="9689" y="47468"/>
                    <a:pt x="8813" y="47952"/>
                  </a:cubicBezTo>
                  <a:cubicBezTo>
                    <a:pt x="3838" y="50651"/>
                    <a:pt x="11285" y="64862"/>
                    <a:pt x="11285" y="64862"/>
                  </a:cubicBezTo>
                  <a:cubicBezTo>
                    <a:pt x="11285" y="64862"/>
                    <a:pt x="8383" y="62734"/>
                    <a:pt x="5724" y="62734"/>
                  </a:cubicBezTo>
                  <a:cubicBezTo>
                    <a:pt x="4606" y="62734"/>
                    <a:pt x="3531" y="63111"/>
                    <a:pt x="2732" y="64179"/>
                  </a:cubicBezTo>
                  <a:cubicBezTo>
                    <a:pt x="0" y="67789"/>
                    <a:pt x="6114" y="71854"/>
                    <a:pt x="6114" y="71854"/>
                  </a:cubicBezTo>
                  <a:cubicBezTo>
                    <a:pt x="6114" y="71854"/>
                    <a:pt x="3599" y="71145"/>
                    <a:pt x="1923" y="71145"/>
                  </a:cubicBezTo>
                  <a:cubicBezTo>
                    <a:pt x="1084" y="71145"/>
                    <a:pt x="456" y="71323"/>
                    <a:pt x="456" y="71854"/>
                  </a:cubicBezTo>
                  <a:cubicBezTo>
                    <a:pt x="456" y="73415"/>
                    <a:pt x="2277" y="74780"/>
                    <a:pt x="7447" y="75463"/>
                  </a:cubicBezTo>
                  <a:lnTo>
                    <a:pt x="35414" y="75463"/>
                  </a:lnTo>
                  <a:cubicBezTo>
                    <a:pt x="35414" y="75463"/>
                    <a:pt x="39934" y="72959"/>
                    <a:pt x="39024" y="70260"/>
                  </a:cubicBezTo>
                  <a:cubicBezTo>
                    <a:pt x="38602" y="69009"/>
                    <a:pt x="37361" y="68673"/>
                    <a:pt x="36152" y="68673"/>
                  </a:cubicBezTo>
                  <a:cubicBezTo>
                    <a:pt x="34754" y="68673"/>
                    <a:pt x="33398" y="69122"/>
                    <a:pt x="33398" y="69122"/>
                  </a:cubicBezTo>
                  <a:cubicBezTo>
                    <a:pt x="33398" y="69122"/>
                    <a:pt x="40617" y="60342"/>
                    <a:pt x="40162" y="56504"/>
                  </a:cubicBezTo>
                  <a:cubicBezTo>
                    <a:pt x="40026" y="55361"/>
                    <a:pt x="39108" y="54960"/>
                    <a:pt x="37886" y="54960"/>
                  </a:cubicBezTo>
                  <a:cubicBezTo>
                    <a:pt x="35006" y="54960"/>
                    <a:pt x="30439" y="57187"/>
                    <a:pt x="30439" y="57187"/>
                  </a:cubicBezTo>
                  <a:cubicBezTo>
                    <a:pt x="30439" y="57187"/>
                    <a:pt x="37658" y="38911"/>
                    <a:pt x="36325" y="30781"/>
                  </a:cubicBezTo>
                  <a:cubicBezTo>
                    <a:pt x="35913" y="28338"/>
                    <a:pt x="34928" y="27472"/>
                    <a:pt x="33718" y="27472"/>
                  </a:cubicBezTo>
                  <a:cubicBezTo>
                    <a:pt x="31771" y="27472"/>
                    <a:pt x="29241" y="29713"/>
                    <a:pt x="27577" y="31237"/>
                  </a:cubicBezTo>
                  <a:cubicBezTo>
                    <a:pt x="28227" y="26977"/>
                    <a:pt x="28487" y="22684"/>
                    <a:pt x="28357" y="18391"/>
                  </a:cubicBezTo>
                  <a:cubicBezTo>
                    <a:pt x="28227" y="13318"/>
                    <a:pt x="28618" y="4636"/>
                    <a:pt x="24162" y="1091"/>
                  </a:cubicBezTo>
                  <a:cubicBezTo>
                    <a:pt x="23203" y="324"/>
                    <a:pt x="22297" y="0"/>
                    <a:pt x="21459" y="0"/>
                  </a:cubicBezTo>
                  <a:close/>
                </a:path>
              </a:pathLst>
            </a:custGeom>
            <a:solidFill>
              <a:srgbClr val="FF8D00"/>
            </a:solidFill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70"/>
            <p:cNvSpPr/>
            <p:nvPr/>
          </p:nvSpPr>
          <p:spPr>
            <a:xfrm>
              <a:off x="6219275" y="3390000"/>
              <a:ext cx="51250" cy="1550400"/>
            </a:xfrm>
            <a:custGeom>
              <a:avLst/>
              <a:gdLst/>
              <a:ahLst/>
              <a:cxnLst/>
              <a:rect l="l" t="t" r="r" b="b"/>
              <a:pathLst>
                <a:path w="2050" h="62016" extrusionOk="0">
                  <a:moveTo>
                    <a:pt x="1" y="62015"/>
                  </a:moveTo>
                  <a:lnTo>
                    <a:pt x="205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70"/>
            <p:cNvSpPr/>
            <p:nvPr/>
          </p:nvSpPr>
          <p:spPr>
            <a:xfrm>
              <a:off x="6219275" y="3390000"/>
              <a:ext cx="51250" cy="1550400"/>
            </a:xfrm>
            <a:custGeom>
              <a:avLst/>
              <a:gdLst/>
              <a:ahLst/>
              <a:cxnLst/>
              <a:rect l="l" t="t" r="r" b="b"/>
              <a:pathLst>
                <a:path w="2050" h="62016" fill="none" extrusionOk="0">
                  <a:moveTo>
                    <a:pt x="1" y="62015"/>
                  </a:moveTo>
                  <a:lnTo>
                    <a:pt x="205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70"/>
            <p:cNvSpPr/>
            <p:nvPr/>
          </p:nvSpPr>
          <p:spPr>
            <a:xfrm>
              <a:off x="6247750" y="4044450"/>
              <a:ext cx="265050" cy="248000"/>
            </a:xfrm>
            <a:custGeom>
              <a:avLst/>
              <a:gdLst/>
              <a:ahLst/>
              <a:cxnLst/>
              <a:rect l="l" t="t" r="r" b="b"/>
              <a:pathLst>
                <a:path w="10602" h="9920" extrusionOk="0">
                  <a:moveTo>
                    <a:pt x="0" y="9919"/>
                  </a:moveTo>
                  <a:lnTo>
                    <a:pt x="10602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70"/>
            <p:cNvSpPr/>
            <p:nvPr/>
          </p:nvSpPr>
          <p:spPr>
            <a:xfrm>
              <a:off x="6247750" y="4044450"/>
              <a:ext cx="265050" cy="248000"/>
            </a:xfrm>
            <a:custGeom>
              <a:avLst/>
              <a:gdLst/>
              <a:ahLst/>
              <a:cxnLst/>
              <a:rect l="l" t="t" r="r" b="b"/>
              <a:pathLst>
                <a:path w="10602" h="9920" fill="none" extrusionOk="0">
                  <a:moveTo>
                    <a:pt x="0" y="9919"/>
                  </a:moveTo>
                  <a:lnTo>
                    <a:pt x="10602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70"/>
            <p:cNvSpPr/>
            <p:nvPr/>
          </p:nvSpPr>
          <p:spPr>
            <a:xfrm>
              <a:off x="6372125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extrusionOk="0">
                  <a:moveTo>
                    <a:pt x="1" y="6309"/>
                  </a:moveTo>
                  <a:lnTo>
                    <a:pt x="2244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70"/>
            <p:cNvSpPr/>
            <p:nvPr/>
          </p:nvSpPr>
          <p:spPr>
            <a:xfrm>
              <a:off x="6372125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fill="none" extrusionOk="0">
                  <a:moveTo>
                    <a:pt x="1" y="6309"/>
                  </a:moveTo>
                  <a:lnTo>
                    <a:pt x="2244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70"/>
            <p:cNvSpPr/>
            <p:nvPr/>
          </p:nvSpPr>
          <p:spPr>
            <a:xfrm>
              <a:off x="6028225" y="4484275"/>
              <a:ext cx="202475" cy="219525"/>
            </a:xfrm>
            <a:custGeom>
              <a:avLst/>
              <a:gdLst/>
              <a:ahLst/>
              <a:cxnLst/>
              <a:rect l="l" t="t" r="r" b="b"/>
              <a:pathLst>
                <a:path w="8099" h="8781" extrusionOk="0">
                  <a:moveTo>
                    <a:pt x="1" y="1"/>
                  </a:moveTo>
                  <a:lnTo>
                    <a:pt x="8098" y="87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70"/>
            <p:cNvSpPr/>
            <p:nvPr/>
          </p:nvSpPr>
          <p:spPr>
            <a:xfrm>
              <a:off x="6028225" y="4484275"/>
              <a:ext cx="202475" cy="219525"/>
            </a:xfrm>
            <a:custGeom>
              <a:avLst/>
              <a:gdLst/>
              <a:ahLst/>
              <a:cxnLst/>
              <a:rect l="l" t="t" r="r" b="b"/>
              <a:pathLst>
                <a:path w="8099" h="8781" fill="none" extrusionOk="0">
                  <a:moveTo>
                    <a:pt x="1" y="1"/>
                  </a:moveTo>
                  <a:lnTo>
                    <a:pt x="8098" y="878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70"/>
            <p:cNvSpPr/>
            <p:nvPr/>
          </p:nvSpPr>
          <p:spPr>
            <a:xfrm>
              <a:off x="6230675" y="4607850"/>
              <a:ext cx="339025" cy="174825"/>
            </a:xfrm>
            <a:custGeom>
              <a:avLst/>
              <a:gdLst/>
              <a:ahLst/>
              <a:cxnLst/>
              <a:rect l="l" t="t" r="r" b="b"/>
              <a:pathLst>
                <a:path w="13561" h="6993" extrusionOk="0">
                  <a:moveTo>
                    <a:pt x="13561" y="1"/>
                  </a:moveTo>
                  <a:lnTo>
                    <a:pt x="0" y="69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70"/>
            <p:cNvSpPr/>
            <p:nvPr/>
          </p:nvSpPr>
          <p:spPr>
            <a:xfrm>
              <a:off x="6230675" y="4607850"/>
              <a:ext cx="339025" cy="174825"/>
            </a:xfrm>
            <a:custGeom>
              <a:avLst/>
              <a:gdLst/>
              <a:ahLst/>
              <a:cxnLst/>
              <a:rect l="l" t="t" r="r" b="b"/>
              <a:pathLst>
                <a:path w="13561" h="6993" fill="none" extrusionOk="0">
                  <a:moveTo>
                    <a:pt x="13561" y="1"/>
                  </a:moveTo>
                  <a:lnTo>
                    <a:pt x="0" y="6992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70"/>
            <p:cNvSpPr/>
            <p:nvPr/>
          </p:nvSpPr>
          <p:spPr>
            <a:xfrm>
              <a:off x="63892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extrusionOk="0">
                  <a:moveTo>
                    <a:pt x="1" y="229"/>
                  </a:moveTo>
                  <a:lnTo>
                    <a:pt x="4944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70"/>
            <p:cNvSpPr/>
            <p:nvPr/>
          </p:nvSpPr>
          <p:spPr>
            <a:xfrm>
              <a:off x="63892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fill="none" extrusionOk="0">
                  <a:moveTo>
                    <a:pt x="1" y="229"/>
                  </a:moveTo>
                  <a:lnTo>
                    <a:pt x="4944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70"/>
            <p:cNvSpPr/>
            <p:nvPr/>
          </p:nvSpPr>
          <p:spPr>
            <a:xfrm>
              <a:off x="6219275" y="3390000"/>
              <a:ext cx="51250" cy="1550400"/>
            </a:xfrm>
            <a:custGeom>
              <a:avLst/>
              <a:gdLst/>
              <a:ahLst/>
              <a:cxnLst/>
              <a:rect l="l" t="t" r="r" b="b"/>
              <a:pathLst>
                <a:path w="2050" h="62016" extrusionOk="0">
                  <a:moveTo>
                    <a:pt x="1" y="62015"/>
                  </a:moveTo>
                  <a:lnTo>
                    <a:pt x="2050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70"/>
            <p:cNvSpPr/>
            <p:nvPr/>
          </p:nvSpPr>
          <p:spPr>
            <a:xfrm>
              <a:off x="6219275" y="3390000"/>
              <a:ext cx="51250" cy="1550400"/>
            </a:xfrm>
            <a:custGeom>
              <a:avLst/>
              <a:gdLst/>
              <a:ahLst/>
              <a:cxnLst/>
              <a:rect l="l" t="t" r="r" b="b"/>
              <a:pathLst>
                <a:path w="2050" h="62016" fill="none" extrusionOk="0">
                  <a:moveTo>
                    <a:pt x="1" y="62015"/>
                  </a:moveTo>
                  <a:lnTo>
                    <a:pt x="2050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70"/>
            <p:cNvSpPr/>
            <p:nvPr/>
          </p:nvSpPr>
          <p:spPr>
            <a:xfrm>
              <a:off x="6247750" y="4044450"/>
              <a:ext cx="265050" cy="248000"/>
            </a:xfrm>
            <a:custGeom>
              <a:avLst/>
              <a:gdLst/>
              <a:ahLst/>
              <a:cxnLst/>
              <a:rect l="l" t="t" r="r" b="b"/>
              <a:pathLst>
                <a:path w="10602" h="9920" extrusionOk="0">
                  <a:moveTo>
                    <a:pt x="0" y="9919"/>
                  </a:moveTo>
                  <a:lnTo>
                    <a:pt x="10602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70"/>
            <p:cNvSpPr/>
            <p:nvPr/>
          </p:nvSpPr>
          <p:spPr>
            <a:xfrm>
              <a:off x="6247750" y="4044450"/>
              <a:ext cx="265050" cy="248000"/>
            </a:xfrm>
            <a:custGeom>
              <a:avLst/>
              <a:gdLst/>
              <a:ahLst/>
              <a:cxnLst/>
              <a:rect l="l" t="t" r="r" b="b"/>
              <a:pathLst>
                <a:path w="10602" h="9920" fill="none" extrusionOk="0">
                  <a:moveTo>
                    <a:pt x="0" y="9919"/>
                  </a:moveTo>
                  <a:lnTo>
                    <a:pt x="10602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70"/>
            <p:cNvSpPr/>
            <p:nvPr/>
          </p:nvSpPr>
          <p:spPr>
            <a:xfrm>
              <a:off x="6372125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extrusionOk="0">
                  <a:moveTo>
                    <a:pt x="1" y="6309"/>
                  </a:moveTo>
                  <a:lnTo>
                    <a:pt x="2244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70"/>
            <p:cNvSpPr/>
            <p:nvPr/>
          </p:nvSpPr>
          <p:spPr>
            <a:xfrm>
              <a:off x="6372125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fill="none" extrusionOk="0">
                  <a:moveTo>
                    <a:pt x="1" y="6309"/>
                  </a:moveTo>
                  <a:lnTo>
                    <a:pt x="2244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70"/>
            <p:cNvSpPr/>
            <p:nvPr/>
          </p:nvSpPr>
          <p:spPr>
            <a:xfrm>
              <a:off x="6028225" y="4484275"/>
              <a:ext cx="202475" cy="219525"/>
            </a:xfrm>
            <a:custGeom>
              <a:avLst/>
              <a:gdLst/>
              <a:ahLst/>
              <a:cxnLst/>
              <a:rect l="l" t="t" r="r" b="b"/>
              <a:pathLst>
                <a:path w="8099" h="8781" extrusionOk="0">
                  <a:moveTo>
                    <a:pt x="1" y="1"/>
                  </a:moveTo>
                  <a:lnTo>
                    <a:pt x="8098" y="878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70"/>
            <p:cNvSpPr/>
            <p:nvPr/>
          </p:nvSpPr>
          <p:spPr>
            <a:xfrm>
              <a:off x="6028225" y="4484275"/>
              <a:ext cx="202475" cy="219525"/>
            </a:xfrm>
            <a:custGeom>
              <a:avLst/>
              <a:gdLst/>
              <a:ahLst/>
              <a:cxnLst/>
              <a:rect l="l" t="t" r="r" b="b"/>
              <a:pathLst>
                <a:path w="8099" h="8781" fill="none" extrusionOk="0">
                  <a:moveTo>
                    <a:pt x="1" y="1"/>
                  </a:moveTo>
                  <a:lnTo>
                    <a:pt x="8098" y="878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70"/>
            <p:cNvSpPr/>
            <p:nvPr/>
          </p:nvSpPr>
          <p:spPr>
            <a:xfrm>
              <a:off x="6230675" y="4607850"/>
              <a:ext cx="339025" cy="174825"/>
            </a:xfrm>
            <a:custGeom>
              <a:avLst/>
              <a:gdLst/>
              <a:ahLst/>
              <a:cxnLst/>
              <a:rect l="l" t="t" r="r" b="b"/>
              <a:pathLst>
                <a:path w="13561" h="6993" extrusionOk="0">
                  <a:moveTo>
                    <a:pt x="13561" y="1"/>
                  </a:moveTo>
                  <a:lnTo>
                    <a:pt x="0" y="6992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70"/>
            <p:cNvSpPr/>
            <p:nvPr/>
          </p:nvSpPr>
          <p:spPr>
            <a:xfrm>
              <a:off x="6230675" y="4607850"/>
              <a:ext cx="339025" cy="174825"/>
            </a:xfrm>
            <a:custGeom>
              <a:avLst/>
              <a:gdLst/>
              <a:ahLst/>
              <a:cxnLst/>
              <a:rect l="l" t="t" r="r" b="b"/>
              <a:pathLst>
                <a:path w="13561" h="6993" fill="none" extrusionOk="0">
                  <a:moveTo>
                    <a:pt x="13561" y="1"/>
                  </a:moveTo>
                  <a:lnTo>
                    <a:pt x="0" y="6992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70"/>
            <p:cNvSpPr/>
            <p:nvPr/>
          </p:nvSpPr>
          <p:spPr>
            <a:xfrm>
              <a:off x="63892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extrusionOk="0">
                  <a:moveTo>
                    <a:pt x="1" y="229"/>
                  </a:moveTo>
                  <a:lnTo>
                    <a:pt x="4944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70"/>
            <p:cNvSpPr/>
            <p:nvPr/>
          </p:nvSpPr>
          <p:spPr>
            <a:xfrm>
              <a:off x="63892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fill="none" extrusionOk="0">
                  <a:moveTo>
                    <a:pt x="1" y="229"/>
                  </a:moveTo>
                  <a:lnTo>
                    <a:pt x="4944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70"/>
            <p:cNvSpPr/>
            <p:nvPr/>
          </p:nvSpPr>
          <p:spPr>
            <a:xfrm>
              <a:off x="6219275" y="3390000"/>
              <a:ext cx="51250" cy="1550400"/>
            </a:xfrm>
            <a:custGeom>
              <a:avLst/>
              <a:gdLst/>
              <a:ahLst/>
              <a:cxnLst/>
              <a:rect l="l" t="t" r="r" b="b"/>
              <a:pathLst>
                <a:path w="2050" h="62016" extrusionOk="0">
                  <a:moveTo>
                    <a:pt x="1" y="62015"/>
                  </a:moveTo>
                  <a:lnTo>
                    <a:pt x="205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70"/>
            <p:cNvSpPr/>
            <p:nvPr/>
          </p:nvSpPr>
          <p:spPr>
            <a:xfrm>
              <a:off x="6219275" y="3390000"/>
              <a:ext cx="51250" cy="1550400"/>
            </a:xfrm>
            <a:custGeom>
              <a:avLst/>
              <a:gdLst/>
              <a:ahLst/>
              <a:cxnLst/>
              <a:rect l="l" t="t" r="r" b="b"/>
              <a:pathLst>
                <a:path w="2050" h="62016" fill="none" extrusionOk="0">
                  <a:moveTo>
                    <a:pt x="1" y="62015"/>
                  </a:moveTo>
                  <a:lnTo>
                    <a:pt x="205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70"/>
            <p:cNvSpPr/>
            <p:nvPr/>
          </p:nvSpPr>
          <p:spPr>
            <a:xfrm>
              <a:off x="6247750" y="4044450"/>
              <a:ext cx="265050" cy="248000"/>
            </a:xfrm>
            <a:custGeom>
              <a:avLst/>
              <a:gdLst/>
              <a:ahLst/>
              <a:cxnLst/>
              <a:rect l="l" t="t" r="r" b="b"/>
              <a:pathLst>
                <a:path w="10602" h="9920" extrusionOk="0">
                  <a:moveTo>
                    <a:pt x="0" y="9919"/>
                  </a:moveTo>
                  <a:lnTo>
                    <a:pt x="10602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70"/>
            <p:cNvSpPr/>
            <p:nvPr/>
          </p:nvSpPr>
          <p:spPr>
            <a:xfrm>
              <a:off x="6247750" y="4044450"/>
              <a:ext cx="265050" cy="248000"/>
            </a:xfrm>
            <a:custGeom>
              <a:avLst/>
              <a:gdLst/>
              <a:ahLst/>
              <a:cxnLst/>
              <a:rect l="l" t="t" r="r" b="b"/>
              <a:pathLst>
                <a:path w="10602" h="9920" fill="none" extrusionOk="0">
                  <a:moveTo>
                    <a:pt x="0" y="9919"/>
                  </a:moveTo>
                  <a:lnTo>
                    <a:pt x="10602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70"/>
            <p:cNvSpPr/>
            <p:nvPr/>
          </p:nvSpPr>
          <p:spPr>
            <a:xfrm>
              <a:off x="6372125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extrusionOk="0">
                  <a:moveTo>
                    <a:pt x="1" y="6309"/>
                  </a:moveTo>
                  <a:lnTo>
                    <a:pt x="2244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70"/>
            <p:cNvSpPr/>
            <p:nvPr/>
          </p:nvSpPr>
          <p:spPr>
            <a:xfrm>
              <a:off x="6372125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fill="none" extrusionOk="0">
                  <a:moveTo>
                    <a:pt x="1" y="6309"/>
                  </a:moveTo>
                  <a:lnTo>
                    <a:pt x="2244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70"/>
            <p:cNvSpPr/>
            <p:nvPr/>
          </p:nvSpPr>
          <p:spPr>
            <a:xfrm>
              <a:off x="6028225" y="4484275"/>
              <a:ext cx="202475" cy="219525"/>
            </a:xfrm>
            <a:custGeom>
              <a:avLst/>
              <a:gdLst/>
              <a:ahLst/>
              <a:cxnLst/>
              <a:rect l="l" t="t" r="r" b="b"/>
              <a:pathLst>
                <a:path w="8099" h="8781" extrusionOk="0">
                  <a:moveTo>
                    <a:pt x="1" y="1"/>
                  </a:moveTo>
                  <a:lnTo>
                    <a:pt x="8098" y="87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70"/>
            <p:cNvSpPr/>
            <p:nvPr/>
          </p:nvSpPr>
          <p:spPr>
            <a:xfrm>
              <a:off x="6028225" y="4484275"/>
              <a:ext cx="202475" cy="219525"/>
            </a:xfrm>
            <a:custGeom>
              <a:avLst/>
              <a:gdLst/>
              <a:ahLst/>
              <a:cxnLst/>
              <a:rect l="l" t="t" r="r" b="b"/>
              <a:pathLst>
                <a:path w="8099" h="8781" fill="none" extrusionOk="0">
                  <a:moveTo>
                    <a:pt x="1" y="1"/>
                  </a:moveTo>
                  <a:lnTo>
                    <a:pt x="8098" y="878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70"/>
            <p:cNvSpPr/>
            <p:nvPr/>
          </p:nvSpPr>
          <p:spPr>
            <a:xfrm>
              <a:off x="6230675" y="4607850"/>
              <a:ext cx="339025" cy="174825"/>
            </a:xfrm>
            <a:custGeom>
              <a:avLst/>
              <a:gdLst/>
              <a:ahLst/>
              <a:cxnLst/>
              <a:rect l="l" t="t" r="r" b="b"/>
              <a:pathLst>
                <a:path w="13561" h="6993" extrusionOk="0">
                  <a:moveTo>
                    <a:pt x="13561" y="1"/>
                  </a:moveTo>
                  <a:lnTo>
                    <a:pt x="0" y="69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70"/>
            <p:cNvSpPr/>
            <p:nvPr/>
          </p:nvSpPr>
          <p:spPr>
            <a:xfrm>
              <a:off x="6230675" y="4607850"/>
              <a:ext cx="339025" cy="174825"/>
            </a:xfrm>
            <a:custGeom>
              <a:avLst/>
              <a:gdLst/>
              <a:ahLst/>
              <a:cxnLst/>
              <a:rect l="l" t="t" r="r" b="b"/>
              <a:pathLst>
                <a:path w="13561" h="6993" fill="none" extrusionOk="0">
                  <a:moveTo>
                    <a:pt x="13561" y="1"/>
                  </a:moveTo>
                  <a:lnTo>
                    <a:pt x="0" y="6992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70"/>
            <p:cNvSpPr/>
            <p:nvPr/>
          </p:nvSpPr>
          <p:spPr>
            <a:xfrm>
              <a:off x="63892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extrusionOk="0">
                  <a:moveTo>
                    <a:pt x="1" y="229"/>
                  </a:moveTo>
                  <a:lnTo>
                    <a:pt x="4944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70"/>
            <p:cNvSpPr/>
            <p:nvPr/>
          </p:nvSpPr>
          <p:spPr>
            <a:xfrm>
              <a:off x="63892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fill="none" extrusionOk="0">
                  <a:moveTo>
                    <a:pt x="1" y="229"/>
                  </a:moveTo>
                  <a:lnTo>
                    <a:pt x="4944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70"/>
            <p:cNvSpPr/>
            <p:nvPr/>
          </p:nvSpPr>
          <p:spPr>
            <a:xfrm>
              <a:off x="5251025" y="4342000"/>
              <a:ext cx="250425" cy="570750"/>
            </a:xfrm>
            <a:custGeom>
              <a:avLst/>
              <a:gdLst/>
              <a:ahLst/>
              <a:cxnLst/>
              <a:rect l="l" t="t" r="r" b="b"/>
              <a:pathLst>
                <a:path w="10017" h="22830" extrusionOk="0">
                  <a:moveTo>
                    <a:pt x="5008" y="1"/>
                  </a:moveTo>
                  <a:cubicBezTo>
                    <a:pt x="5008" y="1"/>
                    <a:pt x="0" y="5106"/>
                    <a:pt x="0" y="11415"/>
                  </a:cubicBezTo>
                  <a:cubicBezTo>
                    <a:pt x="0" y="17724"/>
                    <a:pt x="5008" y="22830"/>
                    <a:pt x="5008" y="22830"/>
                  </a:cubicBezTo>
                  <a:cubicBezTo>
                    <a:pt x="5008" y="22830"/>
                    <a:pt x="10016" y="17724"/>
                    <a:pt x="10016" y="11415"/>
                  </a:cubicBezTo>
                  <a:cubicBezTo>
                    <a:pt x="10016" y="5106"/>
                    <a:pt x="5008" y="1"/>
                    <a:pt x="5008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70"/>
            <p:cNvSpPr/>
            <p:nvPr/>
          </p:nvSpPr>
          <p:spPr>
            <a:xfrm>
              <a:off x="5103875" y="4698900"/>
              <a:ext cx="230100" cy="247175"/>
            </a:xfrm>
            <a:custGeom>
              <a:avLst/>
              <a:gdLst/>
              <a:ahLst/>
              <a:cxnLst/>
              <a:rect l="l" t="t" r="r" b="b"/>
              <a:pathLst>
                <a:path w="9204" h="9887" extrusionOk="0">
                  <a:moveTo>
                    <a:pt x="195" y="1"/>
                  </a:moveTo>
                  <a:cubicBezTo>
                    <a:pt x="195" y="1"/>
                    <a:pt x="0" y="4131"/>
                    <a:pt x="2439" y="6862"/>
                  </a:cubicBezTo>
                  <a:cubicBezTo>
                    <a:pt x="4878" y="9594"/>
                    <a:pt x="8975" y="9887"/>
                    <a:pt x="8975" y="9887"/>
                  </a:cubicBezTo>
                  <a:cubicBezTo>
                    <a:pt x="8975" y="9887"/>
                    <a:pt x="9203" y="5757"/>
                    <a:pt x="6764" y="3025"/>
                  </a:cubicBezTo>
                  <a:cubicBezTo>
                    <a:pt x="4358" y="294"/>
                    <a:pt x="195" y="1"/>
                    <a:pt x="195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70"/>
            <p:cNvSpPr/>
            <p:nvPr/>
          </p:nvSpPr>
          <p:spPr>
            <a:xfrm>
              <a:off x="5419300" y="4703775"/>
              <a:ext cx="230925" cy="237425"/>
            </a:xfrm>
            <a:custGeom>
              <a:avLst/>
              <a:gdLst/>
              <a:ahLst/>
              <a:cxnLst/>
              <a:rect l="l" t="t" r="r" b="b"/>
              <a:pathLst>
                <a:path w="9237" h="9497" extrusionOk="0">
                  <a:moveTo>
                    <a:pt x="9236" y="1"/>
                  </a:moveTo>
                  <a:cubicBezTo>
                    <a:pt x="9236" y="1"/>
                    <a:pt x="5106" y="99"/>
                    <a:pt x="2537" y="2733"/>
                  </a:cubicBezTo>
                  <a:cubicBezTo>
                    <a:pt x="1" y="5367"/>
                    <a:pt x="1" y="9497"/>
                    <a:pt x="1" y="9497"/>
                  </a:cubicBezTo>
                  <a:cubicBezTo>
                    <a:pt x="1" y="9497"/>
                    <a:pt x="4163" y="9399"/>
                    <a:pt x="6700" y="6765"/>
                  </a:cubicBezTo>
                  <a:cubicBezTo>
                    <a:pt x="9236" y="4131"/>
                    <a:pt x="9236" y="1"/>
                    <a:pt x="9236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70"/>
            <p:cNvSpPr/>
            <p:nvPr/>
          </p:nvSpPr>
          <p:spPr>
            <a:xfrm>
              <a:off x="5376225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70"/>
            <p:cNvSpPr/>
            <p:nvPr/>
          </p:nvSpPr>
          <p:spPr>
            <a:xfrm>
              <a:off x="5376225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fill="none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70"/>
            <p:cNvSpPr/>
            <p:nvPr/>
          </p:nvSpPr>
          <p:spPr>
            <a:xfrm>
              <a:off x="53063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extrusionOk="0">
                  <a:moveTo>
                    <a:pt x="2797" y="2439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70"/>
            <p:cNvSpPr/>
            <p:nvPr/>
          </p:nvSpPr>
          <p:spPr>
            <a:xfrm>
              <a:off x="53063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fill="none" extrusionOk="0">
                  <a:moveTo>
                    <a:pt x="2797" y="2439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70"/>
            <p:cNvSpPr/>
            <p:nvPr/>
          </p:nvSpPr>
          <p:spPr>
            <a:xfrm>
              <a:off x="5377025" y="4513550"/>
              <a:ext cx="87025" cy="125225"/>
            </a:xfrm>
            <a:custGeom>
              <a:avLst/>
              <a:gdLst/>
              <a:ahLst/>
              <a:cxnLst/>
              <a:rect l="l" t="t" r="r" b="b"/>
              <a:pathLst>
                <a:path w="3481" h="5009" extrusionOk="0">
                  <a:moveTo>
                    <a:pt x="1" y="5008"/>
                  </a:moveTo>
                  <a:lnTo>
                    <a:pt x="348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70"/>
            <p:cNvSpPr/>
            <p:nvPr/>
          </p:nvSpPr>
          <p:spPr>
            <a:xfrm>
              <a:off x="5377025" y="4513550"/>
              <a:ext cx="87025" cy="125225"/>
            </a:xfrm>
            <a:custGeom>
              <a:avLst/>
              <a:gdLst/>
              <a:ahLst/>
              <a:cxnLst/>
              <a:rect l="l" t="t" r="r" b="b"/>
              <a:pathLst>
                <a:path w="3481" h="5009" fill="none" extrusionOk="0">
                  <a:moveTo>
                    <a:pt x="1" y="5008"/>
                  </a:moveTo>
                  <a:lnTo>
                    <a:pt x="348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70"/>
            <p:cNvSpPr/>
            <p:nvPr/>
          </p:nvSpPr>
          <p:spPr>
            <a:xfrm>
              <a:off x="5272975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extrusionOk="0">
                  <a:moveTo>
                    <a:pt x="4130" y="3675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70"/>
            <p:cNvSpPr/>
            <p:nvPr/>
          </p:nvSpPr>
          <p:spPr>
            <a:xfrm>
              <a:off x="5272975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fill="none" extrusionOk="0">
                  <a:moveTo>
                    <a:pt x="4130" y="3675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70"/>
            <p:cNvSpPr/>
            <p:nvPr/>
          </p:nvSpPr>
          <p:spPr>
            <a:xfrm>
              <a:off x="5377025" y="4676150"/>
              <a:ext cx="102475" cy="90250"/>
            </a:xfrm>
            <a:custGeom>
              <a:avLst/>
              <a:gdLst/>
              <a:ahLst/>
              <a:cxnLst/>
              <a:rect l="l" t="t" r="r" b="b"/>
              <a:pathLst>
                <a:path w="4099" h="3610" extrusionOk="0">
                  <a:moveTo>
                    <a:pt x="1" y="3610"/>
                  </a:moveTo>
                  <a:lnTo>
                    <a:pt x="4098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70"/>
            <p:cNvSpPr/>
            <p:nvPr/>
          </p:nvSpPr>
          <p:spPr>
            <a:xfrm>
              <a:off x="5377025" y="4676150"/>
              <a:ext cx="102475" cy="90250"/>
            </a:xfrm>
            <a:custGeom>
              <a:avLst/>
              <a:gdLst/>
              <a:ahLst/>
              <a:cxnLst/>
              <a:rect l="l" t="t" r="r" b="b"/>
              <a:pathLst>
                <a:path w="4099" h="3610" fill="none" extrusionOk="0">
                  <a:moveTo>
                    <a:pt x="1" y="3610"/>
                  </a:moveTo>
                  <a:lnTo>
                    <a:pt x="4098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70"/>
            <p:cNvSpPr/>
            <p:nvPr/>
          </p:nvSpPr>
          <p:spPr>
            <a:xfrm>
              <a:off x="5297350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extrusionOk="0">
                  <a:moveTo>
                    <a:pt x="3188" y="2538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70"/>
            <p:cNvSpPr/>
            <p:nvPr/>
          </p:nvSpPr>
          <p:spPr>
            <a:xfrm>
              <a:off x="5297350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fill="none" extrusionOk="0">
                  <a:moveTo>
                    <a:pt x="3188" y="2538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70"/>
            <p:cNvSpPr/>
            <p:nvPr/>
          </p:nvSpPr>
          <p:spPr>
            <a:xfrm>
              <a:off x="5108750" y="4698900"/>
              <a:ext cx="220325" cy="247175"/>
            </a:xfrm>
            <a:custGeom>
              <a:avLst/>
              <a:gdLst/>
              <a:ahLst/>
              <a:cxnLst/>
              <a:rect l="l" t="t" r="r" b="b"/>
              <a:pathLst>
                <a:path w="8813" h="9887" extrusionOk="0">
                  <a:moveTo>
                    <a:pt x="8813" y="9887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70"/>
            <p:cNvSpPr/>
            <p:nvPr/>
          </p:nvSpPr>
          <p:spPr>
            <a:xfrm>
              <a:off x="5108750" y="4698900"/>
              <a:ext cx="220325" cy="247175"/>
            </a:xfrm>
            <a:custGeom>
              <a:avLst/>
              <a:gdLst/>
              <a:ahLst/>
              <a:cxnLst/>
              <a:rect l="l" t="t" r="r" b="b"/>
              <a:pathLst>
                <a:path w="8813" h="9887" fill="none" extrusionOk="0">
                  <a:moveTo>
                    <a:pt x="8813" y="9887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70"/>
            <p:cNvSpPr/>
            <p:nvPr/>
          </p:nvSpPr>
          <p:spPr>
            <a:xfrm>
              <a:off x="5133125" y="4786700"/>
              <a:ext cx="53675" cy="25"/>
            </a:xfrm>
            <a:custGeom>
              <a:avLst/>
              <a:gdLst/>
              <a:ahLst/>
              <a:cxnLst/>
              <a:rect l="l" t="t" r="r" b="b"/>
              <a:pathLst>
                <a:path w="2147" h="1" extrusionOk="0">
                  <a:moveTo>
                    <a:pt x="2147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70"/>
            <p:cNvSpPr/>
            <p:nvPr/>
          </p:nvSpPr>
          <p:spPr>
            <a:xfrm>
              <a:off x="5133125" y="4786700"/>
              <a:ext cx="53675" cy="25"/>
            </a:xfrm>
            <a:custGeom>
              <a:avLst/>
              <a:gdLst/>
              <a:ahLst/>
              <a:cxnLst/>
              <a:rect l="l" t="t" r="r" b="b"/>
              <a:pathLst>
                <a:path w="2147" h="1" fill="none" extrusionOk="0">
                  <a:moveTo>
                    <a:pt x="2147" y="1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70"/>
            <p:cNvSpPr/>
            <p:nvPr/>
          </p:nvSpPr>
          <p:spPr>
            <a:xfrm>
              <a:off x="5212800" y="4739550"/>
              <a:ext cx="11400" cy="87825"/>
            </a:xfrm>
            <a:custGeom>
              <a:avLst/>
              <a:gdLst/>
              <a:ahLst/>
              <a:cxnLst/>
              <a:rect l="l" t="t" r="r" b="b"/>
              <a:pathLst>
                <a:path w="456" h="3513" extrusionOk="0">
                  <a:moveTo>
                    <a:pt x="456" y="3513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70"/>
            <p:cNvSpPr/>
            <p:nvPr/>
          </p:nvSpPr>
          <p:spPr>
            <a:xfrm>
              <a:off x="5212800" y="4739550"/>
              <a:ext cx="11400" cy="87825"/>
            </a:xfrm>
            <a:custGeom>
              <a:avLst/>
              <a:gdLst/>
              <a:ahLst/>
              <a:cxnLst/>
              <a:rect l="l" t="t" r="r" b="b"/>
              <a:pathLst>
                <a:path w="456" h="3513" fill="none" extrusionOk="0">
                  <a:moveTo>
                    <a:pt x="456" y="3513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70"/>
            <p:cNvSpPr/>
            <p:nvPr/>
          </p:nvSpPr>
          <p:spPr>
            <a:xfrm>
              <a:off x="5164025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extrusionOk="0">
                  <a:moveTo>
                    <a:pt x="322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70"/>
            <p:cNvSpPr/>
            <p:nvPr/>
          </p:nvSpPr>
          <p:spPr>
            <a:xfrm>
              <a:off x="5164025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fill="none" extrusionOk="0">
                  <a:moveTo>
                    <a:pt x="3220" y="0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70"/>
            <p:cNvSpPr/>
            <p:nvPr/>
          </p:nvSpPr>
          <p:spPr>
            <a:xfrm>
              <a:off x="5272975" y="4803775"/>
              <a:ext cx="8950" cy="78900"/>
            </a:xfrm>
            <a:custGeom>
              <a:avLst/>
              <a:gdLst/>
              <a:ahLst/>
              <a:cxnLst/>
              <a:rect l="l" t="t" r="r" b="b"/>
              <a:pathLst>
                <a:path w="358" h="3156" extrusionOk="0">
                  <a:moveTo>
                    <a:pt x="0" y="3155"/>
                  </a:moveTo>
                  <a:lnTo>
                    <a:pt x="358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70"/>
            <p:cNvSpPr/>
            <p:nvPr/>
          </p:nvSpPr>
          <p:spPr>
            <a:xfrm>
              <a:off x="5272975" y="4803775"/>
              <a:ext cx="8950" cy="78900"/>
            </a:xfrm>
            <a:custGeom>
              <a:avLst/>
              <a:gdLst/>
              <a:ahLst/>
              <a:cxnLst/>
              <a:rect l="l" t="t" r="r" b="b"/>
              <a:pathLst>
                <a:path w="358" h="3156" fill="none" extrusionOk="0">
                  <a:moveTo>
                    <a:pt x="0" y="3155"/>
                  </a:moveTo>
                  <a:lnTo>
                    <a:pt x="358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70"/>
            <p:cNvSpPr/>
            <p:nvPr/>
          </p:nvSpPr>
          <p:spPr>
            <a:xfrm>
              <a:off x="5238000" y="4909475"/>
              <a:ext cx="59375" cy="4100"/>
            </a:xfrm>
            <a:custGeom>
              <a:avLst/>
              <a:gdLst/>
              <a:ahLst/>
              <a:cxnLst/>
              <a:rect l="l" t="t" r="r" b="b"/>
              <a:pathLst>
                <a:path w="2375" h="164" extrusionOk="0">
                  <a:moveTo>
                    <a:pt x="2375" y="0"/>
                  </a:moveTo>
                  <a:lnTo>
                    <a:pt x="1" y="16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70"/>
            <p:cNvSpPr/>
            <p:nvPr/>
          </p:nvSpPr>
          <p:spPr>
            <a:xfrm>
              <a:off x="5238000" y="4909475"/>
              <a:ext cx="59375" cy="4100"/>
            </a:xfrm>
            <a:custGeom>
              <a:avLst/>
              <a:gdLst/>
              <a:ahLst/>
              <a:cxnLst/>
              <a:rect l="l" t="t" r="r" b="b"/>
              <a:pathLst>
                <a:path w="2375" h="164" fill="none" extrusionOk="0">
                  <a:moveTo>
                    <a:pt x="2375" y="0"/>
                  </a:moveTo>
                  <a:lnTo>
                    <a:pt x="1" y="163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70"/>
            <p:cNvSpPr/>
            <p:nvPr/>
          </p:nvSpPr>
          <p:spPr>
            <a:xfrm>
              <a:off x="5419300" y="4703775"/>
              <a:ext cx="230925" cy="237425"/>
            </a:xfrm>
            <a:custGeom>
              <a:avLst/>
              <a:gdLst/>
              <a:ahLst/>
              <a:cxnLst/>
              <a:rect l="l" t="t" r="r" b="b"/>
              <a:pathLst>
                <a:path w="9237" h="9497" extrusionOk="0">
                  <a:moveTo>
                    <a:pt x="1" y="9497"/>
                  </a:moveTo>
                  <a:lnTo>
                    <a:pt x="923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70"/>
            <p:cNvSpPr/>
            <p:nvPr/>
          </p:nvSpPr>
          <p:spPr>
            <a:xfrm>
              <a:off x="5419300" y="4703775"/>
              <a:ext cx="230925" cy="237425"/>
            </a:xfrm>
            <a:custGeom>
              <a:avLst/>
              <a:gdLst/>
              <a:ahLst/>
              <a:cxnLst/>
              <a:rect l="l" t="t" r="r" b="b"/>
              <a:pathLst>
                <a:path w="9237" h="9497" fill="none" extrusionOk="0">
                  <a:moveTo>
                    <a:pt x="1" y="9497"/>
                  </a:moveTo>
                  <a:lnTo>
                    <a:pt x="9236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70"/>
            <p:cNvSpPr/>
            <p:nvPr/>
          </p:nvSpPr>
          <p:spPr>
            <a:xfrm>
              <a:off x="5564025" y="4734675"/>
              <a:ext cx="4075" cy="53675"/>
            </a:xfrm>
            <a:custGeom>
              <a:avLst/>
              <a:gdLst/>
              <a:ahLst/>
              <a:cxnLst/>
              <a:rect l="l" t="t" r="r" b="b"/>
              <a:pathLst>
                <a:path w="163" h="2147" extrusionOk="0">
                  <a:moveTo>
                    <a:pt x="163" y="2147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70"/>
            <p:cNvSpPr/>
            <p:nvPr/>
          </p:nvSpPr>
          <p:spPr>
            <a:xfrm>
              <a:off x="5564025" y="4734675"/>
              <a:ext cx="4075" cy="53675"/>
            </a:xfrm>
            <a:custGeom>
              <a:avLst/>
              <a:gdLst/>
              <a:ahLst/>
              <a:cxnLst/>
              <a:rect l="l" t="t" r="r" b="b"/>
              <a:pathLst>
                <a:path w="163" h="2147" fill="none" extrusionOk="0">
                  <a:moveTo>
                    <a:pt x="163" y="2147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70"/>
            <p:cNvSpPr/>
            <p:nvPr/>
          </p:nvSpPr>
          <p:spPr>
            <a:xfrm>
              <a:off x="5530675" y="4810300"/>
              <a:ext cx="87025" cy="17900"/>
            </a:xfrm>
            <a:custGeom>
              <a:avLst/>
              <a:gdLst/>
              <a:ahLst/>
              <a:cxnLst/>
              <a:rect l="l" t="t" r="r" b="b"/>
              <a:pathLst>
                <a:path w="3481" h="716" extrusionOk="0">
                  <a:moveTo>
                    <a:pt x="1" y="715"/>
                  </a:moveTo>
                  <a:lnTo>
                    <a:pt x="348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70"/>
            <p:cNvSpPr/>
            <p:nvPr/>
          </p:nvSpPr>
          <p:spPr>
            <a:xfrm>
              <a:off x="5530675" y="4810300"/>
              <a:ext cx="87025" cy="17900"/>
            </a:xfrm>
            <a:custGeom>
              <a:avLst/>
              <a:gdLst/>
              <a:ahLst/>
              <a:cxnLst/>
              <a:rect l="l" t="t" r="r" b="b"/>
              <a:pathLst>
                <a:path w="3481" h="716" fill="none" extrusionOk="0">
                  <a:moveTo>
                    <a:pt x="1" y="715"/>
                  </a:moveTo>
                  <a:lnTo>
                    <a:pt x="348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70"/>
            <p:cNvSpPr/>
            <p:nvPr/>
          </p:nvSpPr>
          <p:spPr>
            <a:xfrm>
              <a:off x="550222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extrusionOk="0">
                  <a:moveTo>
                    <a:pt x="228" y="3219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70"/>
            <p:cNvSpPr/>
            <p:nvPr/>
          </p:nvSpPr>
          <p:spPr>
            <a:xfrm>
              <a:off x="550222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fill="none" extrusionOk="0">
                  <a:moveTo>
                    <a:pt x="228" y="3219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70"/>
            <p:cNvSpPr/>
            <p:nvPr/>
          </p:nvSpPr>
          <p:spPr>
            <a:xfrm>
              <a:off x="5478650" y="4881025"/>
              <a:ext cx="79700" cy="3275"/>
            </a:xfrm>
            <a:custGeom>
              <a:avLst/>
              <a:gdLst/>
              <a:ahLst/>
              <a:cxnLst/>
              <a:rect l="l" t="t" r="r" b="b"/>
              <a:pathLst>
                <a:path w="3188" h="131" extrusionOk="0">
                  <a:moveTo>
                    <a:pt x="1" y="0"/>
                  </a:moveTo>
                  <a:lnTo>
                    <a:pt x="3187" y="13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70"/>
            <p:cNvSpPr/>
            <p:nvPr/>
          </p:nvSpPr>
          <p:spPr>
            <a:xfrm>
              <a:off x="5478650" y="4881025"/>
              <a:ext cx="79700" cy="3275"/>
            </a:xfrm>
            <a:custGeom>
              <a:avLst/>
              <a:gdLst/>
              <a:ahLst/>
              <a:cxnLst/>
              <a:rect l="l" t="t" r="r" b="b"/>
              <a:pathLst>
                <a:path w="3188" h="131" fill="none" extrusionOk="0">
                  <a:moveTo>
                    <a:pt x="1" y="0"/>
                  </a:moveTo>
                  <a:lnTo>
                    <a:pt x="3187" y="13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70"/>
            <p:cNvSpPr/>
            <p:nvPr/>
          </p:nvSpPr>
          <p:spPr>
            <a:xfrm>
              <a:off x="5446125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extrusionOk="0">
                  <a:moveTo>
                    <a:pt x="293" y="2342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70"/>
            <p:cNvSpPr/>
            <p:nvPr/>
          </p:nvSpPr>
          <p:spPr>
            <a:xfrm>
              <a:off x="5446125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fill="none" extrusionOk="0">
                  <a:moveTo>
                    <a:pt x="293" y="2342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70"/>
            <p:cNvSpPr/>
            <p:nvPr/>
          </p:nvSpPr>
          <p:spPr>
            <a:xfrm>
              <a:off x="5376225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70"/>
            <p:cNvSpPr/>
            <p:nvPr/>
          </p:nvSpPr>
          <p:spPr>
            <a:xfrm>
              <a:off x="5376225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fill="none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70"/>
            <p:cNvSpPr/>
            <p:nvPr/>
          </p:nvSpPr>
          <p:spPr>
            <a:xfrm>
              <a:off x="53063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extrusionOk="0">
                  <a:moveTo>
                    <a:pt x="2797" y="2439"/>
                  </a:moveTo>
                  <a:lnTo>
                    <a:pt x="0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70"/>
            <p:cNvSpPr/>
            <p:nvPr/>
          </p:nvSpPr>
          <p:spPr>
            <a:xfrm>
              <a:off x="53063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fill="none" extrusionOk="0">
                  <a:moveTo>
                    <a:pt x="2797" y="2439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70"/>
            <p:cNvSpPr/>
            <p:nvPr/>
          </p:nvSpPr>
          <p:spPr>
            <a:xfrm>
              <a:off x="5377025" y="4513550"/>
              <a:ext cx="87025" cy="125225"/>
            </a:xfrm>
            <a:custGeom>
              <a:avLst/>
              <a:gdLst/>
              <a:ahLst/>
              <a:cxnLst/>
              <a:rect l="l" t="t" r="r" b="b"/>
              <a:pathLst>
                <a:path w="3481" h="5009" extrusionOk="0">
                  <a:moveTo>
                    <a:pt x="1" y="5008"/>
                  </a:moveTo>
                  <a:lnTo>
                    <a:pt x="3480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70"/>
            <p:cNvSpPr/>
            <p:nvPr/>
          </p:nvSpPr>
          <p:spPr>
            <a:xfrm>
              <a:off x="5377025" y="4513550"/>
              <a:ext cx="87025" cy="125225"/>
            </a:xfrm>
            <a:custGeom>
              <a:avLst/>
              <a:gdLst/>
              <a:ahLst/>
              <a:cxnLst/>
              <a:rect l="l" t="t" r="r" b="b"/>
              <a:pathLst>
                <a:path w="3481" h="5009" fill="none" extrusionOk="0">
                  <a:moveTo>
                    <a:pt x="1" y="5008"/>
                  </a:moveTo>
                  <a:lnTo>
                    <a:pt x="3480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70"/>
            <p:cNvSpPr/>
            <p:nvPr/>
          </p:nvSpPr>
          <p:spPr>
            <a:xfrm>
              <a:off x="5272975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extrusionOk="0">
                  <a:moveTo>
                    <a:pt x="4130" y="3675"/>
                  </a:moveTo>
                  <a:lnTo>
                    <a:pt x="0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70"/>
            <p:cNvSpPr/>
            <p:nvPr/>
          </p:nvSpPr>
          <p:spPr>
            <a:xfrm>
              <a:off x="5272975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fill="none" extrusionOk="0">
                  <a:moveTo>
                    <a:pt x="4130" y="3675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70"/>
            <p:cNvSpPr/>
            <p:nvPr/>
          </p:nvSpPr>
          <p:spPr>
            <a:xfrm>
              <a:off x="5377025" y="4676150"/>
              <a:ext cx="102475" cy="90250"/>
            </a:xfrm>
            <a:custGeom>
              <a:avLst/>
              <a:gdLst/>
              <a:ahLst/>
              <a:cxnLst/>
              <a:rect l="l" t="t" r="r" b="b"/>
              <a:pathLst>
                <a:path w="4099" h="3610" extrusionOk="0">
                  <a:moveTo>
                    <a:pt x="1" y="3610"/>
                  </a:moveTo>
                  <a:lnTo>
                    <a:pt x="4098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70"/>
            <p:cNvSpPr/>
            <p:nvPr/>
          </p:nvSpPr>
          <p:spPr>
            <a:xfrm>
              <a:off x="5377025" y="4676150"/>
              <a:ext cx="102475" cy="90250"/>
            </a:xfrm>
            <a:custGeom>
              <a:avLst/>
              <a:gdLst/>
              <a:ahLst/>
              <a:cxnLst/>
              <a:rect l="l" t="t" r="r" b="b"/>
              <a:pathLst>
                <a:path w="4099" h="3610" fill="none" extrusionOk="0">
                  <a:moveTo>
                    <a:pt x="1" y="3610"/>
                  </a:moveTo>
                  <a:lnTo>
                    <a:pt x="4098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70"/>
            <p:cNvSpPr/>
            <p:nvPr/>
          </p:nvSpPr>
          <p:spPr>
            <a:xfrm>
              <a:off x="5297350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extrusionOk="0">
                  <a:moveTo>
                    <a:pt x="3188" y="2538"/>
                  </a:moveTo>
                  <a:lnTo>
                    <a:pt x="1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70"/>
            <p:cNvSpPr/>
            <p:nvPr/>
          </p:nvSpPr>
          <p:spPr>
            <a:xfrm>
              <a:off x="5297350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fill="none" extrusionOk="0">
                  <a:moveTo>
                    <a:pt x="3188" y="2538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70"/>
            <p:cNvSpPr/>
            <p:nvPr/>
          </p:nvSpPr>
          <p:spPr>
            <a:xfrm>
              <a:off x="5376225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70"/>
            <p:cNvSpPr/>
            <p:nvPr/>
          </p:nvSpPr>
          <p:spPr>
            <a:xfrm>
              <a:off x="5376225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fill="none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70"/>
            <p:cNvSpPr/>
            <p:nvPr/>
          </p:nvSpPr>
          <p:spPr>
            <a:xfrm>
              <a:off x="53063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extrusionOk="0">
                  <a:moveTo>
                    <a:pt x="2797" y="2439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70"/>
            <p:cNvSpPr/>
            <p:nvPr/>
          </p:nvSpPr>
          <p:spPr>
            <a:xfrm>
              <a:off x="53063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fill="none" extrusionOk="0">
                  <a:moveTo>
                    <a:pt x="2797" y="2439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70"/>
            <p:cNvSpPr/>
            <p:nvPr/>
          </p:nvSpPr>
          <p:spPr>
            <a:xfrm>
              <a:off x="5377025" y="4513550"/>
              <a:ext cx="87025" cy="125225"/>
            </a:xfrm>
            <a:custGeom>
              <a:avLst/>
              <a:gdLst/>
              <a:ahLst/>
              <a:cxnLst/>
              <a:rect l="l" t="t" r="r" b="b"/>
              <a:pathLst>
                <a:path w="3481" h="5009" extrusionOk="0">
                  <a:moveTo>
                    <a:pt x="1" y="5008"/>
                  </a:moveTo>
                  <a:lnTo>
                    <a:pt x="348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70"/>
            <p:cNvSpPr/>
            <p:nvPr/>
          </p:nvSpPr>
          <p:spPr>
            <a:xfrm>
              <a:off x="5377025" y="4513550"/>
              <a:ext cx="87025" cy="125225"/>
            </a:xfrm>
            <a:custGeom>
              <a:avLst/>
              <a:gdLst/>
              <a:ahLst/>
              <a:cxnLst/>
              <a:rect l="l" t="t" r="r" b="b"/>
              <a:pathLst>
                <a:path w="3481" h="5009" fill="none" extrusionOk="0">
                  <a:moveTo>
                    <a:pt x="1" y="5008"/>
                  </a:moveTo>
                  <a:lnTo>
                    <a:pt x="348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70"/>
            <p:cNvSpPr/>
            <p:nvPr/>
          </p:nvSpPr>
          <p:spPr>
            <a:xfrm>
              <a:off x="5272975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extrusionOk="0">
                  <a:moveTo>
                    <a:pt x="4130" y="3675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70"/>
            <p:cNvSpPr/>
            <p:nvPr/>
          </p:nvSpPr>
          <p:spPr>
            <a:xfrm>
              <a:off x="5272975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fill="none" extrusionOk="0">
                  <a:moveTo>
                    <a:pt x="4130" y="3675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70"/>
            <p:cNvSpPr/>
            <p:nvPr/>
          </p:nvSpPr>
          <p:spPr>
            <a:xfrm>
              <a:off x="5377025" y="4676150"/>
              <a:ext cx="102475" cy="90250"/>
            </a:xfrm>
            <a:custGeom>
              <a:avLst/>
              <a:gdLst/>
              <a:ahLst/>
              <a:cxnLst/>
              <a:rect l="l" t="t" r="r" b="b"/>
              <a:pathLst>
                <a:path w="4099" h="3610" extrusionOk="0">
                  <a:moveTo>
                    <a:pt x="1" y="3610"/>
                  </a:moveTo>
                  <a:lnTo>
                    <a:pt x="4098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70"/>
            <p:cNvSpPr/>
            <p:nvPr/>
          </p:nvSpPr>
          <p:spPr>
            <a:xfrm>
              <a:off x="5377025" y="4676150"/>
              <a:ext cx="102475" cy="90250"/>
            </a:xfrm>
            <a:custGeom>
              <a:avLst/>
              <a:gdLst/>
              <a:ahLst/>
              <a:cxnLst/>
              <a:rect l="l" t="t" r="r" b="b"/>
              <a:pathLst>
                <a:path w="4099" h="3610" fill="none" extrusionOk="0">
                  <a:moveTo>
                    <a:pt x="1" y="3610"/>
                  </a:moveTo>
                  <a:lnTo>
                    <a:pt x="4098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70"/>
            <p:cNvSpPr/>
            <p:nvPr/>
          </p:nvSpPr>
          <p:spPr>
            <a:xfrm>
              <a:off x="5297350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extrusionOk="0">
                  <a:moveTo>
                    <a:pt x="3188" y="2538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70"/>
            <p:cNvSpPr/>
            <p:nvPr/>
          </p:nvSpPr>
          <p:spPr>
            <a:xfrm>
              <a:off x="5297350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fill="none" extrusionOk="0">
                  <a:moveTo>
                    <a:pt x="3188" y="2538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70"/>
            <p:cNvSpPr/>
            <p:nvPr/>
          </p:nvSpPr>
          <p:spPr>
            <a:xfrm>
              <a:off x="5108750" y="4698900"/>
              <a:ext cx="220325" cy="247175"/>
            </a:xfrm>
            <a:custGeom>
              <a:avLst/>
              <a:gdLst/>
              <a:ahLst/>
              <a:cxnLst/>
              <a:rect l="l" t="t" r="r" b="b"/>
              <a:pathLst>
                <a:path w="8813" h="9887" extrusionOk="0">
                  <a:moveTo>
                    <a:pt x="8813" y="9887"/>
                  </a:moveTo>
                  <a:lnTo>
                    <a:pt x="0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70"/>
            <p:cNvSpPr/>
            <p:nvPr/>
          </p:nvSpPr>
          <p:spPr>
            <a:xfrm>
              <a:off x="5108750" y="4698900"/>
              <a:ext cx="220325" cy="247175"/>
            </a:xfrm>
            <a:custGeom>
              <a:avLst/>
              <a:gdLst/>
              <a:ahLst/>
              <a:cxnLst/>
              <a:rect l="l" t="t" r="r" b="b"/>
              <a:pathLst>
                <a:path w="8813" h="9887" fill="none" extrusionOk="0">
                  <a:moveTo>
                    <a:pt x="8813" y="9887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70"/>
            <p:cNvSpPr/>
            <p:nvPr/>
          </p:nvSpPr>
          <p:spPr>
            <a:xfrm>
              <a:off x="5133125" y="4786700"/>
              <a:ext cx="53675" cy="25"/>
            </a:xfrm>
            <a:custGeom>
              <a:avLst/>
              <a:gdLst/>
              <a:ahLst/>
              <a:cxnLst/>
              <a:rect l="l" t="t" r="r" b="b"/>
              <a:pathLst>
                <a:path w="2147" h="1" extrusionOk="0">
                  <a:moveTo>
                    <a:pt x="2147" y="1"/>
                  </a:moveTo>
                  <a:lnTo>
                    <a:pt x="1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70"/>
            <p:cNvSpPr/>
            <p:nvPr/>
          </p:nvSpPr>
          <p:spPr>
            <a:xfrm>
              <a:off x="5133125" y="4786700"/>
              <a:ext cx="53675" cy="25"/>
            </a:xfrm>
            <a:custGeom>
              <a:avLst/>
              <a:gdLst/>
              <a:ahLst/>
              <a:cxnLst/>
              <a:rect l="l" t="t" r="r" b="b"/>
              <a:pathLst>
                <a:path w="2147" h="1" fill="none" extrusionOk="0">
                  <a:moveTo>
                    <a:pt x="2147" y="1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70"/>
            <p:cNvSpPr/>
            <p:nvPr/>
          </p:nvSpPr>
          <p:spPr>
            <a:xfrm>
              <a:off x="5212800" y="4739550"/>
              <a:ext cx="11400" cy="87825"/>
            </a:xfrm>
            <a:custGeom>
              <a:avLst/>
              <a:gdLst/>
              <a:ahLst/>
              <a:cxnLst/>
              <a:rect l="l" t="t" r="r" b="b"/>
              <a:pathLst>
                <a:path w="456" h="3513" extrusionOk="0">
                  <a:moveTo>
                    <a:pt x="456" y="3513"/>
                  </a:moveTo>
                  <a:lnTo>
                    <a:pt x="1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70"/>
            <p:cNvSpPr/>
            <p:nvPr/>
          </p:nvSpPr>
          <p:spPr>
            <a:xfrm>
              <a:off x="5212800" y="4739550"/>
              <a:ext cx="11400" cy="87825"/>
            </a:xfrm>
            <a:custGeom>
              <a:avLst/>
              <a:gdLst/>
              <a:ahLst/>
              <a:cxnLst/>
              <a:rect l="l" t="t" r="r" b="b"/>
              <a:pathLst>
                <a:path w="456" h="3513" fill="none" extrusionOk="0">
                  <a:moveTo>
                    <a:pt x="456" y="3513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70"/>
            <p:cNvSpPr/>
            <p:nvPr/>
          </p:nvSpPr>
          <p:spPr>
            <a:xfrm>
              <a:off x="5164025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extrusionOk="0">
                  <a:moveTo>
                    <a:pt x="3220" y="0"/>
                  </a:moveTo>
                  <a:lnTo>
                    <a:pt x="0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70"/>
            <p:cNvSpPr/>
            <p:nvPr/>
          </p:nvSpPr>
          <p:spPr>
            <a:xfrm>
              <a:off x="5164025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fill="none" extrusionOk="0">
                  <a:moveTo>
                    <a:pt x="3220" y="0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70"/>
            <p:cNvSpPr/>
            <p:nvPr/>
          </p:nvSpPr>
          <p:spPr>
            <a:xfrm>
              <a:off x="5272975" y="4803775"/>
              <a:ext cx="8950" cy="78900"/>
            </a:xfrm>
            <a:custGeom>
              <a:avLst/>
              <a:gdLst/>
              <a:ahLst/>
              <a:cxnLst/>
              <a:rect l="l" t="t" r="r" b="b"/>
              <a:pathLst>
                <a:path w="358" h="3156" extrusionOk="0">
                  <a:moveTo>
                    <a:pt x="0" y="3155"/>
                  </a:moveTo>
                  <a:lnTo>
                    <a:pt x="358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70"/>
            <p:cNvSpPr/>
            <p:nvPr/>
          </p:nvSpPr>
          <p:spPr>
            <a:xfrm>
              <a:off x="5272975" y="4803775"/>
              <a:ext cx="8950" cy="78900"/>
            </a:xfrm>
            <a:custGeom>
              <a:avLst/>
              <a:gdLst/>
              <a:ahLst/>
              <a:cxnLst/>
              <a:rect l="l" t="t" r="r" b="b"/>
              <a:pathLst>
                <a:path w="358" h="3156" fill="none" extrusionOk="0">
                  <a:moveTo>
                    <a:pt x="0" y="3155"/>
                  </a:moveTo>
                  <a:lnTo>
                    <a:pt x="358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70"/>
            <p:cNvSpPr/>
            <p:nvPr/>
          </p:nvSpPr>
          <p:spPr>
            <a:xfrm>
              <a:off x="5238000" y="4909475"/>
              <a:ext cx="59375" cy="4100"/>
            </a:xfrm>
            <a:custGeom>
              <a:avLst/>
              <a:gdLst/>
              <a:ahLst/>
              <a:cxnLst/>
              <a:rect l="l" t="t" r="r" b="b"/>
              <a:pathLst>
                <a:path w="2375" h="164" extrusionOk="0">
                  <a:moveTo>
                    <a:pt x="2375" y="0"/>
                  </a:moveTo>
                  <a:lnTo>
                    <a:pt x="1" y="163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70"/>
            <p:cNvSpPr/>
            <p:nvPr/>
          </p:nvSpPr>
          <p:spPr>
            <a:xfrm>
              <a:off x="5238000" y="4909475"/>
              <a:ext cx="59375" cy="4100"/>
            </a:xfrm>
            <a:custGeom>
              <a:avLst/>
              <a:gdLst/>
              <a:ahLst/>
              <a:cxnLst/>
              <a:rect l="l" t="t" r="r" b="b"/>
              <a:pathLst>
                <a:path w="2375" h="164" fill="none" extrusionOk="0">
                  <a:moveTo>
                    <a:pt x="2375" y="0"/>
                  </a:moveTo>
                  <a:lnTo>
                    <a:pt x="1" y="163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70"/>
            <p:cNvSpPr/>
            <p:nvPr/>
          </p:nvSpPr>
          <p:spPr>
            <a:xfrm>
              <a:off x="5108750" y="4698900"/>
              <a:ext cx="220325" cy="247175"/>
            </a:xfrm>
            <a:custGeom>
              <a:avLst/>
              <a:gdLst/>
              <a:ahLst/>
              <a:cxnLst/>
              <a:rect l="l" t="t" r="r" b="b"/>
              <a:pathLst>
                <a:path w="8813" h="9887" extrusionOk="0">
                  <a:moveTo>
                    <a:pt x="8813" y="9887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70"/>
            <p:cNvSpPr/>
            <p:nvPr/>
          </p:nvSpPr>
          <p:spPr>
            <a:xfrm>
              <a:off x="5108750" y="4698900"/>
              <a:ext cx="220325" cy="247175"/>
            </a:xfrm>
            <a:custGeom>
              <a:avLst/>
              <a:gdLst/>
              <a:ahLst/>
              <a:cxnLst/>
              <a:rect l="l" t="t" r="r" b="b"/>
              <a:pathLst>
                <a:path w="8813" h="9887" fill="none" extrusionOk="0">
                  <a:moveTo>
                    <a:pt x="8813" y="9887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70"/>
            <p:cNvSpPr/>
            <p:nvPr/>
          </p:nvSpPr>
          <p:spPr>
            <a:xfrm>
              <a:off x="5133125" y="4786700"/>
              <a:ext cx="53675" cy="25"/>
            </a:xfrm>
            <a:custGeom>
              <a:avLst/>
              <a:gdLst/>
              <a:ahLst/>
              <a:cxnLst/>
              <a:rect l="l" t="t" r="r" b="b"/>
              <a:pathLst>
                <a:path w="2147" h="1" extrusionOk="0">
                  <a:moveTo>
                    <a:pt x="2147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70"/>
            <p:cNvSpPr/>
            <p:nvPr/>
          </p:nvSpPr>
          <p:spPr>
            <a:xfrm>
              <a:off x="5133125" y="4786700"/>
              <a:ext cx="53675" cy="25"/>
            </a:xfrm>
            <a:custGeom>
              <a:avLst/>
              <a:gdLst/>
              <a:ahLst/>
              <a:cxnLst/>
              <a:rect l="l" t="t" r="r" b="b"/>
              <a:pathLst>
                <a:path w="2147" h="1" fill="none" extrusionOk="0">
                  <a:moveTo>
                    <a:pt x="2147" y="1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70"/>
            <p:cNvSpPr/>
            <p:nvPr/>
          </p:nvSpPr>
          <p:spPr>
            <a:xfrm>
              <a:off x="5212800" y="4739550"/>
              <a:ext cx="11400" cy="87825"/>
            </a:xfrm>
            <a:custGeom>
              <a:avLst/>
              <a:gdLst/>
              <a:ahLst/>
              <a:cxnLst/>
              <a:rect l="l" t="t" r="r" b="b"/>
              <a:pathLst>
                <a:path w="456" h="3513" extrusionOk="0">
                  <a:moveTo>
                    <a:pt x="456" y="3513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70"/>
            <p:cNvSpPr/>
            <p:nvPr/>
          </p:nvSpPr>
          <p:spPr>
            <a:xfrm>
              <a:off x="5212800" y="4739550"/>
              <a:ext cx="11400" cy="87825"/>
            </a:xfrm>
            <a:custGeom>
              <a:avLst/>
              <a:gdLst/>
              <a:ahLst/>
              <a:cxnLst/>
              <a:rect l="l" t="t" r="r" b="b"/>
              <a:pathLst>
                <a:path w="456" h="3513" fill="none" extrusionOk="0">
                  <a:moveTo>
                    <a:pt x="456" y="3513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70"/>
            <p:cNvSpPr/>
            <p:nvPr/>
          </p:nvSpPr>
          <p:spPr>
            <a:xfrm>
              <a:off x="5164025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extrusionOk="0">
                  <a:moveTo>
                    <a:pt x="322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70"/>
            <p:cNvSpPr/>
            <p:nvPr/>
          </p:nvSpPr>
          <p:spPr>
            <a:xfrm>
              <a:off x="5164025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fill="none" extrusionOk="0">
                  <a:moveTo>
                    <a:pt x="3220" y="0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70"/>
            <p:cNvSpPr/>
            <p:nvPr/>
          </p:nvSpPr>
          <p:spPr>
            <a:xfrm>
              <a:off x="5272975" y="4803775"/>
              <a:ext cx="8950" cy="78900"/>
            </a:xfrm>
            <a:custGeom>
              <a:avLst/>
              <a:gdLst/>
              <a:ahLst/>
              <a:cxnLst/>
              <a:rect l="l" t="t" r="r" b="b"/>
              <a:pathLst>
                <a:path w="358" h="3156" extrusionOk="0">
                  <a:moveTo>
                    <a:pt x="0" y="3155"/>
                  </a:moveTo>
                  <a:lnTo>
                    <a:pt x="358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70"/>
            <p:cNvSpPr/>
            <p:nvPr/>
          </p:nvSpPr>
          <p:spPr>
            <a:xfrm>
              <a:off x="5272975" y="4803775"/>
              <a:ext cx="8950" cy="78900"/>
            </a:xfrm>
            <a:custGeom>
              <a:avLst/>
              <a:gdLst/>
              <a:ahLst/>
              <a:cxnLst/>
              <a:rect l="l" t="t" r="r" b="b"/>
              <a:pathLst>
                <a:path w="358" h="3156" fill="none" extrusionOk="0">
                  <a:moveTo>
                    <a:pt x="0" y="3155"/>
                  </a:moveTo>
                  <a:lnTo>
                    <a:pt x="358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70"/>
            <p:cNvSpPr/>
            <p:nvPr/>
          </p:nvSpPr>
          <p:spPr>
            <a:xfrm>
              <a:off x="5238000" y="4909475"/>
              <a:ext cx="59375" cy="4100"/>
            </a:xfrm>
            <a:custGeom>
              <a:avLst/>
              <a:gdLst/>
              <a:ahLst/>
              <a:cxnLst/>
              <a:rect l="l" t="t" r="r" b="b"/>
              <a:pathLst>
                <a:path w="2375" h="164" extrusionOk="0">
                  <a:moveTo>
                    <a:pt x="2375" y="0"/>
                  </a:moveTo>
                  <a:lnTo>
                    <a:pt x="1" y="16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70"/>
            <p:cNvSpPr/>
            <p:nvPr/>
          </p:nvSpPr>
          <p:spPr>
            <a:xfrm>
              <a:off x="5238000" y="4909475"/>
              <a:ext cx="59375" cy="4100"/>
            </a:xfrm>
            <a:custGeom>
              <a:avLst/>
              <a:gdLst/>
              <a:ahLst/>
              <a:cxnLst/>
              <a:rect l="l" t="t" r="r" b="b"/>
              <a:pathLst>
                <a:path w="2375" h="164" fill="none" extrusionOk="0">
                  <a:moveTo>
                    <a:pt x="2375" y="0"/>
                  </a:moveTo>
                  <a:lnTo>
                    <a:pt x="1" y="163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70"/>
            <p:cNvSpPr/>
            <p:nvPr/>
          </p:nvSpPr>
          <p:spPr>
            <a:xfrm>
              <a:off x="5419300" y="4703775"/>
              <a:ext cx="230925" cy="237425"/>
            </a:xfrm>
            <a:custGeom>
              <a:avLst/>
              <a:gdLst/>
              <a:ahLst/>
              <a:cxnLst/>
              <a:rect l="l" t="t" r="r" b="b"/>
              <a:pathLst>
                <a:path w="9237" h="9497" extrusionOk="0">
                  <a:moveTo>
                    <a:pt x="1" y="9497"/>
                  </a:moveTo>
                  <a:lnTo>
                    <a:pt x="9236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70"/>
            <p:cNvSpPr/>
            <p:nvPr/>
          </p:nvSpPr>
          <p:spPr>
            <a:xfrm>
              <a:off x="5419300" y="4703775"/>
              <a:ext cx="230925" cy="237425"/>
            </a:xfrm>
            <a:custGeom>
              <a:avLst/>
              <a:gdLst/>
              <a:ahLst/>
              <a:cxnLst/>
              <a:rect l="l" t="t" r="r" b="b"/>
              <a:pathLst>
                <a:path w="9237" h="9497" fill="none" extrusionOk="0">
                  <a:moveTo>
                    <a:pt x="1" y="9497"/>
                  </a:moveTo>
                  <a:lnTo>
                    <a:pt x="9236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70"/>
            <p:cNvSpPr/>
            <p:nvPr/>
          </p:nvSpPr>
          <p:spPr>
            <a:xfrm>
              <a:off x="5564025" y="4734675"/>
              <a:ext cx="4075" cy="53675"/>
            </a:xfrm>
            <a:custGeom>
              <a:avLst/>
              <a:gdLst/>
              <a:ahLst/>
              <a:cxnLst/>
              <a:rect l="l" t="t" r="r" b="b"/>
              <a:pathLst>
                <a:path w="163" h="2147" extrusionOk="0">
                  <a:moveTo>
                    <a:pt x="163" y="2147"/>
                  </a:moveTo>
                  <a:lnTo>
                    <a:pt x="0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70"/>
            <p:cNvSpPr/>
            <p:nvPr/>
          </p:nvSpPr>
          <p:spPr>
            <a:xfrm>
              <a:off x="5564025" y="4734675"/>
              <a:ext cx="4075" cy="53675"/>
            </a:xfrm>
            <a:custGeom>
              <a:avLst/>
              <a:gdLst/>
              <a:ahLst/>
              <a:cxnLst/>
              <a:rect l="l" t="t" r="r" b="b"/>
              <a:pathLst>
                <a:path w="163" h="2147" fill="none" extrusionOk="0">
                  <a:moveTo>
                    <a:pt x="163" y="2147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70"/>
            <p:cNvSpPr/>
            <p:nvPr/>
          </p:nvSpPr>
          <p:spPr>
            <a:xfrm>
              <a:off x="5530675" y="4810300"/>
              <a:ext cx="87025" cy="17900"/>
            </a:xfrm>
            <a:custGeom>
              <a:avLst/>
              <a:gdLst/>
              <a:ahLst/>
              <a:cxnLst/>
              <a:rect l="l" t="t" r="r" b="b"/>
              <a:pathLst>
                <a:path w="3481" h="716" extrusionOk="0">
                  <a:moveTo>
                    <a:pt x="1" y="715"/>
                  </a:moveTo>
                  <a:lnTo>
                    <a:pt x="3480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70"/>
            <p:cNvSpPr/>
            <p:nvPr/>
          </p:nvSpPr>
          <p:spPr>
            <a:xfrm>
              <a:off x="5530675" y="4810300"/>
              <a:ext cx="87025" cy="17900"/>
            </a:xfrm>
            <a:custGeom>
              <a:avLst/>
              <a:gdLst/>
              <a:ahLst/>
              <a:cxnLst/>
              <a:rect l="l" t="t" r="r" b="b"/>
              <a:pathLst>
                <a:path w="3481" h="716" fill="none" extrusionOk="0">
                  <a:moveTo>
                    <a:pt x="1" y="715"/>
                  </a:moveTo>
                  <a:lnTo>
                    <a:pt x="3480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70"/>
            <p:cNvSpPr/>
            <p:nvPr/>
          </p:nvSpPr>
          <p:spPr>
            <a:xfrm>
              <a:off x="550222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extrusionOk="0">
                  <a:moveTo>
                    <a:pt x="228" y="3219"/>
                  </a:moveTo>
                  <a:lnTo>
                    <a:pt x="1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70"/>
            <p:cNvSpPr/>
            <p:nvPr/>
          </p:nvSpPr>
          <p:spPr>
            <a:xfrm>
              <a:off x="550222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fill="none" extrusionOk="0">
                  <a:moveTo>
                    <a:pt x="228" y="3219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70"/>
            <p:cNvSpPr/>
            <p:nvPr/>
          </p:nvSpPr>
          <p:spPr>
            <a:xfrm>
              <a:off x="5478650" y="4881025"/>
              <a:ext cx="79700" cy="3275"/>
            </a:xfrm>
            <a:custGeom>
              <a:avLst/>
              <a:gdLst/>
              <a:ahLst/>
              <a:cxnLst/>
              <a:rect l="l" t="t" r="r" b="b"/>
              <a:pathLst>
                <a:path w="3188" h="131" extrusionOk="0">
                  <a:moveTo>
                    <a:pt x="1" y="0"/>
                  </a:moveTo>
                  <a:lnTo>
                    <a:pt x="3187" y="13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70"/>
            <p:cNvSpPr/>
            <p:nvPr/>
          </p:nvSpPr>
          <p:spPr>
            <a:xfrm>
              <a:off x="5478650" y="4881025"/>
              <a:ext cx="79700" cy="3275"/>
            </a:xfrm>
            <a:custGeom>
              <a:avLst/>
              <a:gdLst/>
              <a:ahLst/>
              <a:cxnLst/>
              <a:rect l="l" t="t" r="r" b="b"/>
              <a:pathLst>
                <a:path w="3188" h="131" fill="none" extrusionOk="0">
                  <a:moveTo>
                    <a:pt x="1" y="0"/>
                  </a:moveTo>
                  <a:lnTo>
                    <a:pt x="3187" y="13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70"/>
            <p:cNvSpPr/>
            <p:nvPr/>
          </p:nvSpPr>
          <p:spPr>
            <a:xfrm>
              <a:off x="5446125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extrusionOk="0">
                  <a:moveTo>
                    <a:pt x="293" y="2342"/>
                  </a:moveTo>
                  <a:lnTo>
                    <a:pt x="1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70"/>
            <p:cNvSpPr/>
            <p:nvPr/>
          </p:nvSpPr>
          <p:spPr>
            <a:xfrm>
              <a:off x="5446125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fill="none" extrusionOk="0">
                  <a:moveTo>
                    <a:pt x="293" y="2342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70"/>
            <p:cNvSpPr/>
            <p:nvPr/>
          </p:nvSpPr>
          <p:spPr>
            <a:xfrm>
              <a:off x="5419300" y="4703775"/>
              <a:ext cx="230925" cy="237425"/>
            </a:xfrm>
            <a:custGeom>
              <a:avLst/>
              <a:gdLst/>
              <a:ahLst/>
              <a:cxnLst/>
              <a:rect l="l" t="t" r="r" b="b"/>
              <a:pathLst>
                <a:path w="9237" h="9497" extrusionOk="0">
                  <a:moveTo>
                    <a:pt x="1" y="9497"/>
                  </a:moveTo>
                  <a:lnTo>
                    <a:pt x="923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70"/>
            <p:cNvSpPr/>
            <p:nvPr/>
          </p:nvSpPr>
          <p:spPr>
            <a:xfrm>
              <a:off x="5419300" y="4703775"/>
              <a:ext cx="230925" cy="237425"/>
            </a:xfrm>
            <a:custGeom>
              <a:avLst/>
              <a:gdLst/>
              <a:ahLst/>
              <a:cxnLst/>
              <a:rect l="l" t="t" r="r" b="b"/>
              <a:pathLst>
                <a:path w="9237" h="9497" fill="none" extrusionOk="0">
                  <a:moveTo>
                    <a:pt x="1" y="9497"/>
                  </a:moveTo>
                  <a:lnTo>
                    <a:pt x="9236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70"/>
            <p:cNvSpPr/>
            <p:nvPr/>
          </p:nvSpPr>
          <p:spPr>
            <a:xfrm>
              <a:off x="5564025" y="4734675"/>
              <a:ext cx="4075" cy="53675"/>
            </a:xfrm>
            <a:custGeom>
              <a:avLst/>
              <a:gdLst/>
              <a:ahLst/>
              <a:cxnLst/>
              <a:rect l="l" t="t" r="r" b="b"/>
              <a:pathLst>
                <a:path w="163" h="2147" extrusionOk="0">
                  <a:moveTo>
                    <a:pt x="163" y="2147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70"/>
            <p:cNvSpPr/>
            <p:nvPr/>
          </p:nvSpPr>
          <p:spPr>
            <a:xfrm>
              <a:off x="5564025" y="4734675"/>
              <a:ext cx="4075" cy="53675"/>
            </a:xfrm>
            <a:custGeom>
              <a:avLst/>
              <a:gdLst/>
              <a:ahLst/>
              <a:cxnLst/>
              <a:rect l="l" t="t" r="r" b="b"/>
              <a:pathLst>
                <a:path w="163" h="2147" fill="none" extrusionOk="0">
                  <a:moveTo>
                    <a:pt x="163" y="2147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70"/>
            <p:cNvSpPr/>
            <p:nvPr/>
          </p:nvSpPr>
          <p:spPr>
            <a:xfrm>
              <a:off x="5530675" y="4810300"/>
              <a:ext cx="87025" cy="17900"/>
            </a:xfrm>
            <a:custGeom>
              <a:avLst/>
              <a:gdLst/>
              <a:ahLst/>
              <a:cxnLst/>
              <a:rect l="l" t="t" r="r" b="b"/>
              <a:pathLst>
                <a:path w="3481" h="716" extrusionOk="0">
                  <a:moveTo>
                    <a:pt x="1" y="715"/>
                  </a:moveTo>
                  <a:lnTo>
                    <a:pt x="348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70"/>
            <p:cNvSpPr/>
            <p:nvPr/>
          </p:nvSpPr>
          <p:spPr>
            <a:xfrm>
              <a:off x="5530675" y="4810300"/>
              <a:ext cx="87025" cy="17900"/>
            </a:xfrm>
            <a:custGeom>
              <a:avLst/>
              <a:gdLst/>
              <a:ahLst/>
              <a:cxnLst/>
              <a:rect l="l" t="t" r="r" b="b"/>
              <a:pathLst>
                <a:path w="3481" h="716" fill="none" extrusionOk="0">
                  <a:moveTo>
                    <a:pt x="1" y="715"/>
                  </a:moveTo>
                  <a:lnTo>
                    <a:pt x="348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70"/>
            <p:cNvSpPr/>
            <p:nvPr/>
          </p:nvSpPr>
          <p:spPr>
            <a:xfrm>
              <a:off x="550222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extrusionOk="0">
                  <a:moveTo>
                    <a:pt x="228" y="3219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70"/>
            <p:cNvSpPr/>
            <p:nvPr/>
          </p:nvSpPr>
          <p:spPr>
            <a:xfrm>
              <a:off x="550222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fill="none" extrusionOk="0">
                  <a:moveTo>
                    <a:pt x="228" y="3219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70"/>
            <p:cNvSpPr/>
            <p:nvPr/>
          </p:nvSpPr>
          <p:spPr>
            <a:xfrm>
              <a:off x="5478650" y="4881025"/>
              <a:ext cx="79700" cy="3275"/>
            </a:xfrm>
            <a:custGeom>
              <a:avLst/>
              <a:gdLst/>
              <a:ahLst/>
              <a:cxnLst/>
              <a:rect l="l" t="t" r="r" b="b"/>
              <a:pathLst>
                <a:path w="3188" h="131" extrusionOk="0">
                  <a:moveTo>
                    <a:pt x="1" y="0"/>
                  </a:moveTo>
                  <a:lnTo>
                    <a:pt x="3187" y="13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70"/>
            <p:cNvSpPr/>
            <p:nvPr/>
          </p:nvSpPr>
          <p:spPr>
            <a:xfrm>
              <a:off x="5478650" y="4881025"/>
              <a:ext cx="79700" cy="3275"/>
            </a:xfrm>
            <a:custGeom>
              <a:avLst/>
              <a:gdLst/>
              <a:ahLst/>
              <a:cxnLst/>
              <a:rect l="l" t="t" r="r" b="b"/>
              <a:pathLst>
                <a:path w="3188" h="131" fill="none" extrusionOk="0">
                  <a:moveTo>
                    <a:pt x="1" y="0"/>
                  </a:moveTo>
                  <a:lnTo>
                    <a:pt x="3187" y="13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70"/>
            <p:cNvSpPr/>
            <p:nvPr/>
          </p:nvSpPr>
          <p:spPr>
            <a:xfrm>
              <a:off x="5446125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extrusionOk="0">
                  <a:moveTo>
                    <a:pt x="293" y="2342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70"/>
            <p:cNvSpPr/>
            <p:nvPr/>
          </p:nvSpPr>
          <p:spPr>
            <a:xfrm>
              <a:off x="5446125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fill="none" extrusionOk="0">
                  <a:moveTo>
                    <a:pt x="293" y="2342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70"/>
            <p:cNvSpPr/>
            <p:nvPr/>
          </p:nvSpPr>
          <p:spPr>
            <a:xfrm>
              <a:off x="970625" y="3060300"/>
              <a:ext cx="1014625" cy="1885775"/>
            </a:xfrm>
            <a:custGeom>
              <a:avLst/>
              <a:gdLst/>
              <a:ahLst/>
              <a:cxnLst/>
              <a:rect l="l" t="t" r="r" b="b"/>
              <a:pathLst>
                <a:path w="40585" h="75431" extrusionOk="0">
                  <a:moveTo>
                    <a:pt x="19144" y="0"/>
                  </a:moveTo>
                  <a:cubicBezTo>
                    <a:pt x="18302" y="0"/>
                    <a:pt x="17390" y="324"/>
                    <a:pt x="16423" y="1091"/>
                  </a:cubicBezTo>
                  <a:cubicBezTo>
                    <a:pt x="12000" y="4636"/>
                    <a:pt x="12390" y="13318"/>
                    <a:pt x="12228" y="18391"/>
                  </a:cubicBezTo>
                  <a:cubicBezTo>
                    <a:pt x="12130" y="22684"/>
                    <a:pt x="12390" y="26977"/>
                    <a:pt x="13041" y="31237"/>
                  </a:cubicBezTo>
                  <a:cubicBezTo>
                    <a:pt x="11379" y="29715"/>
                    <a:pt x="8855" y="27479"/>
                    <a:pt x="6909" y="27479"/>
                  </a:cubicBezTo>
                  <a:cubicBezTo>
                    <a:pt x="5695" y="27479"/>
                    <a:pt x="4705" y="28351"/>
                    <a:pt x="4293" y="30814"/>
                  </a:cubicBezTo>
                  <a:cubicBezTo>
                    <a:pt x="2927" y="38911"/>
                    <a:pt x="10146" y="57187"/>
                    <a:pt x="10146" y="57187"/>
                  </a:cubicBezTo>
                  <a:cubicBezTo>
                    <a:pt x="10146" y="57187"/>
                    <a:pt x="5595" y="54960"/>
                    <a:pt x="2725" y="54960"/>
                  </a:cubicBezTo>
                  <a:cubicBezTo>
                    <a:pt x="1506" y="54960"/>
                    <a:pt x="591" y="55361"/>
                    <a:pt x="455" y="56504"/>
                  </a:cubicBezTo>
                  <a:cubicBezTo>
                    <a:pt x="0" y="60342"/>
                    <a:pt x="7220" y="69122"/>
                    <a:pt x="7220" y="69122"/>
                  </a:cubicBezTo>
                  <a:cubicBezTo>
                    <a:pt x="7220" y="69122"/>
                    <a:pt x="5863" y="68673"/>
                    <a:pt x="4465" y="68673"/>
                  </a:cubicBezTo>
                  <a:cubicBezTo>
                    <a:pt x="3256" y="68673"/>
                    <a:pt x="2016" y="69009"/>
                    <a:pt x="1594" y="70260"/>
                  </a:cubicBezTo>
                  <a:cubicBezTo>
                    <a:pt x="683" y="72959"/>
                    <a:pt x="5203" y="75431"/>
                    <a:pt x="5203" y="75431"/>
                  </a:cubicBezTo>
                  <a:lnTo>
                    <a:pt x="33170" y="75431"/>
                  </a:lnTo>
                  <a:cubicBezTo>
                    <a:pt x="38341" y="74748"/>
                    <a:pt x="40162" y="73415"/>
                    <a:pt x="40162" y="71821"/>
                  </a:cubicBezTo>
                  <a:cubicBezTo>
                    <a:pt x="40162" y="71301"/>
                    <a:pt x="39537" y="71127"/>
                    <a:pt x="38703" y="71127"/>
                  </a:cubicBezTo>
                  <a:cubicBezTo>
                    <a:pt x="37036" y="71127"/>
                    <a:pt x="34536" y="71821"/>
                    <a:pt x="34536" y="71821"/>
                  </a:cubicBezTo>
                  <a:cubicBezTo>
                    <a:pt x="34536" y="71821"/>
                    <a:pt x="40585" y="67789"/>
                    <a:pt x="37886" y="64179"/>
                  </a:cubicBezTo>
                  <a:cubicBezTo>
                    <a:pt x="37087" y="63111"/>
                    <a:pt x="36011" y="62734"/>
                    <a:pt x="34893" y="62734"/>
                  </a:cubicBezTo>
                  <a:cubicBezTo>
                    <a:pt x="32234" y="62734"/>
                    <a:pt x="29333" y="64862"/>
                    <a:pt x="29333" y="64862"/>
                  </a:cubicBezTo>
                  <a:cubicBezTo>
                    <a:pt x="29333" y="64862"/>
                    <a:pt x="36780" y="50651"/>
                    <a:pt x="31804" y="47952"/>
                  </a:cubicBezTo>
                  <a:cubicBezTo>
                    <a:pt x="30923" y="47468"/>
                    <a:pt x="30177" y="47269"/>
                    <a:pt x="29546" y="47269"/>
                  </a:cubicBezTo>
                  <a:cubicBezTo>
                    <a:pt x="26689" y="47269"/>
                    <a:pt x="26201" y="51359"/>
                    <a:pt x="26179" y="51554"/>
                  </a:cubicBezTo>
                  <a:lnTo>
                    <a:pt x="26179" y="51554"/>
                  </a:lnTo>
                  <a:cubicBezTo>
                    <a:pt x="26861" y="45247"/>
                    <a:pt x="26113" y="38421"/>
                    <a:pt x="25886" y="32082"/>
                  </a:cubicBezTo>
                  <a:lnTo>
                    <a:pt x="25886" y="31692"/>
                  </a:lnTo>
                  <a:cubicBezTo>
                    <a:pt x="25886" y="23107"/>
                    <a:pt x="27154" y="13936"/>
                    <a:pt x="24487" y="5644"/>
                  </a:cubicBezTo>
                  <a:cubicBezTo>
                    <a:pt x="23654" y="3044"/>
                    <a:pt x="21728" y="0"/>
                    <a:pt x="19144" y="0"/>
                  </a:cubicBezTo>
                  <a:close/>
                </a:path>
              </a:pathLst>
            </a:custGeom>
            <a:solidFill>
              <a:srgbClr val="FF8D00"/>
            </a:solidFill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70"/>
            <p:cNvSpPr/>
            <p:nvPr/>
          </p:nvSpPr>
          <p:spPr>
            <a:xfrm>
              <a:off x="1450275" y="3390000"/>
              <a:ext cx="50425" cy="1550400"/>
            </a:xfrm>
            <a:custGeom>
              <a:avLst/>
              <a:gdLst/>
              <a:ahLst/>
              <a:cxnLst/>
              <a:rect l="l" t="t" r="r" b="b"/>
              <a:pathLst>
                <a:path w="2017" h="62016" extrusionOk="0">
                  <a:moveTo>
                    <a:pt x="2017" y="62015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70"/>
            <p:cNvSpPr/>
            <p:nvPr/>
          </p:nvSpPr>
          <p:spPr>
            <a:xfrm>
              <a:off x="1450275" y="3390000"/>
              <a:ext cx="50425" cy="1550400"/>
            </a:xfrm>
            <a:custGeom>
              <a:avLst/>
              <a:gdLst/>
              <a:ahLst/>
              <a:cxnLst/>
              <a:rect l="l" t="t" r="r" b="b"/>
              <a:pathLst>
                <a:path w="2017" h="62016" fill="none" extrusionOk="0">
                  <a:moveTo>
                    <a:pt x="2017" y="62015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70"/>
            <p:cNvSpPr/>
            <p:nvPr/>
          </p:nvSpPr>
          <p:spPr>
            <a:xfrm>
              <a:off x="1208000" y="4044450"/>
              <a:ext cx="265075" cy="248000"/>
            </a:xfrm>
            <a:custGeom>
              <a:avLst/>
              <a:gdLst/>
              <a:ahLst/>
              <a:cxnLst/>
              <a:rect l="l" t="t" r="r" b="b"/>
              <a:pathLst>
                <a:path w="10603" h="9920" extrusionOk="0">
                  <a:moveTo>
                    <a:pt x="10602" y="9919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70"/>
            <p:cNvSpPr/>
            <p:nvPr/>
          </p:nvSpPr>
          <p:spPr>
            <a:xfrm>
              <a:off x="1208000" y="4044450"/>
              <a:ext cx="265075" cy="248000"/>
            </a:xfrm>
            <a:custGeom>
              <a:avLst/>
              <a:gdLst/>
              <a:ahLst/>
              <a:cxnLst/>
              <a:rect l="l" t="t" r="r" b="b"/>
              <a:pathLst>
                <a:path w="10603" h="9920" fill="none" extrusionOk="0">
                  <a:moveTo>
                    <a:pt x="10602" y="9919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70"/>
            <p:cNvSpPr/>
            <p:nvPr/>
          </p:nvSpPr>
          <p:spPr>
            <a:xfrm>
              <a:off x="1292550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extrusionOk="0">
                  <a:moveTo>
                    <a:pt x="2245" y="6309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70"/>
            <p:cNvSpPr/>
            <p:nvPr/>
          </p:nvSpPr>
          <p:spPr>
            <a:xfrm>
              <a:off x="1292550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fill="none" extrusionOk="0">
                  <a:moveTo>
                    <a:pt x="2245" y="6309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70"/>
            <p:cNvSpPr/>
            <p:nvPr/>
          </p:nvSpPr>
          <p:spPr>
            <a:xfrm>
              <a:off x="1489300" y="4484275"/>
              <a:ext cx="203275" cy="219525"/>
            </a:xfrm>
            <a:custGeom>
              <a:avLst/>
              <a:gdLst/>
              <a:ahLst/>
              <a:cxnLst/>
              <a:rect l="l" t="t" r="r" b="b"/>
              <a:pathLst>
                <a:path w="8131" h="8781" extrusionOk="0">
                  <a:moveTo>
                    <a:pt x="8131" y="1"/>
                  </a:moveTo>
                  <a:lnTo>
                    <a:pt x="1" y="87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70"/>
            <p:cNvSpPr/>
            <p:nvPr/>
          </p:nvSpPr>
          <p:spPr>
            <a:xfrm>
              <a:off x="1489300" y="4484275"/>
              <a:ext cx="203275" cy="219525"/>
            </a:xfrm>
            <a:custGeom>
              <a:avLst/>
              <a:gdLst/>
              <a:ahLst/>
              <a:cxnLst/>
              <a:rect l="l" t="t" r="r" b="b"/>
              <a:pathLst>
                <a:path w="8131" h="8781" fill="none" extrusionOk="0">
                  <a:moveTo>
                    <a:pt x="8131" y="1"/>
                  </a:moveTo>
                  <a:lnTo>
                    <a:pt x="1" y="878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70"/>
            <p:cNvSpPr/>
            <p:nvPr/>
          </p:nvSpPr>
          <p:spPr>
            <a:xfrm>
              <a:off x="1151100" y="4607850"/>
              <a:ext cx="338225" cy="174825"/>
            </a:xfrm>
            <a:custGeom>
              <a:avLst/>
              <a:gdLst/>
              <a:ahLst/>
              <a:cxnLst/>
              <a:rect l="l" t="t" r="r" b="b"/>
              <a:pathLst>
                <a:path w="13529" h="6993" extrusionOk="0">
                  <a:moveTo>
                    <a:pt x="1" y="1"/>
                  </a:moveTo>
                  <a:lnTo>
                    <a:pt x="13529" y="69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70"/>
            <p:cNvSpPr/>
            <p:nvPr/>
          </p:nvSpPr>
          <p:spPr>
            <a:xfrm>
              <a:off x="1151100" y="4607850"/>
              <a:ext cx="338225" cy="174825"/>
            </a:xfrm>
            <a:custGeom>
              <a:avLst/>
              <a:gdLst/>
              <a:ahLst/>
              <a:cxnLst/>
              <a:rect l="l" t="t" r="r" b="b"/>
              <a:pathLst>
                <a:path w="13529" h="6993" fill="none" extrusionOk="0">
                  <a:moveTo>
                    <a:pt x="1" y="1"/>
                  </a:moveTo>
                  <a:lnTo>
                    <a:pt x="13529" y="6992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70"/>
            <p:cNvSpPr/>
            <p:nvPr/>
          </p:nvSpPr>
          <p:spPr>
            <a:xfrm>
              <a:off x="12080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extrusionOk="0">
                  <a:moveTo>
                    <a:pt x="4944" y="229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70"/>
            <p:cNvSpPr/>
            <p:nvPr/>
          </p:nvSpPr>
          <p:spPr>
            <a:xfrm>
              <a:off x="12080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fill="none" extrusionOk="0">
                  <a:moveTo>
                    <a:pt x="4944" y="229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70"/>
            <p:cNvSpPr/>
            <p:nvPr/>
          </p:nvSpPr>
          <p:spPr>
            <a:xfrm>
              <a:off x="1450275" y="3390000"/>
              <a:ext cx="50425" cy="1550400"/>
            </a:xfrm>
            <a:custGeom>
              <a:avLst/>
              <a:gdLst/>
              <a:ahLst/>
              <a:cxnLst/>
              <a:rect l="l" t="t" r="r" b="b"/>
              <a:pathLst>
                <a:path w="2017" h="62016" extrusionOk="0">
                  <a:moveTo>
                    <a:pt x="2017" y="62015"/>
                  </a:moveTo>
                  <a:lnTo>
                    <a:pt x="1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70"/>
            <p:cNvSpPr/>
            <p:nvPr/>
          </p:nvSpPr>
          <p:spPr>
            <a:xfrm>
              <a:off x="1450275" y="3390000"/>
              <a:ext cx="50425" cy="1550400"/>
            </a:xfrm>
            <a:custGeom>
              <a:avLst/>
              <a:gdLst/>
              <a:ahLst/>
              <a:cxnLst/>
              <a:rect l="l" t="t" r="r" b="b"/>
              <a:pathLst>
                <a:path w="2017" h="62016" fill="none" extrusionOk="0">
                  <a:moveTo>
                    <a:pt x="2017" y="62015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70"/>
            <p:cNvSpPr/>
            <p:nvPr/>
          </p:nvSpPr>
          <p:spPr>
            <a:xfrm>
              <a:off x="1208000" y="4044450"/>
              <a:ext cx="265075" cy="248000"/>
            </a:xfrm>
            <a:custGeom>
              <a:avLst/>
              <a:gdLst/>
              <a:ahLst/>
              <a:cxnLst/>
              <a:rect l="l" t="t" r="r" b="b"/>
              <a:pathLst>
                <a:path w="10603" h="9920" extrusionOk="0">
                  <a:moveTo>
                    <a:pt x="10602" y="9919"/>
                  </a:moveTo>
                  <a:lnTo>
                    <a:pt x="1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70"/>
            <p:cNvSpPr/>
            <p:nvPr/>
          </p:nvSpPr>
          <p:spPr>
            <a:xfrm>
              <a:off x="1208000" y="4044450"/>
              <a:ext cx="265075" cy="248000"/>
            </a:xfrm>
            <a:custGeom>
              <a:avLst/>
              <a:gdLst/>
              <a:ahLst/>
              <a:cxnLst/>
              <a:rect l="l" t="t" r="r" b="b"/>
              <a:pathLst>
                <a:path w="10603" h="9920" fill="none" extrusionOk="0">
                  <a:moveTo>
                    <a:pt x="10602" y="9919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70"/>
            <p:cNvSpPr/>
            <p:nvPr/>
          </p:nvSpPr>
          <p:spPr>
            <a:xfrm>
              <a:off x="1292550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extrusionOk="0">
                  <a:moveTo>
                    <a:pt x="2245" y="6309"/>
                  </a:moveTo>
                  <a:lnTo>
                    <a:pt x="1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70"/>
            <p:cNvSpPr/>
            <p:nvPr/>
          </p:nvSpPr>
          <p:spPr>
            <a:xfrm>
              <a:off x="1292550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fill="none" extrusionOk="0">
                  <a:moveTo>
                    <a:pt x="2245" y="6309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70"/>
            <p:cNvSpPr/>
            <p:nvPr/>
          </p:nvSpPr>
          <p:spPr>
            <a:xfrm>
              <a:off x="1489300" y="4484275"/>
              <a:ext cx="203275" cy="219525"/>
            </a:xfrm>
            <a:custGeom>
              <a:avLst/>
              <a:gdLst/>
              <a:ahLst/>
              <a:cxnLst/>
              <a:rect l="l" t="t" r="r" b="b"/>
              <a:pathLst>
                <a:path w="8131" h="8781" extrusionOk="0">
                  <a:moveTo>
                    <a:pt x="8131" y="1"/>
                  </a:moveTo>
                  <a:lnTo>
                    <a:pt x="1" y="878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70"/>
            <p:cNvSpPr/>
            <p:nvPr/>
          </p:nvSpPr>
          <p:spPr>
            <a:xfrm>
              <a:off x="1489300" y="4484275"/>
              <a:ext cx="203275" cy="219525"/>
            </a:xfrm>
            <a:custGeom>
              <a:avLst/>
              <a:gdLst/>
              <a:ahLst/>
              <a:cxnLst/>
              <a:rect l="l" t="t" r="r" b="b"/>
              <a:pathLst>
                <a:path w="8131" h="8781" fill="none" extrusionOk="0">
                  <a:moveTo>
                    <a:pt x="8131" y="1"/>
                  </a:moveTo>
                  <a:lnTo>
                    <a:pt x="1" y="878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70"/>
            <p:cNvSpPr/>
            <p:nvPr/>
          </p:nvSpPr>
          <p:spPr>
            <a:xfrm>
              <a:off x="1151100" y="4607850"/>
              <a:ext cx="338225" cy="174825"/>
            </a:xfrm>
            <a:custGeom>
              <a:avLst/>
              <a:gdLst/>
              <a:ahLst/>
              <a:cxnLst/>
              <a:rect l="l" t="t" r="r" b="b"/>
              <a:pathLst>
                <a:path w="13529" h="6993" extrusionOk="0">
                  <a:moveTo>
                    <a:pt x="1" y="1"/>
                  </a:moveTo>
                  <a:lnTo>
                    <a:pt x="13529" y="6992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70"/>
            <p:cNvSpPr/>
            <p:nvPr/>
          </p:nvSpPr>
          <p:spPr>
            <a:xfrm>
              <a:off x="1151100" y="4607850"/>
              <a:ext cx="338225" cy="174825"/>
            </a:xfrm>
            <a:custGeom>
              <a:avLst/>
              <a:gdLst/>
              <a:ahLst/>
              <a:cxnLst/>
              <a:rect l="l" t="t" r="r" b="b"/>
              <a:pathLst>
                <a:path w="13529" h="6993" fill="none" extrusionOk="0">
                  <a:moveTo>
                    <a:pt x="1" y="1"/>
                  </a:moveTo>
                  <a:lnTo>
                    <a:pt x="13529" y="6992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70"/>
            <p:cNvSpPr/>
            <p:nvPr/>
          </p:nvSpPr>
          <p:spPr>
            <a:xfrm>
              <a:off x="12080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extrusionOk="0">
                  <a:moveTo>
                    <a:pt x="4944" y="229"/>
                  </a:moveTo>
                  <a:lnTo>
                    <a:pt x="1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70"/>
            <p:cNvSpPr/>
            <p:nvPr/>
          </p:nvSpPr>
          <p:spPr>
            <a:xfrm>
              <a:off x="12080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fill="none" extrusionOk="0">
                  <a:moveTo>
                    <a:pt x="4944" y="229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70"/>
            <p:cNvSpPr/>
            <p:nvPr/>
          </p:nvSpPr>
          <p:spPr>
            <a:xfrm>
              <a:off x="1450275" y="3390000"/>
              <a:ext cx="50425" cy="1550400"/>
            </a:xfrm>
            <a:custGeom>
              <a:avLst/>
              <a:gdLst/>
              <a:ahLst/>
              <a:cxnLst/>
              <a:rect l="l" t="t" r="r" b="b"/>
              <a:pathLst>
                <a:path w="2017" h="62016" extrusionOk="0">
                  <a:moveTo>
                    <a:pt x="2017" y="62015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70"/>
            <p:cNvSpPr/>
            <p:nvPr/>
          </p:nvSpPr>
          <p:spPr>
            <a:xfrm>
              <a:off x="1450275" y="3390000"/>
              <a:ext cx="50425" cy="1550400"/>
            </a:xfrm>
            <a:custGeom>
              <a:avLst/>
              <a:gdLst/>
              <a:ahLst/>
              <a:cxnLst/>
              <a:rect l="l" t="t" r="r" b="b"/>
              <a:pathLst>
                <a:path w="2017" h="62016" fill="none" extrusionOk="0">
                  <a:moveTo>
                    <a:pt x="2017" y="62015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70"/>
            <p:cNvSpPr/>
            <p:nvPr/>
          </p:nvSpPr>
          <p:spPr>
            <a:xfrm>
              <a:off x="1208000" y="4044450"/>
              <a:ext cx="265075" cy="248000"/>
            </a:xfrm>
            <a:custGeom>
              <a:avLst/>
              <a:gdLst/>
              <a:ahLst/>
              <a:cxnLst/>
              <a:rect l="l" t="t" r="r" b="b"/>
              <a:pathLst>
                <a:path w="10603" h="9920" extrusionOk="0">
                  <a:moveTo>
                    <a:pt x="10602" y="9919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70"/>
            <p:cNvSpPr/>
            <p:nvPr/>
          </p:nvSpPr>
          <p:spPr>
            <a:xfrm>
              <a:off x="1208000" y="4044450"/>
              <a:ext cx="265075" cy="248000"/>
            </a:xfrm>
            <a:custGeom>
              <a:avLst/>
              <a:gdLst/>
              <a:ahLst/>
              <a:cxnLst/>
              <a:rect l="l" t="t" r="r" b="b"/>
              <a:pathLst>
                <a:path w="10603" h="9920" fill="none" extrusionOk="0">
                  <a:moveTo>
                    <a:pt x="10602" y="9919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70"/>
            <p:cNvSpPr/>
            <p:nvPr/>
          </p:nvSpPr>
          <p:spPr>
            <a:xfrm>
              <a:off x="1292550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extrusionOk="0">
                  <a:moveTo>
                    <a:pt x="2245" y="6309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70"/>
            <p:cNvSpPr/>
            <p:nvPr/>
          </p:nvSpPr>
          <p:spPr>
            <a:xfrm>
              <a:off x="1292550" y="4021700"/>
              <a:ext cx="56125" cy="157725"/>
            </a:xfrm>
            <a:custGeom>
              <a:avLst/>
              <a:gdLst/>
              <a:ahLst/>
              <a:cxnLst/>
              <a:rect l="l" t="t" r="r" b="b"/>
              <a:pathLst>
                <a:path w="2245" h="6309" fill="none" extrusionOk="0">
                  <a:moveTo>
                    <a:pt x="2245" y="6309"/>
                  </a:moveTo>
                  <a:lnTo>
                    <a:pt x="1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70"/>
            <p:cNvSpPr/>
            <p:nvPr/>
          </p:nvSpPr>
          <p:spPr>
            <a:xfrm>
              <a:off x="1489300" y="4484275"/>
              <a:ext cx="203275" cy="219525"/>
            </a:xfrm>
            <a:custGeom>
              <a:avLst/>
              <a:gdLst/>
              <a:ahLst/>
              <a:cxnLst/>
              <a:rect l="l" t="t" r="r" b="b"/>
              <a:pathLst>
                <a:path w="8131" h="8781" extrusionOk="0">
                  <a:moveTo>
                    <a:pt x="8131" y="1"/>
                  </a:moveTo>
                  <a:lnTo>
                    <a:pt x="1" y="87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70"/>
            <p:cNvSpPr/>
            <p:nvPr/>
          </p:nvSpPr>
          <p:spPr>
            <a:xfrm>
              <a:off x="1489300" y="4484275"/>
              <a:ext cx="203275" cy="219525"/>
            </a:xfrm>
            <a:custGeom>
              <a:avLst/>
              <a:gdLst/>
              <a:ahLst/>
              <a:cxnLst/>
              <a:rect l="l" t="t" r="r" b="b"/>
              <a:pathLst>
                <a:path w="8131" h="8781" fill="none" extrusionOk="0">
                  <a:moveTo>
                    <a:pt x="8131" y="1"/>
                  </a:moveTo>
                  <a:lnTo>
                    <a:pt x="1" y="878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70"/>
            <p:cNvSpPr/>
            <p:nvPr/>
          </p:nvSpPr>
          <p:spPr>
            <a:xfrm>
              <a:off x="1151100" y="4607850"/>
              <a:ext cx="338225" cy="174825"/>
            </a:xfrm>
            <a:custGeom>
              <a:avLst/>
              <a:gdLst/>
              <a:ahLst/>
              <a:cxnLst/>
              <a:rect l="l" t="t" r="r" b="b"/>
              <a:pathLst>
                <a:path w="13529" h="6993" extrusionOk="0">
                  <a:moveTo>
                    <a:pt x="1" y="1"/>
                  </a:moveTo>
                  <a:lnTo>
                    <a:pt x="13529" y="69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70"/>
            <p:cNvSpPr/>
            <p:nvPr/>
          </p:nvSpPr>
          <p:spPr>
            <a:xfrm>
              <a:off x="1151100" y="4607850"/>
              <a:ext cx="338225" cy="174825"/>
            </a:xfrm>
            <a:custGeom>
              <a:avLst/>
              <a:gdLst/>
              <a:ahLst/>
              <a:cxnLst/>
              <a:rect l="l" t="t" r="r" b="b"/>
              <a:pathLst>
                <a:path w="13529" h="6993" fill="none" extrusionOk="0">
                  <a:moveTo>
                    <a:pt x="1" y="1"/>
                  </a:moveTo>
                  <a:lnTo>
                    <a:pt x="13529" y="6992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70"/>
            <p:cNvSpPr/>
            <p:nvPr/>
          </p:nvSpPr>
          <p:spPr>
            <a:xfrm>
              <a:off x="12080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extrusionOk="0">
                  <a:moveTo>
                    <a:pt x="4944" y="229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70"/>
            <p:cNvSpPr/>
            <p:nvPr/>
          </p:nvSpPr>
          <p:spPr>
            <a:xfrm>
              <a:off x="1208000" y="4703775"/>
              <a:ext cx="123600" cy="5725"/>
            </a:xfrm>
            <a:custGeom>
              <a:avLst/>
              <a:gdLst/>
              <a:ahLst/>
              <a:cxnLst/>
              <a:rect l="l" t="t" r="r" b="b"/>
              <a:pathLst>
                <a:path w="4944" h="229" fill="none" extrusionOk="0">
                  <a:moveTo>
                    <a:pt x="4944" y="229"/>
                  </a:moveTo>
                  <a:lnTo>
                    <a:pt x="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70"/>
            <p:cNvSpPr/>
            <p:nvPr/>
          </p:nvSpPr>
          <p:spPr>
            <a:xfrm>
              <a:off x="2240500" y="4342000"/>
              <a:ext cx="249625" cy="570750"/>
            </a:xfrm>
            <a:custGeom>
              <a:avLst/>
              <a:gdLst/>
              <a:ahLst/>
              <a:cxnLst/>
              <a:rect l="l" t="t" r="r" b="b"/>
              <a:pathLst>
                <a:path w="9985" h="22830" extrusionOk="0">
                  <a:moveTo>
                    <a:pt x="4976" y="1"/>
                  </a:moveTo>
                  <a:cubicBezTo>
                    <a:pt x="4976" y="1"/>
                    <a:pt x="1" y="5106"/>
                    <a:pt x="1" y="11415"/>
                  </a:cubicBezTo>
                  <a:cubicBezTo>
                    <a:pt x="1" y="17724"/>
                    <a:pt x="4976" y="22830"/>
                    <a:pt x="4976" y="22830"/>
                  </a:cubicBezTo>
                  <a:cubicBezTo>
                    <a:pt x="4976" y="22830"/>
                    <a:pt x="9984" y="17724"/>
                    <a:pt x="9984" y="11415"/>
                  </a:cubicBezTo>
                  <a:cubicBezTo>
                    <a:pt x="9984" y="5106"/>
                    <a:pt x="4976" y="1"/>
                    <a:pt x="4976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70"/>
            <p:cNvSpPr/>
            <p:nvPr/>
          </p:nvSpPr>
          <p:spPr>
            <a:xfrm>
              <a:off x="2407175" y="4698900"/>
              <a:ext cx="229275" cy="247175"/>
            </a:xfrm>
            <a:custGeom>
              <a:avLst/>
              <a:gdLst/>
              <a:ahLst/>
              <a:cxnLst/>
              <a:rect l="l" t="t" r="r" b="b"/>
              <a:pathLst>
                <a:path w="9171" h="9887" extrusionOk="0">
                  <a:moveTo>
                    <a:pt x="8976" y="1"/>
                  </a:moveTo>
                  <a:cubicBezTo>
                    <a:pt x="8976" y="1"/>
                    <a:pt x="4846" y="294"/>
                    <a:pt x="2439" y="3025"/>
                  </a:cubicBezTo>
                  <a:cubicBezTo>
                    <a:pt x="0" y="5757"/>
                    <a:pt x="195" y="9887"/>
                    <a:pt x="195" y="9887"/>
                  </a:cubicBezTo>
                  <a:cubicBezTo>
                    <a:pt x="195" y="9887"/>
                    <a:pt x="4325" y="9594"/>
                    <a:pt x="6764" y="6862"/>
                  </a:cubicBezTo>
                  <a:cubicBezTo>
                    <a:pt x="9171" y="4131"/>
                    <a:pt x="8976" y="1"/>
                    <a:pt x="8976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70"/>
            <p:cNvSpPr/>
            <p:nvPr/>
          </p:nvSpPr>
          <p:spPr>
            <a:xfrm>
              <a:off x="2090100" y="4703775"/>
              <a:ext cx="231725" cy="237425"/>
            </a:xfrm>
            <a:custGeom>
              <a:avLst/>
              <a:gdLst/>
              <a:ahLst/>
              <a:cxnLst/>
              <a:rect l="l" t="t" r="r" b="b"/>
              <a:pathLst>
                <a:path w="9269" h="9497" extrusionOk="0">
                  <a:moveTo>
                    <a:pt x="33" y="1"/>
                  </a:moveTo>
                  <a:cubicBezTo>
                    <a:pt x="33" y="1"/>
                    <a:pt x="1" y="4131"/>
                    <a:pt x="2570" y="6765"/>
                  </a:cubicBezTo>
                  <a:cubicBezTo>
                    <a:pt x="5106" y="9399"/>
                    <a:pt x="9236" y="9497"/>
                    <a:pt x="9236" y="9497"/>
                  </a:cubicBezTo>
                  <a:cubicBezTo>
                    <a:pt x="9236" y="9497"/>
                    <a:pt x="9269" y="5367"/>
                    <a:pt x="6732" y="2733"/>
                  </a:cubicBezTo>
                  <a:cubicBezTo>
                    <a:pt x="4163" y="99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70"/>
            <p:cNvSpPr/>
            <p:nvPr/>
          </p:nvSpPr>
          <p:spPr>
            <a:xfrm>
              <a:off x="2364900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70"/>
            <p:cNvSpPr/>
            <p:nvPr/>
          </p:nvSpPr>
          <p:spPr>
            <a:xfrm>
              <a:off x="2364900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fill="none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70"/>
            <p:cNvSpPr/>
            <p:nvPr/>
          </p:nvSpPr>
          <p:spPr>
            <a:xfrm>
              <a:off x="23649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extrusionOk="0">
                  <a:moveTo>
                    <a:pt x="0" y="2439"/>
                  </a:moveTo>
                  <a:lnTo>
                    <a:pt x="279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70"/>
            <p:cNvSpPr/>
            <p:nvPr/>
          </p:nvSpPr>
          <p:spPr>
            <a:xfrm>
              <a:off x="23649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fill="none" extrusionOk="0">
                  <a:moveTo>
                    <a:pt x="0" y="2439"/>
                  </a:moveTo>
                  <a:lnTo>
                    <a:pt x="2797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70"/>
            <p:cNvSpPr/>
            <p:nvPr/>
          </p:nvSpPr>
          <p:spPr>
            <a:xfrm>
              <a:off x="2277100" y="4513550"/>
              <a:ext cx="87000" cy="125225"/>
            </a:xfrm>
            <a:custGeom>
              <a:avLst/>
              <a:gdLst/>
              <a:ahLst/>
              <a:cxnLst/>
              <a:rect l="l" t="t" r="r" b="b"/>
              <a:pathLst>
                <a:path w="3480" h="5009" extrusionOk="0">
                  <a:moveTo>
                    <a:pt x="3480" y="5008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70"/>
            <p:cNvSpPr/>
            <p:nvPr/>
          </p:nvSpPr>
          <p:spPr>
            <a:xfrm>
              <a:off x="2277100" y="4513550"/>
              <a:ext cx="87000" cy="125225"/>
            </a:xfrm>
            <a:custGeom>
              <a:avLst/>
              <a:gdLst/>
              <a:ahLst/>
              <a:cxnLst/>
              <a:rect l="l" t="t" r="r" b="b"/>
              <a:pathLst>
                <a:path w="3480" h="5009" fill="none" extrusionOk="0">
                  <a:moveTo>
                    <a:pt x="3480" y="5008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70"/>
            <p:cNvSpPr/>
            <p:nvPr/>
          </p:nvSpPr>
          <p:spPr>
            <a:xfrm>
              <a:off x="2364900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extrusionOk="0">
                  <a:moveTo>
                    <a:pt x="0" y="3675"/>
                  </a:moveTo>
                  <a:lnTo>
                    <a:pt x="413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70"/>
            <p:cNvSpPr/>
            <p:nvPr/>
          </p:nvSpPr>
          <p:spPr>
            <a:xfrm>
              <a:off x="2364900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fill="none" extrusionOk="0">
                  <a:moveTo>
                    <a:pt x="0" y="3675"/>
                  </a:moveTo>
                  <a:lnTo>
                    <a:pt x="413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70"/>
            <p:cNvSpPr/>
            <p:nvPr/>
          </p:nvSpPr>
          <p:spPr>
            <a:xfrm>
              <a:off x="2261650" y="4676150"/>
              <a:ext cx="102450" cy="90250"/>
            </a:xfrm>
            <a:custGeom>
              <a:avLst/>
              <a:gdLst/>
              <a:ahLst/>
              <a:cxnLst/>
              <a:rect l="l" t="t" r="r" b="b"/>
              <a:pathLst>
                <a:path w="4098" h="3610" extrusionOk="0">
                  <a:moveTo>
                    <a:pt x="4098" y="361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70"/>
            <p:cNvSpPr/>
            <p:nvPr/>
          </p:nvSpPr>
          <p:spPr>
            <a:xfrm>
              <a:off x="2261650" y="4676150"/>
              <a:ext cx="102450" cy="90250"/>
            </a:xfrm>
            <a:custGeom>
              <a:avLst/>
              <a:gdLst/>
              <a:ahLst/>
              <a:cxnLst/>
              <a:rect l="l" t="t" r="r" b="b"/>
              <a:pathLst>
                <a:path w="4098" h="3610" fill="none" extrusionOk="0">
                  <a:moveTo>
                    <a:pt x="4098" y="3610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70"/>
            <p:cNvSpPr/>
            <p:nvPr/>
          </p:nvSpPr>
          <p:spPr>
            <a:xfrm>
              <a:off x="2364075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extrusionOk="0">
                  <a:moveTo>
                    <a:pt x="1" y="2538"/>
                  </a:moveTo>
                  <a:lnTo>
                    <a:pt x="3188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70"/>
            <p:cNvSpPr/>
            <p:nvPr/>
          </p:nvSpPr>
          <p:spPr>
            <a:xfrm>
              <a:off x="2364075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fill="none" extrusionOk="0">
                  <a:moveTo>
                    <a:pt x="1" y="2538"/>
                  </a:moveTo>
                  <a:lnTo>
                    <a:pt x="3188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70"/>
            <p:cNvSpPr/>
            <p:nvPr/>
          </p:nvSpPr>
          <p:spPr>
            <a:xfrm>
              <a:off x="2412050" y="4698900"/>
              <a:ext cx="219525" cy="247175"/>
            </a:xfrm>
            <a:custGeom>
              <a:avLst/>
              <a:gdLst/>
              <a:ahLst/>
              <a:cxnLst/>
              <a:rect l="l" t="t" r="r" b="b"/>
              <a:pathLst>
                <a:path w="8781" h="9887" extrusionOk="0">
                  <a:moveTo>
                    <a:pt x="0" y="9887"/>
                  </a:moveTo>
                  <a:lnTo>
                    <a:pt x="878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70"/>
            <p:cNvSpPr/>
            <p:nvPr/>
          </p:nvSpPr>
          <p:spPr>
            <a:xfrm>
              <a:off x="2412050" y="4698900"/>
              <a:ext cx="219525" cy="247175"/>
            </a:xfrm>
            <a:custGeom>
              <a:avLst/>
              <a:gdLst/>
              <a:ahLst/>
              <a:cxnLst/>
              <a:rect l="l" t="t" r="r" b="b"/>
              <a:pathLst>
                <a:path w="8781" h="9887" fill="none" extrusionOk="0">
                  <a:moveTo>
                    <a:pt x="0" y="9887"/>
                  </a:moveTo>
                  <a:lnTo>
                    <a:pt x="878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70"/>
            <p:cNvSpPr/>
            <p:nvPr/>
          </p:nvSpPr>
          <p:spPr>
            <a:xfrm>
              <a:off x="2553500" y="4786700"/>
              <a:ext cx="54500" cy="25"/>
            </a:xfrm>
            <a:custGeom>
              <a:avLst/>
              <a:gdLst/>
              <a:ahLst/>
              <a:cxnLst/>
              <a:rect l="l" t="t" r="r" b="b"/>
              <a:pathLst>
                <a:path w="2180" h="1" extrusionOk="0">
                  <a:moveTo>
                    <a:pt x="1" y="1"/>
                  </a:moveTo>
                  <a:lnTo>
                    <a:pt x="218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70"/>
            <p:cNvSpPr/>
            <p:nvPr/>
          </p:nvSpPr>
          <p:spPr>
            <a:xfrm>
              <a:off x="2553500" y="4786700"/>
              <a:ext cx="54500" cy="25"/>
            </a:xfrm>
            <a:custGeom>
              <a:avLst/>
              <a:gdLst/>
              <a:ahLst/>
              <a:cxnLst/>
              <a:rect l="l" t="t" r="r" b="b"/>
              <a:pathLst>
                <a:path w="2180" h="1" fill="none" extrusionOk="0">
                  <a:moveTo>
                    <a:pt x="1" y="1"/>
                  </a:moveTo>
                  <a:lnTo>
                    <a:pt x="218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70"/>
            <p:cNvSpPr/>
            <p:nvPr/>
          </p:nvSpPr>
          <p:spPr>
            <a:xfrm>
              <a:off x="2516925" y="4739550"/>
              <a:ext cx="10600" cy="87825"/>
            </a:xfrm>
            <a:custGeom>
              <a:avLst/>
              <a:gdLst/>
              <a:ahLst/>
              <a:cxnLst/>
              <a:rect l="l" t="t" r="r" b="b"/>
              <a:pathLst>
                <a:path w="424" h="3513" extrusionOk="0">
                  <a:moveTo>
                    <a:pt x="1" y="3513"/>
                  </a:moveTo>
                  <a:lnTo>
                    <a:pt x="423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70"/>
            <p:cNvSpPr/>
            <p:nvPr/>
          </p:nvSpPr>
          <p:spPr>
            <a:xfrm>
              <a:off x="2516925" y="4739550"/>
              <a:ext cx="10600" cy="87825"/>
            </a:xfrm>
            <a:custGeom>
              <a:avLst/>
              <a:gdLst/>
              <a:ahLst/>
              <a:cxnLst/>
              <a:rect l="l" t="t" r="r" b="b"/>
              <a:pathLst>
                <a:path w="424" h="3513" fill="none" extrusionOk="0">
                  <a:moveTo>
                    <a:pt x="1" y="3513"/>
                  </a:moveTo>
                  <a:lnTo>
                    <a:pt x="423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70"/>
            <p:cNvSpPr/>
            <p:nvPr/>
          </p:nvSpPr>
          <p:spPr>
            <a:xfrm>
              <a:off x="2496600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extrusionOk="0">
                  <a:moveTo>
                    <a:pt x="1" y="0"/>
                  </a:moveTo>
                  <a:lnTo>
                    <a:pt x="322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70"/>
            <p:cNvSpPr/>
            <p:nvPr/>
          </p:nvSpPr>
          <p:spPr>
            <a:xfrm>
              <a:off x="2496600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fill="none" extrusionOk="0">
                  <a:moveTo>
                    <a:pt x="1" y="0"/>
                  </a:moveTo>
                  <a:lnTo>
                    <a:pt x="322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70"/>
            <p:cNvSpPr/>
            <p:nvPr/>
          </p:nvSpPr>
          <p:spPr>
            <a:xfrm>
              <a:off x="2458400" y="4803775"/>
              <a:ext cx="9775" cy="78900"/>
            </a:xfrm>
            <a:custGeom>
              <a:avLst/>
              <a:gdLst/>
              <a:ahLst/>
              <a:cxnLst/>
              <a:rect l="l" t="t" r="r" b="b"/>
              <a:pathLst>
                <a:path w="391" h="3156" extrusionOk="0">
                  <a:moveTo>
                    <a:pt x="390" y="3155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70"/>
            <p:cNvSpPr/>
            <p:nvPr/>
          </p:nvSpPr>
          <p:spPr>
            <a:xfrm>
              <a:off x="2458400" y="4803775"/>
              <a:ext cx="9775" cy="78900"/>
            </a:xfrm>
            <a:custGeom>
              <a:avLst/>
              <a:gdLst/>
              <a:ahLst/>
              <a:cxnLst/>
              <a:rect l="l" t="t" r="r" b="b"/>
              <a:pathLst>
                <a:path w="391" h="3156" fill="none" extrusionOk="0">
                  <a:moveTo>
                    <a:pt x="390" y="3155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70"/>
            <p:cNvSpPr/>
            <p:nvPr/>
          </p:nvSpPr>
          <p:spPr>
            <a:xfrm>
              <a:off x="2443750" y="4909475"/>
              <a:ext cx="58575" cy="4100"/>
            </a:xfrm>
            <a:custGeom>
              <a:avLst/>
              <a:gdLst/>
              <a:ahLst/>
              <a:cxnLst/>
              <a:rect l="l" t="t" r="r" b="b"/>
              <a:pathLst>
                <a:path w="2343" h="164" extrusionOk="0">
                  <a:moveTo>
                    <a:pt x="1" y="0"/>
                  </a:moveTo>
                  <a:lnTo>
                    <a:pt x="2342" y="16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70"/>
            <p:cNvSpPr/>
            <p:nvPr/>
          </p:nvSpPr>
          <p:spPr>
            <a:xfrm>
              <a:off x="2443750" y="4909475"/>
              <a:ext cx="58575" cy="4100"/>
            </a:xfrm>
            <a:custGeom>
              <a:avLst/>
              <a:gdLst/>
              <a:ahLst/>
              <a:cxnLst/>
              <a:rect l="l" t="t" r="r" b="b"/>
              <a:pathLst>
                <a:path w="2343" h="164" fill="none" extrusionOk="0">
                  <a:moveTo>
                    <a:pt x="1" y="0"/>
                  </a:moveTo>
                  <a:lnTo>
                    <a:pt x="2342" y="163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70"/>
            <p:cNvSpPr/>
            <p:nvPr/>
          </p:nvSpPr>
          <p:spPr>
            <a:xfrm>
              <a:off x="2090925" y="4703775"/>
              <a:ext cx="230100" cy="237425"/>
            </a:xfrm>
            <a:custGeom>
              <a:avLst/>
              <a:gdLst/>
              <a:ahLst/>
              <a:cxnLst/>
              <a:rect l="l" t="t" r="r" b="b"/>
              <a:pathLst>
                <a:path w="9204" h="9497" extrusionOk="0">
                  <a:moveTo>
                    <a:pt x="9203" y="9497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70"/>
            <p:cNvSpPr/>
            <p:nvPr/>
          </p:nvSpPr>
          <p:spPr>
            <a:xfrm>
              <a:off x="2090925" y="4703775"/>
              <a:ext cx="230100" cy="237425"/>
            </a:xfrm>
            <a:custGeom>
              <a:avLst/>
              <a:gdLst/>
              <a:ahLst/>
              <a:cxnLst/>
              <a:rect l="l" t="t" r="r" b="b"/>
              <a:pathLst>
                <a:path w="9204" h="9497" fill="none" extrusionOk="0">
                  <a:moveTo>
                    <a:pt x="9203" y="9497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70"/>
            <p:cNvSpPr/>
            <p:nvPr/>
          </p:nvSpPr>
          <p:spPr>
            <a:xfrm>
              <a:off x="2173025" y="4734675"/>
              <a:ext cx="4100" cy="53675"/>
            </a:xfrm>
            <a:custGeom>
              <a:avLst/>
              <a:gdLst/>
              <a:ahLst/>
              <a:cxnLst/>
              <a:rect l="l" t="t" r="r" b="b"/>
              <a:pathLst>
                <a:path w="164" h="2147" extrusionOk="0">
                  <a:moveTo>
                    <a:pt x="1" y="2147"/>
                  </a:moveTo>
                  <a:lnTo>
                    <a:pt x="163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70"/>
            <p:cNvSpPr/>
            <p:nvPr/>
          </p:nvSpPr>
          <p:spPr>
            <a:xfrm>
              <a:off x="2173025" y="4734675"/>
              <a:ext cx="4100" cy="53675"/>
            </a:xfrm>
            <a:custGeom>
              <a:avLst/>
              <a:gdLst/>
              <a:ahLst/>
              <a:cxnLst/>
              <a:rect l="l" t="t" r="r" b="b"/>
              <a:pathLst>
                <a:path w="164" h="2147" fill="none" extrusionOk="0">
                  <a:moveTo>
                    <a:pt x="1" y="2147"/>
                  </a:moveTo>
                  <a:lnTo>
                    <a:pt x="163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70"/>
            <p:cNvSpPr/>
            <p:nvPr/>
          </p:nvSpPr>
          <p:spPr>
            <a:xfrm>
              <a:off x="2123450" y="4810300"/>
              <a:ext cx="87000" cy="17900"/>
            </a:xfrm>
            <a:custGeom>
              <a:avLst/>
              <a:gdLst/>
              <a:ahLst/>
              <a:cxnLst/>
              <a:rect l="l" t="t" r="r" b="b"/>
              <a:pathLst>
                <a:path w="3480" h="716" extrusionOk="0">
                  <a:moveTo>
                    <a:pt x="3480" y="715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70"/>
            <p:cNvSpPr/>
            <p:nvPr/>
          </p:nvSpPr>
          <p:spPr>
            <a:xfrm>
              <a:off x="2123450" y="4810300"/>
              <a:ext cx="87000" cy="17900"/>
            </a:xfrm>
            <a:custGeom>
              <a:avLst/>
              <a:gdLst/>
              <a:ahLst/>
              <a:cxnLst/>
              <a:rect l="l" t="t" r="r" b="b"/>
              <a:pathLst>
                <a:path w="3480" h="716" fill="none" extrusionOk="0">
                  <a:moveTo>
                    <a:pt x="3480" y="715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70"/>
            <p:cNvSpPr/>
            <p:nvPr/>
          </p:nvSpPr>
          <p:spPr>
            <a:xfrm>
              <a:off x="223237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extrusionOk="0">
                  <a:moveTo>
                    <a:pt x="1" y="3219"/>
                  </a:moveTo>
                  <a:lnTo>
                    <a:pt x="228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70"/>
            <p:cNvSpPr/>
            <p:nvPr/>
          </p:nvSpPr>
          <p:spPr>
            <a:xfrm>
              <a:off x="223237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fill="none" extrusionOk="0">
                  <a:moveTo>
                    <a:pt x="1" y="3219"/>
                  </a:moveTo>
                  <a:lnTo>
                    <a:pt x="228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70"/>
            <p:cNvSpPr/>
            <p:nvPr/>
          </p:nvSpPr>
          <p:spPr>
            <a:xfrm>
              <a:off x="2182775" y="4881025"/>
              <a:ext cx="78900" cy="3275"/>
            </a:xfrm>
            <a:custGeom>
              <a:avLst/>
              <a:gdLst/>
              <a:ahLst/>
              <a:cxnLst/>
              <a:rect l="l" t="t" r="r" b="b"/>
              <a:pathLst>
                <a:path w="3156" h="131" extrusionOk="0">
                  <a:moveTo>
                    <a:pt x="3155" y="0"/>
                  </a:moveTo>
                  <a:lnTo>
                    <a:pt x="1" y="13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70"/>
            <p:cNvSpPr/>
            <p:nvPr/>
          </p:nvSpPr>
          <p:spPr>
            <a:xfrm>
              <a:off x="2182775" y="4881025"/>
              <a:ext cx="78900" cy="3275"/>
            </a:xfrm>
            <a:custGeom>
              <a:avLst/>
              <a:gdLst/>
              <a:ahLst/>
              <a:cxnLst/>
              <a:rect l="l" t="t" r="r" b="b"/>
              <a:pathLst>
                <a:path w="3156" h="131" fill="none" extrusionOk="0">
                  <a:moveTo>
                    <a:pt x="3155" y="0"/>
                  </a:moveTo>
                  <a:lnTo>
                    <a:pt x="1" y="13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70"/>
            <p:cNvSpPr/>
            <p:nvPr/>
          </p:nvSpPr>
          <p:spPr>
            <a:xfrm>
              <a:off x="2287650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extrusionOk="0">
                  <a:moveTo>
                    <a:pt x="1" y="2342"/>
                  </a:moveTo>
                  <a:lnTo>
                    <a:pt x="294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70"/>
            <p:cNvSpPr/>
            <p:nvPr/>
          </p:nvSpPr>
          <p:spPr>
            <a:xfrm>
              <a:off x="2287650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fill="none" extrusionOk="0">
                  <a:moveTo>
                    <a:pt x="1" y="2342"/>
                  </a:moveTo>
                  <a:lnTo>
                    <a:pt x="294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70"/>
            <p:cNvSpPr/>
            <p:nvPr/>
          </p:nvSpPr>
          <p:spPr>
            <a:xfrm>
              <a:off x="2364900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70"/>
            <p:cNvSpPr/>
            <p:nvPr/>
          </p:nvSpPr>
          <p:spPr>
            <a:xfrm>
              <a:off x="2364900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fill="none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70"/>
            <p:cNvSpPr/>
            <p:nvPr/>
          </p:nvSpPr>
          <p:spPr>
            <a:xfrm>
              <a:off x="23649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extrusionOk="0">
                  <a:moveTo>
                    <a:pt x="0" y="2439"/>
                  </a:moveTo>
                  <a:lnTo>
                    <a:pt x="2797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70"/>
            <p:cNvSpPr/>
            <p:nvPr/>
          </p:nvSpPr>
          <p:spPr>
            <a:xfrm>
              <a:off x="23649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fill="none" extrusionOk="0">
                  <a:moveTo>
                    <a:pt x="0" y="2439"/>
                  </a:moveTo>
                  <a:lnTo>
                    <a:pt x="2797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70"/>
            <p:cNvSpPr/>
            <p:nvPr/>
          </p:nvSpPr>
          <p:spPr>
            <a:xfrm>
              <a:off x="2277100" y="4513550"/>
              <a:ext cx="87000" cy="125225"/>
            </a:xfrm>
            <a:custGeom>
              <a:avLst/>
              <a:gdLst/>
              <a:ahLst/>
              <a:cxnLst/>
              <a:rect l="l" t="t" r="r" b="b"/>
              <a:pathLst>
                <a:path w="3480" h="5009" extrusionOk="0">
                  <a:moveTo>
                    <a:pt x="3480" y="5008"/>
                  </a:moveTo>
                  <a:lnTo>
                    <a:pt x="0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70"/>
            <p:cNvSpPr/>
            <p:nvPr/>
          </p:nvSpPr>
          <p:spPr>
            <a:xfrm>
              <a:off x="2277100" y="4513550"/>
              <a:ext cx="87000" cy="125225"/>
            </a:xfrm>
            <a:custGeom>
              <a:avLst/>
              <a:gdLst/>
              <a:ahLst/>
              <a:cxnLst/>
              <a:rect l="l" t="t" r="r" b="b"/>
              <a:pathLst>
                <a:path w="3480" h="5009" fill="none" extrusionOk="0">
                  <a:moveTo>
                    <a:pt x="3480" y="5008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70"/>
            <p:cNvSpPr/>
            <p:nvPr/>
          </p:nvSpPr>
          <p:spPr>
            <a:xfrm>
              <a:off x="2364900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extrusionOk="0">
                  <a:moveTo>
                    <a:pt x="0" y="3675"/>
                  </a:moveTo>
                  <a:lnTo>
                    <a:pt x="4130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70"/>
            <p:cNvSpPr/>
            <p:nvPr/>
          </p:nvSpPr>
          <p:spPr>
            <a:xfrm>
              <a:off x="2364900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fill="none" extrusionOk="0">
                  <a:moveTo>
                    <a:pt x="0" y="3675"/>
                  </a:moveTo>
                  <a:lnTo>
                    <a:pt x="4130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70"/>
            <p:cNvSpPr/>
            <p:nvPr/>
          </p:nvSpPr>
          <p:spPr>
            <a:xfrm>
              <a:off x="2261650" y="4676150"/>
              <a:ext cx="102450" cy="90250"/>
            </a:xfrm>
            <a:custGeom>
              <a:avLst/>
              <a:gdLst/>
              <a:ahLst/>
              <a:cxnLst/>
              <a:rect l="l" t="t" r="r" b="b"/>
              <a:pathLst>
                <a:path w="4098" h="3610" extrusionOk="0">
                  <a:moveTo>
                    <a:pt x="4098" y="3610"/>
                  </a:moveTo>
                  <a:lnTo>
                    <a:pt x="0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70"/>
            <p:cNvSpPr/>
            <p:nvPr/>
          </p:nvSpPr>
          <p:spPr>
            <a:xfrm>
              <a:off x="2261650" y="4676150"/>
              <a:ext cx="102450" cy="90250"/>
            </a:xfrm>
            <a:custGeom>
              <a:avLst/>
              <a:gdLst/>
              <a:ahLst/>
              <a:cxnLst/>
              <a:rect l="l" t="t" r="r" b="b"/>
              <a:pathLst>
                <a:path w="4098" h="3610" fill="none" extrusionOk="0">
                  <a:moveTo>
                    <a:pt x="4098" y="3610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70"/>
            <p:cNvSpPr/>
            <p:nvPr/>
          </p:nvSpPr>
          <p:spPr>
            <a:xfrm>
              <a:off x="2364075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extrusionOk="0">
                  <a:moveTo>
                    <a:pt x="1" y="2538"/>
                  </a:moveTo>
                  <a:lnTo>
                    <a:pt x="3188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70"/>
            <p:cNvSpPr/>
            <p:nvPr/>
          </p:nvSpPr>
          <p:spPr>
            <a:xfrm>
              <a:off x="2364075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fill="none" extrusionOk="0">
                  <a:moveTo>
                    <a:pt x="1" y="2538"/>
                  </a:moveTo>
                  <a:lnTo>
                    <a:pt x="3188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70"/>
            <p:cNvSpPr/>
            <p:nvPr/>
          </p:nvSpPr>
          <p:spPr>
            <a:xfrm>
              <a:off x="2364900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70"/>
            <p:cNvSpPr/>
            <p:nvPr/>
          </p:nvSpPr>
          <p:spPr>
            <a:xfrm>
              <a:off x="2364900" y="4342000"/>
              <a:ext cx="25" cy="570750"/>
            </a:xfrm>
            <a:custGeom>
              <a:avLst/>
              <a:gdLst/>
              <a:ahLst/>
              <a:cxnLst/>
              <a:rect l="l" t="t" r="r" b="b"/>
              <a:pathLst>
                <a:path w="1" h="22830" fill="none" extrusionOk="0">
                  <a:moveTo>
                    <a:pt x="0" y="22830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70"/>
            <p:cNvSpPr/>
            <p:nvPr/>
          </p:nvSpPr>
          <p:spPr>
            <a:xfrm>
              <a:off x="23649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extrusionOk="0">
                  <a:moveTo>
                    <a:pt x="0" y="2439"/>
                  </a:moveTo>
                  <a:lnTo>
                    <a:pt x="279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70"/>
            <p:cNvSpPr/>
            <p:nvPr/>
          </p:nvSpPr>
          <p:spPr>
            <a:xfrm>
              <a:off x="2364900" y="4483475"/>
              <a:ext cx="69950" cy="61000"/>
            </a:xfrm>
            <a:custGeom>
              <a:avLst/>
              <a:gdLst/>
              <a:ahLst/>
              <a:cxnLst/>
              <a:rect l="l" t="t" r="r" b="b"/>
              <a:pathLst>
                <a:path w="2798" h="2440" fill="none" extrusionOk="0">
                  <a:moveTo>
                    <a:pt x="0" y="2439"/>
                  </a:moveTo>
                  <a:lnTo>
                    <a:pt x="2797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70"/>
            <p:cNvSpPr/>
            <p:nvPr/>
          </p:nvSpPr>
          <p:spPr>
            <a:xfrm>
              <a:off x="2277100" y="4513550"/>
              <a:ext cx="87000" cy="125225"/>
            </a:xfrm>
            <a:custGeom>
              <a:avLst/>
              <a:gdLst/>
              <a:ahLst/>
              <a:cxnLst/>
              <a:rect l="l" t="t" r="r" b="b"/>
              <a:pathLst>
                <a:path w="3480" h="5009" extrusionOk="0">
                  <a:moveTo>
                    <a:pt x="3480" y="5008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70"/>
            <p:cNvSpPr/>
            <p:nvPr/>
          </p:nvSpPr>
          <p:spPr>
            <a:xfrm>
              <a:off x="2277100" y="4513550"/>
              <a:ext cx="87000" cy="125225"/>
            </a:xfrm>
            <a:custGeom>
              <a:avLst/>
              <a:gdLst/>
              <a:ahLst/>
              <a:cxnLst/>
              <a:rect l="l" t="t" r="r" b="b"/>
              <a:pathLst>
                <a:path w="3480" h="5009" fill="none" extrusionOk="0">
                  <a:moveTo>
                    <a:pt x="3480" y="5008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70"/>
            <p:cNvSpPr/>
            <p:nvPr/>
          </p:nvSpPr>
          <p:spPr>
            <a:xfrm>
              <a:off x="2364900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extrusionOk="0">
                  <a:moveTo>
                    <a:pt x="0" y="3675"/>
                  </a:moveTo>
                  <a:lnTo>
                    <a:pt x="413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70"/>
            <p:cNvSpPr/>
            <p:nvPr/>
          </p:nvSpPr>
          <p:spPr>
            <a:xfrm>
              <a:off x="2364900" y="4601350"/>
              <a:ext cx="103275" cy="91900"/>
            </a:xfrm>
            <a:custGeom>
              <a:avLst/>
              <a:gdLst/>
              <a:ahLst/>
              <a:cxnLst/>
              <a:rect l="l" t="t" r="r" b="b"/>
              <a:pathLst>
                <a:path w="4131" h="3676" fill="none" extrusionOk="0">
                  <a:moveTo>
                    <a:pt x="0" y="3675"/>
                  </a:moveTo>
                  <a:lnTo>
                    <a:pt x="413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70"/>
            <p:cNvSpPr/>
            <p:nvPr/>
          </p:nvSpPr>
          <p:spPr>
            <a:xfrm>
              <a:off x="2261650" y="4676150"/>
              <a:ext cx="102450" cy="90250"/>
            </a:xfrm>
            <a:custGeom>
              <a:avLst/>
              <a:gdLst/>
              <a:ahLst/>
              <a:cxnLst/>
              <a:rect l="l" t="t" r="r" b="b"/>
              <a:pathLst>
                <a:path w="4098" h="3610" extrusionOk="0">
                  <a:moveTo>
                    <a:pt x="4098" y="361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70"/>
            <p:cNvSpPr/>
            <p:nvPr/>
          </p:nvSpPr>
          <p:spPr>
            <a:xfrm>
              <a:off x="2261650" y="4676150"/>
              <a:ext cx="102450" cy="90250"/>
            </a:xfrm>
            <a:custGeom>
              <a:avLst/>
              <a:gdLst/>
              <a:ahLst/>
              <a:cxnLst/>
              <a:rect l="l" t="t" r="r" b="b"/>
              <a:pathLst>
                <a:path w="4098" h="3610" fill="none" extrusionOk="0">
                  <a:moveTo>
                    <a:pt x="4098" y="3610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70"/>
            <p:cNvSpPr/>
            <p:nvPr/>
          </p:nvSpPr>
          <p:spPr>
            <a:xfrm>
              <a:off x="2364075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extrusionOk="0">
                  <a:moveTo>
                    <a:pt x="1" y="2538"/>
                  </a:moveTo>
                  <a:lnTo>
                    <a:pt x="3188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70"/>
            <p:cNvSpPr/>
            <p:nvPr/>
          </p:nvSpPr>
          <p:spPr>
            <a:xfrm>
              <a:off x="2364075" y="4766375"/>
              <a:ext cx="79700" cy="63450"/>
            </a:xfrm>
            <a:custGeom>
              <a:avLst/>
              <a:gdLst/>
              <a:ahLst/>
              <a:cxnLst/>
              <a:rect l="l" t="t" r="r" b="b"/>
              <a:pathLst>
                <a:path w="3188" h="2538" fill="none" extrusionOk="0">
                  <a:moveTo>
                    <a:pt x="1" y="2538"/>
                  </a:moveTo>
                  <a:lnTo>
                    <a:pt x="3188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70"/>
            <p:cNvSpPr/>
            <p:nvPr/>
          </p:nvSpPr>
          <p:spPr>
            <a:xfrm>
              <a:off x="2412050" y="4698900"/>
              <a:ext cx="219525" cy="247175"/>
            </a:xfrm>
            <a:custGeom>
              <a:avLst/>
              <a:gdLst/>
              <a:ahLst/>
              <a:cxnLst/>
              <a:rect l="l" t="t" r="r" b="b"/>
              <a:pathLst>
                <a:path w="8781" h="9887" extrusionOk="0">
                  <a:moveTo>
                    <a:pt x="0" y="9887"/>
                  </a:moveTo>
                  <a:lnTo>
                    <a:pt x="8781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70"/>
            <p:cNvSpPr/>
            <p:nvPr/>
          </p:nvSpPr>
          <p:spPr>
            <a:xfrm>
              <a:off x="2412050" y="4698900"/>
              <a:ext cx="219525" cy="247175"/>
            </a:xfrm>
            <a:custGeom>
              <a:avLst/>
              <a:gdLst/>
              <a:ahLst/>
              <a:cxnLst/>
              <a:rect l="l" t="t" r="r" b="b"/>
              <a:pathLst>
                <a:path w="8781" h="9887" fill="none" extrusionOk="0">
                  <a:moveTo>
                    <a:pt x="0" y="9887"/>
                  </a:moveTo>
                  <a:lnTo>
                    <a:pt x="8781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70"/>
            <p:cNvSpPr/>
            <p:nvPr/>
          </p:nvSpPr>
          <p:spPr>
            <a:xfrm>
              <a:off x="2553500" y="4786700"/>
              <a:ext cx="54500" cy="25"/>
            </a:xfrm>
            <a:custGeom>
              <a:avLst/>
              <a:gdLst/>
              <a:ahLst/>
              <a:cxnLst/>
              <a:rect l="l" t="t" r="r" b="b"/>
              <a:pathLst>
                <a:path w="2180" h="1" extrusionOk="0">
                  <a:moveTo>
                    <a:pt x="1" y="1"/>
                  </a:moveTo>
                  <a:lnTo>
                    <a:pt x="2180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70"/>
            <p:cNvSpPr/>
            <p:nvPr/>
          </p:nvSpPr>
          <p:spPr>
            <a:xfrm>
              <a:off x="2553500" y="4786700"/>
              <a:ext cx="54500" cy="25"/>
            </a:xfrm>
            <a:custGeom>
              <a:avLst/>
              <a:gdLst/>
              <a:ahLst/>
              <a:cxnLst/>
              <a:rect l="l" t="t" r="r" b="b"/>
              <a:pathLst>
                <a:path w="2180" h="1" fill="none" extrusionOk="0">
                  <a:moveTo>
                    <a:pt x="1" y="1"/>
                  </a:moveTo>
                  <a:lnTo>
                    <a:pt x="2180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70"/>
            <p:cNvSpPr/>
            <p:nvPr/>
          </p:nvSpPr>
          <p:spPr>
            <a:xfrm>
              <a:off x="2516925" y="4739550"/>
              <a:ext cx="10600" cy="87825"/>
            </a:xfrm>
            <a:custGeom>
              <a:avLst/>
              <a:gdLst/>
              <a:ahLst/>
              <a:cxnLst/>
              <a:rect l="l" t="t" r="r" b="b"/>
              <a:pathLst>
                <a:path w="424" h="3513" extrusionOk="0">
                  <a:moveTo>
                    <a:pt x="1" y="3513"/>
                  </a:moveTo>
                  <a:lnTo>
                    <a:pt x="423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70"/>
            <p:cNvSpPr/>
            <p:nvPr/>
          </p:nvSpPr>
          <p:spPr>
            <a:xfrm>
              <a:off x="2516925" y="4739550"/>
              <a:ext cx="10600" cy="87825"/>
            </a:xfrm>
            <a:custGeom>
              <a:avLst/>
              <a:gdLst/>
              <a:ahLst/>
              <a:cxnLst/>
              <a:rect l="l" t="t" r="r" b="b"/>
              <a:pathLst>
                <a:path w="424" h="3513" fill="none" extrusionOk="0">
                  <a:moveTo>
                    <a:pt x="1" y="3513"/>
                  </a:moveTo>
                  <a:lnTo>
                    <a:pt x="423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70"/>
            <p:cNvSpPr/>
            <p:nvPr/>
          </p:nvSpPr>
          <p:spPr>
            <a:xfrm>
              <a:off x="2496600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extrusionOk="0">
                  <a:moveTo>
                    <a:pt x="1" y="0"/>
                  </a:moveTo>
                  <a:lnTo>
                    <a:pt x="3220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70"/>
            <p:cNvSpPr/>
            <p:nvPr/>
          </p:nvSpPr>
          <p:spPr>
            <a:xfrm>
              <a:off x="2496600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fill="none" extrusionOk="0">
                  <a:moveTo>
                    <a:pt x="1" y="0"/>
                  </a:moveTo>
                  <a:lnTo>
                    <a:pt x="3220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70"/>
            <p:cNvSpPr/>
            <p:nvPr/>
          </p:nvSpPr>
          <p:spPr>
            <a:xfrm>
              <a:off x="2458400" y="4803775"/>
              <a:ext cx="9775" cy="78900"/>
            </a:xfrm>
            <a:custGeom>
              <a:avLst/>
              <a:gdLst/>
              <a:ahLst/>
              <a:cxnLst/>
              <a:rect l="l" t="t" r="r" b="b"/>
              <a:pathLst>
                <a:path w="391" h="3156" extrusionOk="0">
                  <a:moveTo>
                    <a:pt x="390" y="3155"/>
                  </a:moveTo>
                  <a:lnTo>
                    <a:pt x="0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70"/>
            <p:cNvSpPr/>
            <p:nvPr/>
          </p:nvSpPr>
          <p:spPr>
            <a:xfrm>
              <a:off x="2458400" y="4803775"/>
              <a:ext cx="9775" cy="78900"/>
            </a:xfrm>
            <a:custGeom>
              <a:avLst/>
              <a:gdLst/>
              <a:ahLst/>
              <a:cxnLst/>
              <a:rect l="l" t="t" r="r" b="b"/>
              <a:pathLst>
                <a:path w="391" h="3156" fill="none" extrusionOk="0">
                  <a:moveTo>
                    <a:pt x="390" y="3155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70"/>
            <p:cNvSpPr/>
            <p:nvPr/>
          </p:nvSpPr>
          <p:spPr>
            <a:xfrm>
              <a:off x="2443750" y="4909475"/>
              <a:ext cx="58575" cy="4100"/>
            </a:xfrm>
            <a:custGeom>
              <a:avLst/>
              <a:gdLst/>
              <a:ahLst/>
              <a:cxnLst/>
              <a:rect l="l" t="t" r="r" b="b"/>
              <a:pathLst>
                <a:path w="2343" h="164" extrusionOk="0">
                  <a:moveTo>
                    <a:pt x="1" y="0"/>
                  </a:moveTo>
                  <a:lnTo>
                    <a:pt x="2342" y="163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70"/>
            <p:cNvSpPr/>
            <p:nvPr/>
          </p:nvSpPr>
          <p:spPr>
            <a:xfrm>
              <a:off x="2443750" y="4909475"/>
              <a:ext cx="58575" cy="4100"/>
            </a:xfrm>
            <a:custGeom>
              <a:avLst/>
              <a:gdLst/>
              <a:ahLst/>
              <a:cxnLst/>
              <a:rect l="l" t="t" r="r" b="b"/>
              <a:pathLst>
                <a:path w="2343" h="164" fill="none" extrusionOk="0">
                  <a:moveTo>
                    <a:pt x="1" y="0"/>
                  </a:moveTo>
                  <a:lnTo>
                    <a:pt x="2342" y="163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70"/>
            <p:cNvSpPr/>
            <p:nvPr/>
          </p:nvSpPr>
          <p:spPr>
            <a:xfrm>
              <a:off x="2412050" y="4698900"/>
              <a:ext cx="219525" cy="247175"/>
            </a:xfrm>
            <a:custGeom>
              <a:avLst/>
              <a:gdLst/>
              <a:ahLst/>
              <a:cxnLst/>
              <a:rect l="l" t="t" r="r" b="b"/>
              <a:pathLst>
                <a:path w="8781" h="9887" extrusionOk="0">
                  <a:moveTo>
                    <a:pt x="0" y="9887"/>
                  </a:moveTo>
                  <a:lnTo>
                    <a:pt x="878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70"/>
            <p:cNvSpPr/>
            <p:nvPr/>
          </p:nvSpPr>
          <p:spPr>
            <a:xfrm>
              <a:off x="2412050" y="4698900"/>
              <a:ext cx="219525" cy="247175"/>
            </a:xfrm>
            <a:custGeom>
              <a:avLst/>
              <a:gdLst/>
              <a:ahLst/>
              <a:cxnLst/>
              <a:rect l="l" t="t" r="r" b="b"/>
              <a:pathLst>
                <a:path w="8781" h="9887" fill="none" extrusionOk="0">
                  <a:moveTo>
                    <a:pt x="0" y="9887"/>
                  </a:moveTo>
                  <a:lnTo>
                    <a:pt x="8781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70"/>
            <p:cNvSpPr/>
            <p:nvPr/>
          </p:nvSpPr>
          <p:spPr>
            <a:xfrm>
              <a:off x="2553500" y="4786700"/>
              <a:ext cx="54500" cy="25"/>
            </a:xfrm>
            <a:custGeom>
              <a:avLst/>
              <a:gdLst/>
              <a:ahLst/>
              <a:cxnLst/>
              <a:rect l="l" t="t" r="r" b="b"/>
              <a:pathLst>
                <a:path w="2180" h="1" extrusionOk="0">
                  <a:moveTo>
                    <a:pt x="1" y="1"/>
                  </a:moveTo>
                  <a:lnTo>
                    <a:pt x="218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70"/>
            <p:cNvSpPr/>
            <p:nvPr/>
          </p:nvSpPr>
          <p:spPr>
            <a:xfrm>
              <a:off x="2553500" y="4786700"/>
              <a:ext cx="54500" cy="25"/>
            </a:xfrm>
            <a:custGeom>
              <a:avLst/>
              <a:gdLst/>
              <a:ahLst/>
              <a:cxnLst/>
              <a:rect l="l" t="t" r="r" b="b"/>
              <a:pathLst>
                <a:path w="2180" h="1" fill="none" extrusionOk="0">
                  <a:moveTo>
                    <a:pt x="1" y="1"/>
                  </a:moveTo>
                  <a:lnTo>
                    <a:pt x="218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70"/>
            <p:cNvSpPr/>
            <p:nvPr/>
          </p:nvSpPr>
          <p:spPr>
            <a:xfrm>
              <a:off x="2516925" y="4739550"/>
              <a:ext cx="10600" cy="87825"/>
            </a:xfrm>
            <a:custGeom>
              <a:avLst/>
              <a:gdLst/>
              <a:ahLst/>
              <a:cxnLst/>
              <a:rect l="l" t="t" r="r" b="b"/>
              <a:pathLst>
                <a:path w="424" h="3513" extrusionOk="0">
                  <a:moveTo>
                    <a:pt x="1" y="3513"/>
                  </a:moveTo>
                  <a:lnTo>
                    <a:pt x="423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70"/>
            <p:cNvSpPr/>
            <p:nvPr/>
          </p:nvSpPr>
          <p:spPr>
            <a:xfrm>
              <a:off x="2516925" y="4739550"/>
              <a:ext cx="10600" cy="87825"/>
            </a:xfrm>
            <a:custGeom>
              <a:avLst/>
              <a:gdLst/>
              <a:ahLst/>
              <a:cxnLst/>
              <a:rect l="l" t="t" r="r" b="b"/>
              <a:pathLst>
                <a:path w="424" h="3513" fill="none" extrusionOk="0">
                  <a:moveTo>
                    <a:pt x="1" y="3513"/>
                  </a:moveTo>
                  <a:lnTo>
                    <a:pt x="423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70"/>
            <p:cNvSpPr/>
            <p:nvPr/>
          </p:nvSpPr>
          <p:spPr>
            <a:xfrm>
              <a:off x="2496600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extrusionOk="0">
                  <a:moveTo>
                    <a:pt x="1" y="0"/>
                  </a:moveTo>
                  <a:lnTo>
                    <a:pt x="322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70"/>
            <p:cNvSpPr/>
            <p:nvPr/>
          </p:nvSpPr>
          <p:spPr>
            <a:xfrm>
              <a:off x="2496600" y="4850950"/>
              <a:ext cx="80500" cy="25"/>
            </a:xfrm>
            <a:custGeom>
              <a:avLst/>
              <a:gdLst/>
              <a:ahLst/>
              <a:cxnLst/>
              <a:rect l="l" t="t" r="r" b="b"/>
              <a:pathLst>
                <a:path w="3220" h="1" fill="none" extrusionOk="0">
                  <a:moveTo>
                    <a:pt x="1" y="0"/>
                  </a:moveTo>
                  <a:lnTo>
                    <a:pt x="322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70"/>
            <p:cNvSpPr/>
            <p:nvPr/>
          </p:nvSpPr>
          <p:spPr>
            <a:xfrm>
              <a:off x="2458400" y="4803775"/>
              <a:ext cx="9775" cy="78900"/>
            </a:xfrm>
            <a:custGeom>
              <a:avLst/>
              <a:gdLst/>
              <a:ahLst/>
              <a:cxnLst/>
              <a:rect l="l" t="t" r="r" b="b"/>
              <a:pathLst>
                <a:path w="391" h="3156" extrusionOk="0">
                  <a:moveTo>
                    <a:pt x="390" y="3155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70"/>
            <p:cNvSpPr/>
            <p:nvPr/>
          </p:nvSpPr>
          <p:spPr>
            <a:xfrm>
              <a:off x="2458400" y="4803775"/>
              <a:ext cx="9775" cy="78900"/>
            </a:xfrm>
            <a:custGeom>
              <a:avLst/>
              <a:gdLst/>
              <a:ahLst/>
              <a:cxnLst/>
              <a:rect l="l" t="t" r="r" b="b"/>
              <a:pathLst>
                <a:path w="391" h="3156" fill="none" extrusionOk="0">
                  <a:moveTo>
                    <a:pt x="390" y="3155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70"/>
            <p:cNvSpPr/>
            <p:nvPr/>
          </p:nvSpPr>
          <p:spPr>
            <a:xfrm>
              <a:off x="2443750" y="4909475"/>
              <a:ext cx="58575" cy="4100"/>
            </a:xfrm>
            <a:custGeom>
              <a:avLst/>
              <a:gdLst/>
              <a:ahLst/>
              <a:cxnLst/>
              <a:rect l="l" t="t" r="r" b="b"/>
              <a:pathLst>
                <a:path w="2343" h="164" extrusionOk="0">
                  <a:moveTo>
                    <a:pt x="1" y="0"/>
                  </a:moveTo>
                  <a:lnTo>
                    <a:pt x="2342" y="16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70"/>
            <p:cNvSpPr/>
            <p:nvPr/>
          </p:nvSpPr>
          <p:spPr>
            <a:xfrm>
              <a:off x="2443750" y="4909475"/>
              <a:ext cx="58575" cy="4100"/>
            </a:xfrm>
            <a:custGeom>
              <a:avLst/>
              <a:gdLst/>
              <a:ahLst/>
              <a:cxnLst/>
              <a:rect l="l" t="t" r="r" b="b"/>
              <a:pathLst>
                <a:path w="2343" h="164" fill="none" extrusionOk="0">
                  <a:moveTo>
                    <a:pt x="1" y="0"/>
                  </a:moveTo>
                  <a:lnTo>
                    <a:pt x="2342" y="163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70"/>
            <p:cNvSpPr/>
            <p:nvPr/>
          </p:nvSpPr>
          <p:spPr>
            <a:xfrm>
              <a:off x="2090925" y="4703775"/>
              <a:ext cx="230100" cy="237425"/>
            </a:xfrm>
            <a:custGeom>
              <a:avLst/>
              <a:gdLst/>
              <a:ahLst/>
              <a:cxnLst/>
              <a:rect l="l" t="t" r="r" b="b"/>
              <a:pathLst>
                <a:path w="9204" h="9497" extrusionOk="0">
                  <a:moveTo>
                    <a:pt x="9203" y="9497"/>
                  </a:moveTo>
                  <a:lnTo>
                    <a:pt x="0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70"/>
            <p:cNvSpPr/>
            <p:nvPr/>
          </p:nvSpPr>
          <p:spPr>
            <a:xfrm>
              <a:off x="2090925" y="4703775"/>
              <a:ext cx="230100" cy="237425"/>
            </a:xfrm>
            <a:custGeom>
              <a:avLst/>
              <a:gdLst/>
              <a:ahLst/>
              <a:cxnLst/>
              <a:rect l="l" t="t" r="r" b="b"/>
              <a:pathLst>
                <a:path w="9204" h="9497" fill="none" extrusionOk="0">
                  <a:moveTo>
                    <a:pt x="9203" y="9497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70"/>
            <p:cNvSpPr/>
            <p:nvPr/>
          </p:nvSpPr>
          <p:spPr>
            <a:xfrm>
              <a:off x="2173025" y="4734675"/>
              <a:ext cx="4100" cy="53675"/>
            </a:xfrm>
            <a:custGeom>
              <a:avLst/>
              <a:gdLst/>
              <a:ahLst/>
              <a:cxnLst/>
              <a:rect l="l" t="t" r="r" b="b"/>
              <a:pathLst>
                <a:path w="164" h="2147" extrusionOk="0">
                  <a:moveTo>
                    <a:pt x="1" y="2147"/>
                  </a:moveTo>
                  <a:lnTo>
                    <a:pt x="163" y="1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70"/>
            <p:cNvSpPr/>
            <p:nvPr/>
          </p:nvSpPr>
          <p:spPr>
            <a:xfrm>
              <a:off x="2173025" y="4734675"/>
              <a:ext cx="4100" cy="53675"/>
            </a:xfrm>
            <a:custGeom>
              <a:avLst/>
              <a:gdLst/>
              <a:ahLst/>
              <a:cxnLst/>
              <a:rect l="l" t="t" r="r" b="b"/>
              <a:pathLst>
                <a:path w="164" h="2147" fill="none" extrusionOk="0">
                  <a:moveTo>
                    <a:pt x="1" y="2147"/>
                  </a:moveTo>
                  <a:lnTo>
                    <a:pt x="163" y="1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70"/>
            <p:cNvSpPr/>
            <p:nvPr/>
          </p:nvSpPr>
          <p:spPr>
            <a:xfrm>
              <a:off x="2123450" y="4810300"/>
              <a:ext cx="87000" cy="17900"/>
            </a:xfrm>
            <a:custGeom>
              <a:avLst/>
              <a:gdLst/>
              <a:ahLst/>
              <a:cxnLst/>
              <a:rect l="l" t="t" r="r" b="b"/>
              <a:pathLst>
                <a:path w="3480" h="716" extrusionOk="0">
                  <a:moveTo>
                    <a:pt x="3480" y="715"/>
                  </a:moveTo>
                  <a:lnTo>
                    <a:pt x="0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70"/>
            <p:cNvSpPr/>
            <p:nvPr/>
          </p:nvSpPr>
          <p:spPr>
            <a:xfrm>
              <a:off x="2123450" y="4810300"/>
              <a:ext cx="87000" cy="17900"/>
            </a:xfrm>
            <a:custGeom>
              <a:avLst/>
              <a:gdLst/>
              <a:ahLst/>
              <a:cxnLst/>
              <a:rect l="l" t="t" r="r" b="b"/>
              <a:pathLst>
                <a:path w="3480" h="716" fill="none" extrusionOk="0">
                  <a:moveTo>
                    <a:pt x="3480" y="715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70"/>
            <p:cNvSpPr/>
            <p:nvPr/>
          </p:nvSpPr>
          <p:spPr>
            <a:xfrm>
              <a:off x="223237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extrusionOk="0">
                  <a:moveTo>
                    <a:pt x="1" y="3219"/>
                  </a:moveTo>
                  <a:lnTo>
                    <a:pt x="228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70"/>
            <p:cNvSpPr/>
            <p:nvPr/>
          </p:nvSpPr>
          <p:spPr>
            <a:xfrm>
              <a:off x="223237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fill="none" extrusionOk="0">
                  <a:moveTo>
                    <a:pt x="1" y="3219"/>
                  </a:moveTo>
                  <a:lnTo>
                    <a:pt x="228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70"/>
            <p:cNvSpPr/>
            <p:nvPr/>
          </p:nvSpPr>
          <p:spPr>
            <a:xfrm>
              <a:off x="2182775" y="4881025"/>
              <a:ext cx="78900" cy="3275"/>
            </a:xfrm>
            <a:custGeom>
              <a:avLst/>
              <a:gdLst/>
              <a:ahLst/>
              <a:cxnLst/>
              <a:rect l="l" t="t" r="r" b="b"/>
              <a:pathLst>
                <a:path w="3156" h="131" extrusionOk="0">
                  <a:moveTo>
                    <a:pt x="3155" y="0"/>
                  </a:moveTo>
                  <a:lnTo>
                    <a:pt x="1" y="13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70"/>
            <p:cNvSpPr/>
            <p:nvPr/>
          </p:nvSpPr>
          <p:spPr>
            <a:xfrm>
              <a:off x="2182775" y="4881025"/>
              <a:ext cx="78900" cy="3275"/>
            </a:xfrm>
            <a:custGeom>
              <a:avLst/>
              <a:gdLst/>
              <a:ahLst/>
              <a:cxnLst/>
              <a:rect l="l" t="t" r="r" b="b"/>
              <a:pathLst>
                <a:path w="3156" h="131" fill="none" extrusionOk="0">
                  <a:moveTo>
                    <a:pt x="3155" y="0"/>
                  </a:moveTo>
                  <a:lnTo>
                    <a:pt x="1" y="13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70"/>
            <p:cNvSpPr/>
            <p:nvPr/>
          </p:nvSpPr>
          <p:spPr>
            <a:xfrm>
              <a:off x="2287650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extrusionOk="0">
                  <a:moveTo>
                    <a:pt x="1" y="2342"/>
                  </a:moveTo>
                  <a:lnTo>
                    <a:pt x="294" y="0"/>
                  </a:lnTo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70"/>
            <p:cNvSpPr/>
            <p:nvPr/>
          </p:nvSpPr>
          <p:spPr>
            <a:xfrm>
              <a:off x="2287650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fill="none" extrusionOk="0">
                  <a:moveTo>
                    <a:pt x="1" y="2342"/>
                  </a:moveTo>
                  <a:lnTo>
                    <a:pt x="294" y="0"/>
                  </a:lnTo>
                </a:path>
              </a:pathLst>
            </a:custGeom>
            <a:noFill/>
            <a:ln w="10575" cap="rnd" cmpd="sng">
              <a:solidFill>
                <a:srgbClr val="FE7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70"/>
            <p:cNvSpPr/>
            <p:nvPr/>
          </p:nvSpPr>
          <p:spPr>
            <a:xfrm>
              <a:off x="2090925" y="4703775"/>
              <a:ext cx="230100" cy="237425"/>
            </a:xfrm>
            <a:custGeom>
              <a:avLst/>
              <a:gdLst/>
              <a:ahLst/>
              <a:cxnLst/>
              <a:rect l="l" t="t" r="r" b="b"/>
              <a:pathLst>
                <a:path w="9204" h="9497" extrusionOk="0">
                  <a:moveTo>
                    <a:pt x="9203" y="9497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70"/>
            <p:cNvSpPr/>
            <p:nvPr/>
          </p:nvSpPr>
          <p:spPr>
            <a:xfrm>
              <a:off x="2090925" y="4703775"/>
              <a:ext cx="230100" cy="237425"/>
            </a:xfrm>
            <a:custGeom>
              <a:avLst/>
              <a:gdLst/>
              <a:ahLst/>
              <a:cxnLst/>
              <a:rect l="l" t="t" r="r" b="b"/>
              <a:pathLst>
                <a:path w="9204" h="9497" fill="none" extrusionOk="0">
                  <a:moveTo>
                    <a:pt x="9203" y="9497"/>
                  </a:moveTo>
                  <a:lnTo>
                    <a:pt x="0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70"/>
            <p:cNvSpPr/>
            <p:nvPr/>
          </p:nvSpPr>
          <p:spPr>
            <a:xfrm>
              <a:off x="2173025" y="4734675"/>
              <a:ext cx="4100" cy="53675"/>
            </a:xfrm>
            <a:custGeom>
              <a:avLst/>
              <a:gdLst/>
              <a:ahLst/>
              <a:cxnLst/>
              <a:rect l="l" t="t" r="r" b="b"/>
              <a:pathLst>
                <a:path w="164" h="2147" extrusionOk="0">
                  <a:moveTo>
                    <a:pt x="1" y="2147"/>
                  </a:moveTo>
                  <a:lnTo>
                    <a:pt x="163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70"/>
            <p:cNvSpPr/>
            <p:nvPr/>
          </p:nvSpPr>
          <p:spPr>
            <a:xfrm>
              <a:off x="2173025" y="4734675"/>
              <a:ext cx="4100" cy="53675"/>
            </a:xfrm>
            <a:custGeom>
              <a:avLst/>
              <a:gdLst/>
              <a:ahLst/>
              <a:cxnLst/>
              <a:rect l="l" t="t" r="r" b="b"/>
              <a:pathLst>
                <a:path w="164" h="2147" fill="none" extrusionOk="0">
                  <a:moveTo>
                    <a:pt x="1" y="2147"/>
                  </a:moveTo>
                  <a:lnTo>
                    <a:pt x="163" y="1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70"/>
            <p:cNvSpPr/>
            <p:nvPr/>
          </p:nvSpPr>
          <p:spPr>
            <a:xfrm>
              <a:off x="2123450" y="4810300"/>
              <a:ext cx="87000" cy="17900"/>
            </a:xfrm>
            <a:custGeom>
              <a:avLst/>
              <a:gdLst/>
              <a:ahLst/>
              <a:cxnLst/>
              <a:rect l="l" t="t" r="r" b="b"/>
              <a:pathLst>
                <a:path w="3480" h="716" extrusionOk="0">
                  <a:moveTo>
                    <a:pt x="3480" y="715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70"/>
            <p:cNvSpPr/>
            <p:nvPr/>
          </p:nvSpPr>
          <p:spPr>
            <a:xfrm>
              <a:off x="2123450" y="4810300"/>
              <a:ext cx="87000" cy="17900"/>
            </a:xfrm>
            <a:custGeom>
              <a:avLst/>
              <a:gdLst/>
              <a:ahLst/>
              <a:cxnLst/>
              <a:rect l="l" t="t" r="r" b="b"/>
              <a:pathLst>
                <a:path w="3480" h="716" fill="none" extrusionOk="0">
                  <a:moveTo>
                    <a:pt x="3480" y="715"/>
                  </a:moveTo>
                  <a:lnTo>
                    <a:pt x="0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70"/>
            <p:cNvSpPr/>
            <p:nvPr/>
          </p:nvSpPr>
          <p:spPr>
            <a:xfrm>
              <a:off x="223237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extrusionOk="0">
                  <a:moveTo>
                    <a:pt x="1" y="3219"/>
                  </a:moveTo>
                  <a:lnTo>
                    <a:pt x="228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70"/>
            <p:cNvSpPr/>
            <p:nvPr/>
          </p:nvSpPr>
          <p:spPr>
            <a:xfrm>
              <a:off x="2232375" y="4769650"/>
              <a:ext cx="5725" cy="80500"/>
            </a:xfrm>
            <a:custGeom>
              <a:avLst/>
              <a:gdLst/>
              <a:ahLst/>
              <a:cxnLst/>
              <a:rect l="l" t="t" r="r" b="b"/>
              <a:pathLst>
                <a:path w="229" h="3220" fill="none" extrusionOk="0">
                  <a:moveTo>
                    <a:pt x="1" y="3219"/>
                  </a:moveTo>
                  <a:lnTo>
                    <a:pt x="228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70"/>
            <p:cNvSpPr/>
            <p:nvPr/>
          </p:nvSpPr>
          <p:spPr>
            <a:xfrm>
              <a:off x="2182775" y="4881025"/>
              <a:ext cx="78900" cy="3275"/>
            </a:xfrm>
            <a:custGeom>
              <a:avLst/>
              <a:gdLst/>
              <a:ahLst/>
              <a:cxnLst/>
              <a:rect l="l" t="t" r="r" b="b"/>
              <a:pathLst>
                <a:path w="3156" h="131" extrusionOk="0">
                  <a:moveTo>
                    <a:pt x="3155" y="0"/>
                  </a:moveTo>
                  <a:lnTo>
                    <a:pt x="1" y="13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70"/>
            <p:cNvSpPr/>
            <p:nvPr/>
          </p:nvSpPr>
          <p:spPr>
            <a:xfrm>
              <a:off x="2182775" y="4881025"/>
              <a:ext cx="78900" cy="3275"/>
            </a:xfrm>
            <a:custGeom>
              <a:avLst/>
              <a:gdLst/>
              <a:ahLst/>
              <a:cxnLst/>
              <a:rect l="l" t="t" r="r" b="b"/>
              <a:pathLst>
                <a:path w="3156" h="131" fill="none" extrusionOk="0">
                  <a:moveTo>
                    <a:pt x="3155" y="0"/>
                  </a:moveTo>
                  <a:lnTo>
                    <a:pt x="1" y="13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70"/>
            <p:cNvSpPr/>
            <p:nvPr/>
          </p:nvSpPr>
          <p:spPr>
            <a:xfrm>
              <a:off x="2287650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extrusionOk="0">
                  <a:moveTo>
                    <a:pt x="1" y="2342"/>
                  </a:moveTo>
                  <a:lnTo>
                    <a:pt x="294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70"/>
            <p:cNvSpPr/>
            <p:nvPr/>
          </p:nvSpPr>
          <p:spPr>
            <a:xfrm>
              <a:off x="2287650" y="4848500"/>
              <a:ext cx="7350" cy="58550"/>
            </a:xfrm>
            <a:custGeom>
              <a:avLst/>
              <a:gdLst/>
              <a:ahLst/>
              <a:cxnLst/>
              <a:rect l="l" t="t" r="r" b="b"/>
              <a:pathLst>
                <a:path w="294" h="2342" fill="none" extrusionOk="0">
                  <a:moveTo>
                    <a:pt x="1" y="2342"/>
                  </a:moveTo>
                  <a:lnTo>
                    <a:pt x="294" y="0"/>
                  </a:lnTo>
                </a:path>
              </a:pathLst>
            </a:custGeom>
            <a:noFill/>
            <a:ln w="10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70"/>
            <p:cNvSpPr/>
            <p:nvPr/>
          </p:nvSpPr>
          <p:spPr>
            <a:xfrm>
              <a:off x="2549450" y="1913600"/>
              <a:ext cx="2759300" cy="12225"/>
            </a:xfrm>
            <a:custGeom>
              <a:avLst/>
              <a:gdLst/>
              <a:ahLst/>
              <a:cxnLst/>
              <a:rect l="l" t="t" r="r" b="b"/>
              <a:pathLst>
                <a:path w="110372" h="489" extrusionOk="0">
                  <a:moveTo>
                    <a:pt x="260" y="1"/>
                  </a:moveTo>
                  <a:cubicBezTo>
                    <a:pt x="98" y="1"/>
                    <a:pt x="0" y="98"/>
                    <a:pt x="0" y="261"/>
                  </a:cubicBezTo>
                  <a:cubicBezTo>
                    <a:pt x="0" y="391"/>
                    <a:pt x="98" y="489"/>
                    <a:pt x="260" y="489"/>
                  </a:cubicBezTo>
                  <a:lnTo>
                    <a:pt x="110144" y="489"/>
                  </a:lnTo>
                  <a:cubicBezTo>
                    <a:pt x="110274" y="489"/>
                    <a:pt x="110372" y="391"/>
                    <a:pt x="110372" y="261"/>
                  </a:cubicBezTo>
                  <a:cubicBezTo>
                    <a:pt x="110372" y="98"/>
                    <a:pt x="110274" y="1"/>
                    <a:pt x="110144" y="1"/>
                  </a:cubicBezTo>
                  <a:close/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70"/>
            <p:cNvSpPr/>
            <p:nvPr/>
          </p:nvSpPr>
          <p:spPr>
            <a:xfrm>
              <a:off x="2549450" y="1913600"/>
              <a:ext cx="2759300" cy="12225"/>
            </a:xfrm>
            <a:custGeom>
              <a:avLst/>
              <a:gdLst/>
              <a:ahLst/>
              <a:cxnLst/>
              <a:rect l="l" t="t" r="r" b="b"/>
              <a:pathLst>
                <a:path w="110372" h="489" extrusionOk="0">
                  <a:moveTo>
                    <a:pt x="260" y="1"/>
                  </a:moveTo>
                  <a:cubicBezTo>
                    <a:pt x="98" y="1"/>
                    <a:pt x="0" y="98"/>
                    <a:pt x="0" y="261"/>
                  </a:cubicBezTo>
                  <a:cubicBezTo>
                    <a:pt x="0" y="391"/>
                    <a:pt x="98" y="489"/>
                    <a:pt x="260" y="489"/>
                  </a:cubicBezTo>
                  <a:lnTo>
                    <a:pt x="110144" y="489"/>
                  </a:lnTo>
                  <a:cubicBezTo>
                    <a:pt x="110274" y="489"/>
                    <a:pt x="110372" y="391"/>
                    <a:pt x="110372" y="261"/>
                  </a:cubicBezTo>
                  <a:cubicBezTo>
                    <a:pt x="110372" y="98"/>
                    <a:pt x="110274" y="1"/>
                    <a:pt x="1101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70"/>
            <p:cNvSpPr/>
            <p:nvPr/>
          </p:nvSpPr>
          <p:spPr>
            <a:xfrm>
              <a:off x="2543750" y="3003025"/>
              <a:ext cx="2760125" cy="12325"/>
            </a:xfrm>
            <a:custGeom>
              <a:avLst/>
              <a:gdLst/>
              <a:ahLst/>
              <a:cxnLst/>
              <a:rect l="l" t="t" r="r" b="b"/>
              <a:pathLst>
                <a:path w="110405" h="493" extrusionOk="0">
                  <a:moveTo>
                    <a:pt x="261" y="0"/>
                  </a:moveTo>
                  <a:cubicBezTo>
                    <a:pt x="131" y="0"/>
                    <a:pt x="1" y="130"/>
                    <a:pt x="1" y="260"/>
                  </a:cubicBezTo>
                  <a:cubicBezTo>
                    <a:pt x="1" y="377"/>
                    <a:pt x="105" y="493"/>
                    <a:pt x="220" y="493"/>
                  </a:cubicBezTo>
                  <a:cubicBezTo>
                    <a:pt x="233" y="493"/>
                    <a:pt x="247" y="491"/>
                    <a:pt x="261" y="488"/>
                  </a:cubicBezTo>
                  <a:lnTo>
                    <a:pt x="110145" y="488"/>
                  </a:lnTo>
                  <a:cubicBezTo>
                    <a:pt x="110275" y="488"/>
                    <a:pt x="110405" y="390"/>
                    <a:pt x="110405" y="260"/>
                  </a:cubicBezTo>
                  <a:cubicBezTo>
                    <a:pt x="110405" y="130"/>
                    <a:pt x="110275" y="0"/>
                    <a:pt x="110145" y="0"/>
                  </a:cubicBezTo>
                  <a:close/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70"/>
            <p:cNvSpPr/>
            <p:nvPr/>
          </p:nvSpPr>
          <p:spPr>
            <a:xfrm>
              <a:off x="2543750" y="3003025"/>
              <a:ext cx="2760125" cy="12325"/>
            </a:xfrm>
            <a:custGeom>
              <a:avLst/>
              <a:gdLst/>
              <a:ahLst/>
              <a:cxnLst/>
              <a:rect l="l" t="t" r="r" b="b"/>
              <a:pathLst>
                <a:path w="110405" h="493" extrusionOk="0">
                  <a:moveTo>
                    <a:pt x="261" y="0"/>
                  </a:moveTo>
                  <a:cubicBezTo>
                    <a:pt x="131" y="0"/>
                    <a:pt x="1" y="130"/>
                    <a:pt x="1" y="260"/>
                  </a:cubicBezTo>
                  <a:cubicBezTo>
                    <a:pt x="1" y="377"/>
                    <a:pt x="105" y="493"/>
                    <a:pt x="220" y="493"/>
                  </a:cubicBezTo>
                  <a:cubicBezTo>
                    <a:pt x="233" y="493"/>
                    <a:pt x="247" y="491"/>
                    <a:pt x="261" y="488"/>
                  </a:cubicBezTo>
                  <a:lnTo>
                    <a:pt x="110145" y="488"/>
                  </a:lnTo>
                  <a:cubicBezTo>
                    <a:pt x="110275" y="488"/>
                    <a:pt x="110405" y="390"/>
                    <a:pt x="110405" y="260"/>
                  </a:cubicBezTo>
                  <a:cubicBezTo>
                    <a:pt x="110405" y="130"/>
                    <a:pt x="110275" y="0"/>
                    <a:pt x="1101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70"/>
            <p:cNvSpPr/>
            <p:nvPr/>
          </p:nvSpPr>
          <p:spPr>
            <a:xfrm>
              <a:off x="2543750" y="3894050"/>
              <a:ext cx="2760125" cy="12225"/>
            </a:xfrm>
            <a:custGeom>
              <a:avLst/>
              <a:gdLst/>
              <a:ahLst/>
              <a:cxnLst/>
              <a:rect l="l" t="t" r="r" b="b"/>
              <a:pathLst>
                <a:path w="110405" h="489" extrusionOk="0">
                  <a:moveTo>
                    <a:pt x="261" y="0"/>
                  </a:moveTo>
                  <a:cubicBezTo>
                    <a:pt x="131" y="0"/>
                    <a:pt x="1" y="98"/>
                    <a:pt x="1" y="228"/>
                  </a:cubicBezTo>
                  <a:cubicBezTo>
                    <a:pt x="1" y="391"/>
                    <a:pt x="131" y="488"/>
                    <a:pt x="261" y="488"/>
                  </a:cubicBezTo>
                  <a:lnTo>
                    <a:pt x="110145" y="488"/>
                  </a:lnTo>
                  <a:cubicBezTo>
                    <a:pt x="110275" y="488"/>
                    <a:pt x="110405" y="391"/>
                    <a:pt x="110405" y="228"/>
                  </a:cubicBezTo>
                  <a:cubicBezTo>
                    <a:pt x="110405" y="98"/>
                    <a:pt x="110275" y="0"/>
                    <a:pt x="110145" y="0"/>
                  </a:cubicBezTo>
                  <a:close/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70"/>
            <p:cNvSpPr/>
            <p:nvPr/>
          </p:nvSpPr>
          <p:spPr>
            <a:xfrm>
              <a:off x="2543750" y="3894050"/>
              <a:ext cx="2760125" cy="12225"/>
            </a:xfrm>
            <a:custGeom>
              <a:avLst/>
              <a:gdLst/>
              <a:ahLst/>
              <a:cxnLst/>
              <a:rect l="l" t="t" r="r" b="b"/>
              <a:pathLst>
                <a:path w="110405" h="489" extrusionOk="0">
                  <a:moveTo>
                    <a:pt x="261" y="0"/>
                  </a:moveTo>
                  <a:cubicBezTo>
                    <a:pt x="131" y="0"/>
                    <a:pt x="1" y="98"/>
                    <a:pt x="1" y="228"/>
                  </a:cubicBezTo>
                  <a:cubicBezTo>
                    <a:pt x="1" y="391"/>
                    <a:pt x="131" y="488"/>
                    <a:pt x="261" y="488"/>
                  </a:cubicBezTo>
                  <a:lnTo>
                    <a:pt x="110145" y="488"/>
                  </a:lnTo>
                  <a:cubicBezTo>
                    <a:pt x="110275" y="488"/>
                    <a:pt x="110405" y="391"/>
                    <a:pt x="110405" y="228"/>
                  </a:cubicBezTo>
                  <a:cubicBezTo>
                    <a:pt x="110405" y="98"/>
                    <a:pt x="110275" y="0"/>
                    <a:pt x="1101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70"/>
            <p:cNvSpPr/>
            <p:nvPr/>
          </p:nvSpPr>
          <p:spPr>
            <a:xfrm>
              <a:off x="3133975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1" y="1"/>
                  </a:moveTo>
                  <a:lnTo>
                    <a:pt x="1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70"/>
            <p:cNvSpPr/>
            <p:nvPr/>
          </p:nvSpPr>
          <p:spPr>
            <a:xfrm>
              <a:off x="3266500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1" y="1"/>
                  </a:moveTo>
                  <a:lnTo>
                    <a:pt x="1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70"/>
            <p:cNvSpPr/>
            <p:nvPr/>
          </p:nvSpPr>
          <p:spPr>
            <a:xfrm>
              <a:off x="3399025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0" y="1"/>
                  </a:moveTo>
                  <a:lnTo>
                    <a:pt x="0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70"/>
            <p:cNvSpPr/>
            <p:nvPr/>
          </p:nvSpPr>
          <p:spPr>
            <a:xfrm>
              <a:off x="3531550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0" y="1"/>
                  </a:moveTo>
                  <a:lnTo>
                    <a:pt x="0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70"/>
            <p:cNvSpPr/>
            <p:nvPr/>
          </p:nvSpPr>
          <p:spPr>
            <a:xfrm>
              <a:off x="3664050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1" y="1"/>
                  </a:moveTo>
                  <a:lnTo>
                    <a:pt x="1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70"/>
            <p:cNvSpPr/>
            <p:nvPr/>
          </p:nvSpPr>
          <p:spPr>
            <a:xfrm>
              <a:off x="3796575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0" y="1"/>
                  </a:moveTo>
                  <a:lnTo>
                    <a:pt x="0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70"/>
            <p:cNvSpPr/>
            <p:nvPr/>
          </p:nvSpPr>
          <p:spPr>
            <a:xfrm>
              <a:off x="3929100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0" y="1"/>
                  </a:moveTo>
                  <a:lnTo>
                    <a:pt x="0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70"/>
            <p:cNvSpPr/>
            <p:nvPr/>
          </p:nvSpPr>
          <p:spPr>
            <a:xfrm>
              <a:off x="4060800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0" y="1"/>
                  </a:moveTo>
                  <a:lnTo>
                    <a:pt x="0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70"/>
            <p:cNvSpPr/>
            <p:nvPr/>
          </p:nvSpPr>
          <p:spPr>
            <a:xfrm>
              <a:off x="4193325" y="4057450"/>
              <a:ext cx="0" cy="926850"/>
            </a:xfrm>
            <a:custGeom>
              <a:avLst/>
              <a:gdLst/>
              <a:ahLst/>
              <a:cxnLst/>
              <a:rect l="l" t="t" r="r" b="b"/>
              <a:pathLst>
                <a:path h="37074" fill="none" extrusionOk="0">
                  <a:moveTo>
                    <a:pt x="0" y="1"/>
                  </a:moveTo>
                  <a:lnTo>
                    <a:pt x="0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70"/>
            <p:cNvSpPr/>
            <p:nvPr/>
          </p:nvSpPr>
          <p:spPr>
            <a:xfrm>
              <a:off x="4325825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1" y="1"/>
                  </a:moveTo>
                  <a:lnTo>
                    <a:pt x="1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70"/>
            <p:cNvSpPr/>
            <p:nvPr/>
          </p:nvSpPr>
          <p:spPr>
            <a:xfrm>
              <a:off x="4458350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0" y="1"/>
                  </a:moveTo>
                  <a:lnTo>
                    <a:pt x="0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70"/>
            <p:cNvSpPr/>
            <p:nvPr/>
          </p:nvSpPr>
          <p:spPr>
            <a:xfrm>
              <a:off x="4590875" y="4057450"/>
              <a:ext cx="25" cy="926850"/>
            </a:xfrm>
            <a:custGeom>
              <a:avLst/>
              <a:gdLst/>
              <a:ahLst/>
              <a:cxnLst/>
              <a:rect l="l" t="t" r="r" b="b"/>
              <a:pathLst>
                <a:path w="1" h="37074" fill="none" extrusionOk="0">
                  <a:moveTo>
                    <a:pt x="0" y="1"/>
                  </a:moveTo>
                  <a:lnTo>
                    <a:pt x="0" y="37073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70"/>
            <p:cNvSpPr/>
            <p:nvPr/>
          </p:nvSpPr>
          <p:spPr>
            <a:xfrm>
              <a:off x="3140500" y="4142825"/>
              <a:ext cx="1443875" cy="25"/>
            </a:xfrm>
            <a:custGeom>
              <a:avLst/>
              <a:gdLst/>
              <a:ahLst/>
              <a:cxnLst/>
              <a:rect l="l" t="t" r="r" b="b"/>
              <a:pathLst>
                <a:path w="57755" h="1" fill="none" extrusionOk="0">
                  <a:moveTo>
                    <a:pt x="0" y="0"/>
                  </a:moveTo>
                  <a:lnTo>
                    <a:pt x="57755" y="0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70"/>
            <p:cNvSpPr/>
            <p:nvPr/>
          </p:nvSpPr>
          <p:spPr>
            <a:xfrm>
              <a:off x="3140500" y="4268825"/>
              <a:ext cx="1443875" cy="25"/>
            </a:xfrm>
            <a:custGeom>
              <a:avLst/>
              <a:gdLst/>
              <a:ahLst/>
              <a:cxnLst/>
              <a:rect l="l" t="t" r="r" b="b"/>
              <a:pathLst>
                <a:path w="57755" h="1" fill="none" extrusionOk="0">
                  <a:moveTo>
                    <a:pt x="0" y="1"/>
                  </a:moveTo>
                  <a:lnTo>
                    <a:pt x="57755" y="1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70"/>
            <p:cNvSpPr/>
            <p:nvPr/>
          </p:nvSpPr>
          <p:spPr>
            <a:xfrm>
              <a:off x="3140500" y="4394850"/>
              <a:ext cx="1443875" cy="25"/>
            </a:xfrm>
            <a:custGeom>
              <a:avLst/>
              <a:gdLst/>
              <a:ahLst/>
              <a:cxnLst/>
              <a:rect l="l" t="t" r="r" b="b"/>
              <a:pathLst>
                <a:path w="57755" h="1" fill="none" extrusionOk="0">
                  <a:moveTo>
                    <a:pt x="0" y="1"/>
                  </a:moveTo>
                  <a:lnTo>
                    <a:pt x="57755" y="1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70"/>
            <p:cNvSpPr/>
            <p:nvPr/>
          </p:nvSpPr>
          <p:spPr>
            <a:xfrm>
              <a:off x="3140500" y="4520875"/>
              <a:ext cx="1443875" cy="25"/>
            </a:xfrm>
            <a:custGeom>
              <a:avLst/>
              <a:gdLst/>
              <a:ahLst/>
              <a:cxnLst/>
              <a:rect l="l" t="t" r="r" b="b"/>
              <a:pathLst>
                <a:path w="57755" h="1" fill="none" extrusionOk="0">
                  <a:moveTo>
                    <a:pt x="0" y="0"/>
                  </a:moveTo>
                  <a:lnTo>
                    <a:pt x="57755" y="0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70"/>
            <p:cNvSpPr/>
            <p:nvPr/>
          </p:nvSpPr>
          <p:spPr>
            <a:xfrm>
              <a:off x="3140500" y="4646075"/>
              <a:ext cx="1443875" cy="25"/>
            </a:xfrm>
            <a:custGeom>
              <a:avLst/>
              <a:gdLst/>
              <a:ahLst/>
              <a:cxnLst/>
              <a:rect l="l" t="t" r="r" b="b"/>
              <a:pathLst>
                <a:path w="57755" h="1" fill="none" extrusionOk="0">
                  <a:moveTo>
                    <a:pt x="0" y="0"/>
                  </a:moveTo>
                  <a:lnTo>
                    <a:pt x="57755" y="0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70"/>
            <p:cNvSpPr/>
            <p:nvPr/>
          </p:nvSpPr>
          <p:spPr>
            <a:xfrm>
              <a:off x="3140500" y="4772075"/>
              <a:ext cx="1443875" cy="25"/>
            </a:xfrm>
            <a:custGeom>
              <a:avLst/>
              <a:gdLst/>
              <a:ahLst/>
              <a:cxnLst/>
              <a:rect l="l" t="t" r="r" b="b"/>
              <a:pathLst>
                <a:path w="57755" h="1" fill="none" extrusionOk="0">
                  <a:moveTo>
                    <a:pt x="0" y="1"/>
                  </a:moveTo>
                  <a:lnTo>
                    <a:pt x="57755" y="1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70"/>
            <p:cNvSpPr/>
            <p:nvPr/>
          </p:nvSpPr>
          <p:spPr>
            <a:xfrm>
              <a:off x="3140500" y="4898100"/>
              <a:ext cx="1443875" cy="25"/>
            </a:xfrm>
            <a:custGeom>
              <a:avLst/>
              <a:gdLst/>
              <a:ahLst/>
              <a:cxnLst/>
              <a:rect l="l" t="t" r="r" b="b"/>
              <a:pathLst>
                <a:path w="57755" h="1" fill="none" extrusionOk="0">
                  <a:moveTo>
                    <a:pt x="0" y="0"/>
                  </a:moveTo>
                  <a:lnTo>
                    <a:pt x="57755" y="0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70"/>
            <p:cNvSpPr/>
            <p:nvPr/>
          </p:nvSpPr>
          <p:spPr>
            <a:xfrm>
              <a:off x="3250250" y="4375950"/>
              <a:ext cx="405700" cy="603475"/>
            </a:xfrm>
            <a:custGeom>
              <a:avLst/>
              <a:gdLst/>
              <a:ahLst/>
              <a:cxnLst/>
              <a:rect l="l" t="t" r="r" b="b"/>
              <a:pathLst>
                <a:path w="16228" h="24139" extrusionOk="0">
                  <a:moveTo>
                    <a:pt x="8114" y="0"/>
                  </a:moveTo>
                  <a:cubicBezTo>
                    <a:pt x="7959" y="0"/>
                    <a:pt x="7805" y="90"/>
                    <a:pt x="7740" y="269"/>
                  </a:cubicBezTo>
                  <a:lnTo>
                    <a:pt x="0" y="24138"/>
                  </a:lnTo>
                  <a:lnTo>
                    <a:pt x="16228" y="24138"/>
                  </a:lnTo>
                  <a:lnTo>
                    <a:pt x="8488" y="269"/>
                  </a:lnTo>
                  <a:cubicBezTo>
                    <a:pt x="8423" y="90"/>
                    <a:pt x="8268" y="0"/>
                    <a:pt x="8114" y="0"/>
                  </a:cubicBezTo>
                  <a:close/>
                </a:path>
              </a:pathLst>
            </a:custGeom>
            <a:solidFill>
              <a:srgbClr val="FF8D00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70"/>
            <p:cNvSpPr/>
            <p:nvPr/>
          </p:nvSpPr>
          <p:spPr>
            <a:xfrm>
              <a:off x="3555925" y="4177575"/>
              <a:ext cx="534175" cy="801850"/>
            </a:xfrm>
            <a:custGeom>
              <a:avLst/>
              <a:gdLst/>
              <a:ahLst/>
              <a:cxnLst/>
              <a:rect l="l" t="t" r="r" b="b"/>
              <a:pathLst>
                <a:path w="21367" h="32074" extrusionOk="0">
                  <a:moveTo>
                    <a:pt x="10667" y="1"/>
                  </a:moveTo>
                  <a:cubicBezTo>
                    <a:pt x="10513" y="1"/>
                    <a:pt x="10358" y="90"/>
                    <a:pt x="10309" y="269"/>
                  </a:cubicBezTo>
                  <a:lnTo>
                    <a:pt x="1" y="32073"/>
                  </a:lnTo>
                  <a:lnTo>
                    <a:pt x="21366" y="32073"/>
                  </a:lnTo>
                  <a:lnTo>
                    <a:pt x="11025" y="269"/>
                  </a:lnTo>
                  <a:cubicBezTo>
                    <a:pt x="10976" y="90"/>
                    <a:pt x="10822" y="1"/>
                    <a:pt x="10667" y="1"/>
                  </a:cubicBezTo>
                  <a:close/>
                </a:path>
              </a:pathLst>
            </a:custGeom>
            <a:solidFill>
              <a:srgbClr val="263238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70"/>
            <p:cNvSpPr/>
            <p:nvPr/>
          </p:nvSpPr>
          <p:spPr>
            <a:xfrm>
              <a:off x="4003875" y="4513150"/>
              <a:ext cx="317100" cy="466275"/>
            </a:xfrm>
            <a:custGeom>
              <a:avLst/>
              <a:gdLst/>
              <a:ahLst/>
              <a:cxnLst/>
              <a:rect l="l" t="t" r="r" b="b"/>
              <a:pathLst>
                <a:path w="12684" h="18651" extrusionOk="0">
                  <a:moveTo>
                    <a:pt x="6342" y="0"/>
                  </a:moveTo>
                  <a:cubicBezTo>
                    <a:pt x="6196" y="0"/>
                    <a:pt x="6050" y="81"/>
                    <a:pt x="5985" y="244"/>
                  </a:cubicBezTo>
                  <a:lnTo>
                    <a:pt x="1" y="18650"/>
                  </a:lnTo>
                  <a:lnTo>
                    <a:pt x="12684" y="18650"/>
                  </a:lnTo>
                  <a:lnTo>
                    <a:pt x="6700" y="244"/>
                  </a:lnTo>
                  <a:cubicBezTo>
                    <a:pt x="6635" y="81"/>
                    <a:pt x="6489" y="0"/>
                    <a:pt x="6342" y="0"/>
                  </a:cubicBezTo>
                  <a:close/>
                </a:path>
              </a:pathLst>
            </a:custGeom>
            <a:solidFill>
              <a:srgbClr val="FF8D00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70"/>
            <p:cNvSpPr/>
            <p:nvPr/>
          </p:nvSpPr>
          <p:spPr>
            <a:xfrm>
              <a:off x="4259975" y="4670250"/>
              <a:ext cx="214650" cy="309175"/>
            </a:xfrm>
            <a:custGeom>
              <a:avLst/>
              <a:gdLst/>
              <a:ahLst/>
              <a:cxnLst/>
              <a:rect l="l" t="t" r="r" b="b"/>
              <a:pathLst>
                <a:path w="8586" h="12367" extrusionOk="0">
                  <a:moveTo>
                    <a:pt x="4281" y="1"/>
                  </a:moveTo>
                  <a:cubicBezTo>
                    <a:pt x="4131" y="1"/>
                    <a:pt x="3984" y="90"/>
                    <a:pt x="3935" y="269"/>
                  </a:cubicBezTo>
                  <a:lnTo>
                    <a:pt x="1" y="12366"/>
                  </a:lnTo>
                  <a:lnTo>
                    <a:pt x="8586" y="12366"/>
                  </a:lnTo>
                  <a:lnTo>
                    <a:pt x="4651" y="269"/>
                  </a:lnTo>
                  <a:cubicBezTo>
                    <a:pt x="4586" y="90"/>
                    <a:pt x="4431" y="1"/>
                    <a:pt x="4281" y="1"/>
                  </a:cubicBezTo>
                  <a:close/>
                </a:path>
              </a:pathLst>
            </a:custGeom>
            <a:solidFill>
              <a:srgbClr val="263238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70"/>
            <p:cNvSpPr/>
            <p:nvPr/>
          </p:nvSpPr>
          <p:spPr>
            <a:xfrm>
              <a:off x="2724250" y="3176050"/>
              <a:ext cx="686175" cy="587950"/>
            </a:xfrm>
            <a:custGeom>
              <a:avLst/>
              <a:gdLst/>
              <a:ahLst/>
              <a:cxnLst/>
              <a:rect l="l" t="t" r="r" b="b"/>
              <a:pathLst>
                <a:path w="27447" h="23518" extrusionOk="0">
                  <a:moveTo>
                    <a:pt x="15707" y="3485"/>
                  </a:moveTo>
                  <a:cubicBezTo>
                    <a:pt x="20292" y="3485"/>
                    <a:pt x="24000" y="7193"/>
                    <a:pt x="24000" y="11778"/>
                  </a:cubicBezTo>
                  <a:cubicBezTo>
                    <a:pt x="24000" y="16771"/>
                    <a:pt x="19908" y="20083"/>
                    <a:pt x="15639" y="20083"/>
                  </a:cubicBezTo>
                  <a:cubicBezTo>
                    <a:pt x="13597" y="20083"/>
                    <a:pt x="11515" y="19325"/>
                    <a:pt x="9821" y="17631"/>
                  </a:cubicBezTo>
                  <a:cubicBezTo>
                    <a:pt x="4618" y="12428"/>
                    <a:pt x="8293" y="3485"/>
                    <a:pt x="15707" y="3485"/>
                  </a:cubicBezTo>
                  <a:close/>
                  <a:moveTo>
                    <a:pt x="15604" y="0"/>
                  </a:moveTo>
                  <a:cubicBezTo>
                    <a:pt x="12719" y="0"/>
                    <a:pt x="9777" y="1068"/>
                    <a:pt x="7382" y="3453"/>
                  </a:cubicBezTo>
                  <a:cubicBezTo>
                    <a:pt x="0" y="10867"/>
                    <a:pt x="5236" y="23517"/>
                    <a:pt x="15707" y="23517"/>
                  </a:cubicBezTo>
                  <a:cubicBezTo>
                    <a:pt x="22178" y="23517"/>
                    <a:pt x="27447" y="18249"/>
                    <a:pt x="27447" y="11778"/>
                  </a:cubicBezTo>
                  <a:cubicBezTo>
                    <a:pt x="27447" y="4689"/>
                    <a:pt x="21650" y="0"/>
                    <a:pt x="15604" y="0"/>
                  </a:cubicBezTo>
                  <a:close/>
                </a:path>
              </a:pathLst>
            </a:custGeom>
            <a:solidFill>
              <a:srgbClr val="263238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70"/>
            <p:cNvSpPr/>
            <p:nvPr/>
          </p:nvSpPr>
          <p:spPr>
            <a:xfrm>
              <a:off x="2904725" y="3176175"/>
              <a:ext cx="505700" cy="587825"/>
            </a:xfrm>
            <a:custGeom>
              <a:avLst/>
              <a:gdLst/>
              <a:ahLst/>
              <a:cxnLst/>
              <a:rect l="l" t="t" r="r" b="b"/>
              <a:pathLst>
                <a:path w="20228" h="23513" extrusionOk="0">
                  <a:moveTo>
                    <a:pt x="8488" y="1"/>
                  </a:moveTo>
                  <a:lnTo>
                    <a:pt x="8488" y="3448"/>
                  </a:lnTo>
                  <a:cubicBezTo>
                    <a:pt x="13073" y="3448"/>
                    <a:pt x="16781" y="7188"/>
                    <a:pt x="16781" y="11773"/>
                  </a:cubicBezTo>
                  <a:cubicBezTo>
                    <a:pt x="16781" y="16358"/>
                    <a:pt x="13073" y="20065"/>
                    <a:pt x="8488" y="20065"/>
                  </a:cubicBezTo>
                  <a:cubicBezTo>
                    <a:pt x="6212" y="20065"/>
                    <a:pt x="4033" y="19155"/>
                    <a:pt x="2504" y="17496"/>
                  </a:cubicBezTo>
                  <a:lnTo>
                    <a:pt x="0" y="19903"/>
                  </a:lnTo>
                  <a:cubicBezTo>
                    <a:pt x="2212" y="22212"/>
                    <a:pt x="5269" y="23512"/>
                    <a:pt x="8488" y="23512"/>
                  </a:cubicBezTo>
                  <a:cubicBezTo>
                    <a:pt x="14959" y="23512"/>
                    <a:pt x="20228" y="18244"/>
                    <a:pt x="20228" y="11773"/>
                  </a:cubicBezTo>
                  <a:cubicBezTo>
                    <a:pt x="20228" y="5269"/>
                    <a:pt x="14959" y="1"/>
                    <a:pt x="8488" y="1"/>
                  </a:cubicBezTo>
                  <a:close/>
                </a:path>
              </a:pathLst>
            </a:custGeom>
            <a:solidFill>
              <a:srgbClr val="FF8D00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70"/>
            <p:cNvSpPr/>
            <p:nvPr/>
          </p:nvSpPr>
          <p:spPr>
            <a:xfrm>
              <a:off x="3448625" y="3176050"/>
              <a:ext cx="686175" cy="587950"/>
            </a:xfrm>
            <a:custGeom>
              <a:avLst/>
              <a:gdLst/>
              <a:ahLst/>
              <a:cxnLst/>
              <a:rect l="l" t="t" r="r" b="b"/>
              <a:pathLst>
                <a:path w="27447" h="23518" extrusionOk="0">
                  <a:moveTo>
                    <a:pt x="15707" y="3485"/>
                  </a:moveTo>
                  <a:cubicBezTo>
                    <a:pt x="20292" y="3485"/>
                    <a:pt x="24000" y="7193"/>
                    <a:pt x="24032" y="11778"/>
                  </a:cubicBezTo>
                  <a:cubicBezTo>
                    <a:pt x="24010" y="16771"/>
                    <a:pt x="19926" y="20083"/>
                    <a:pt x="15665" y="20083"/>
                  </a:cubicBezTo>
                  <a:cubicBezTo>
                    <a:pt x="13626" y="20083"/>
                    <a:pt x="11548" y="19325"/>
                    <a:pt x="9853" y="17631"/>
                  </a:cubicBezTo>
                  <a:cubicBezTo>
                    <a:pt x="4618" y="12428"/>
                    <a:pt x="8325" y="3485"/>
                    <a:pt x="15707" y="3485"/>
                  </a:cubicBezTo>
                  <a:close/>
                  <a:moveTo>
                    <a:pt x="15604" y="0"/>
                  </a:moveTo>
                  <a:cubicBezTo>
                    <a:pt x="12719" y="0"/>
                    <a:pt x="9777" y="1068"/>
                    <a:pt x="7382" y="3453"/>
                  </a:cubicBezTo>
                  <a:cubicBezTo>
                    <a:pt x="0" y="10867"/>
                    <a:pt x="5236" y="23517"/>
                    <a:pt x="15707" y="23517"/>
                  </a:cubicBezTo>
                  <a:cubicBezTo>
                    <a:pt x="22178" y="23517"/>
                    <a:pt x="27447" y="18249"/>
                    <a:pt x="27447" y="11778"/>
                  </a:cubicBezTo>
                  <a:cubicBezTo>
                    <a:pt x="27447" y="4689"/>
                    <a:pt x="21650" y="0"/>
                    <a:pt x="15604" y="0"/>
                  </a:cubicBezTo>
                  <a:close/>
                </a:path>
              </a:pathLst>
            </a:custGeom>
            <a:solidFill>
              <a:srgbClr val="263238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70"/>
            <p:cNvSpPr/>
            <p:nvPr/>
          </p:nvSpPr>
          <p:spPr>
            <a:xfrm>
              <a:off x="3841300" y="3176175"/>
              <a:ext cx="315450" cy="565050"/>
            </a:xfrm>
            <a:custGeom>
              <a:avLst/>
              <a:gdLst/>
              <a:ahLst/>
              <a:cxnLst/>
              <a:rect l="l" t="t" r="r" b="b"/>
              <a:pathLst>
                <a:path w="12618" h="22602" extrusionOk="0">
                  <a:moveTo>
                    <a:pt x="0" y="1"/>
                  </a:moveTo>
                  <a:lnTo>
                    <a:pt x="0" y="3448"/>
                  </a:lnTo>
                  <a:cubicBezTo>
                    <a:pt x="3935" y="3480"/>
                    <a:pt x="7349" y="6244"/>
                    <a:pt x="8130" y="10114"/>
                  </a:cubicBezTo>
                  <a:cubicBezTo>
                    <a:pt x="8910" y="13984"/>
                    <a:pt x="6862" y="17886"/>
                    <a:pt x="3219" y="19415"/>
                  </a:cubicBezTo>
                  <a:lnTo>
                    <a:pt x="4585" y="22602"/>
                  </a:lnTo>
                  <a:cubicBezTo>
                    <a:pt x="9723" y="20423"/>
                    <a:pt x="12618" y="14895"/>
                    <a:pt x="11512" y="9431"/>
                  </a:cubicBezTo>
                  <a:cubicBezTo>
                    <a:pt x="10406" y="3968"/>
                    <a:pt x="5593" y="1"/>
                    <a:pt x="0" y="1"/>
                  </a:cubicBezTo>
                  <a:close/>
                </a:path>
              </a:pathLst>
            </a:custGeom>
            <a:solidFill>
              <a:srgbClr val="FF8D00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70"/>
            <p:cNvSpPr/>
            <p:nvPr/>
          </p:nvSpPr>
          <p:spPr>
            <a:xfrm>
              <a:off x="4173000" y="3176050"/>
              <a:ext cx="687000" cy="587950"/>
            </a:xfrm>
            <a:custGeom>
              <a:avLst/>
              <a:gdLst/>
              <a:ahLst/>
              <a:cxnLst/>
              <a:rect l="l" t="t" r="r" b="b"/>
              <a:pathLst>
                <a:path w="27480" h="23518" extrusionOk="0">
                  <a:moveTo>
                    <a:pt x="15707" y="3485"/>
                  </a:moveTo>
                  <a:cubicBezTo>
                    <a:pt x="20292" y="3485"/>
                    <a:pt x="24000" y="7193"/>
                    <a:pt x="24000" y="11778"/>
                  </a:cubicBezTo>
                  <a:cubicBezTo>
                    <a:pt x="24000" y="16771"/>
                    <a:pt x="19908" y="20083"/>
                    <a:pt x="15649" y="20083"/>
                  </a:cubicBezTo>
                  <a:cubicBezTo>
                    <a:pt x="13612" y="20083"/>
                    <a:pt x="11537" y="19325"/>
                    <a:pt x="9853" y="17631"/>
                  </a:cubicBezTo>
                  <a:cubicBezTo>
                    <a:pt x="4618" y="12396"/>
                    <a:pt x="8325" y="3485"/>
                    <a:pt x="15707" y="3485"/>
                  </a:cubicBezTo>
                  <a:close/>
                  <a:moveTo>
                    <a:pt x="15622" y="0"/>
                  </a:moveTo>
                  <a:cubicBezTo>
                    <a:pt x="12737" y="0"/>
                    <a:pt x="9799" y="1068"/>
                    <a:pt x="7414" y="3453"/>
                  </a:cubicBezTo>
                  <a:cubicBezTo>
                    <a:pt x="0" y="10867"/>
                    <a:pt x="5236" y="23517"/>
                    <a:pt x="15707" y="23517"/>
                  </a:cubicBezTo>
                  <a:cubicBezTo>
                    <a:pt x="22211" y="23517"/>
                    <a:pt x="27447" y="18249"/>
                    <a:pt x="27479" y="11778"/>
                  </a:cubicBezTo>
                  <a:cubicBezTo>
                    <a:pt x="27479" y="4689"/>
                    <a:pt x="21667" y="0"/>
                    <a:pt x="15622" y="0"/>
                  </a:cubicBezTo>
                  <a:close/>
                </a:path>
              </a:pathLst>
            </a:custGeom>
            <a:solidFill>
              <a:srgbClr val="263238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70"/>
            <p:cNvSpPr/>
            <p:nvPr/>
          </p:nvSpPr>
          <p:spPr>
            <a:xfrm>
              <a:off x="4565675" y="3176175"/>
              <a:ext cx="288625" cy="252875"/>
            </a:xfrm>
            <a:custGeom>
              <a:avLst/>
              <a:gdLst/>
              <a:ahLst/>
              <a:cxnLst/>
              <a:rect l="l" t="t" r="r" b="b"/>
              <a:pathLst>
                <a:path w="11545" h="10115" extrusionOk="0">
                  <a:moveTo>
                    <a:pt x="0" y="1"/>
                  </a:moveTo>
                  <a:lnTo>
                    <a:pt x="0" y="3448"/>
                  </a:lnTo>
                  <a:cubicBezTo>
                    <a:pt x="3967" y="3480"/>
                    <a:pt x="7349" y="6244"/>
                    <a:pt x="8130" y="10114"/>
                  </a:cubicBezTo>
                  <a:lnTo>
                    <a:pt x="11544" y="9431"/>
                  </a:lnTo>
                  <a:cubicBezTo>
                    <a:pt x="10406" y="3968"/>
                    <a:pt x="5593" y="33"/>
                    <a:pt x="0" y="1"/>
                  </a:cubicBezTo>
                  <a:close/>
                </a:path>
              </a:pathLst>
            </a:custGeom>
            <a:solidFill>
              <a:srgbClr val="FF8D00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70"/>
            <p:cNvSpPr/>
            <p:nvPr/>
          </p:nvSpPr>
          <p:spPr>
            <a:xfrm>
              <a:off x="3233975" y="2850975"/>
              <a:ext cx="1379675" cy="25"/>
            </a:xfrm>
            <a:custGeom>
              <a:avLst/>
              <a:gdLst/>
              <a:ahLst/>
              <a:cxnLst/>
              <a:rect l="l" t="t" r="r" b="b"/>
              <a:pathLst>
                <a:path w="55187" h="1" fill="none" extrusionOk="0">
                  <a:moveTo>
                    <a:pt x="1" y="1"/>
                  </a:moveTo>
                  <a:lnTo>
                    <a:pt x="55187" y="1"/>
                  </a:lnTo>
                </a:path>
              </a:pathLst>
            </a:custGeom>
            <a:noFill/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70"/>
            <p:cNvSpPr/>
            <p:nvPr/>
          </p:nvSpPr>
          <p:spPr>
            <a:xfrm>
              <a:off x="3233975" y="2821725"/>
              <a:ext cx="25" cy="29275"/>
            </a:xfrm>
            <a:custGeom>
              <a:avLst/>
              <a:gdLst/>
              <a:ahLst/>
              <a:cxnLst/>
              <a:rect l="l" t="t" r="r" b="b"/>
              <a:pathLst>
                <a:path w="1" h="1171" fill="none" extrusionOk="0">
                  <a:moveTo>
                    <a:pt x="1" y="1171"/>
                  </a:moveTo>
                  <a:lnTo>
                    <a:pt x="1" y="0"/>
                  </a:lnTo>
                </a:path>
              </a:pathLst>
            </a:custGeom>
            <a:noFill/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70"/>
            <p:cNvSpPr/>
            <p:nvPr/>
          </p:nvSpPr>
          <p:spPr>
            <a:xfrm>
              <a:off x="3509600" y="2821725"/>
              <a:ext cx="0" cy="29275"/>
            </a:xfrm>
            <a:custGeom>
              <a:avLst/>
              <a:gdLst/>
              <a:ahLst/>
              <a:cxnLst/>
              <a:rect l="l" t="t" r="r" b="b"/>
              <a:pathLst>
                <a:path h="1171" fill="none" extrusionOk="0">
                  <a:moveTo>
                    <a:pt x="0" y="1171"/>
                  </a:moveTo>
                  <a:lnTo>
                    <a:pt x="0" y="0"/>
                  </a:lnTo>
                </a:path>
              </a:pathLst>
            </a:custGeom>
            <a:noFill/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70"/>
            <p:cNvSpPr/>
            <p:nvPr/>
          </p:nvSpPr>
          <p:spPr>
            <a:xfrm>
              <a:off x="3786000" y="2821725"/>
              <a:ext cx="25" cy="29275"/>
            </a:xfrm>
            <a:custGeom>
              <a:avLst/>
              <a:gdLst/>
              <a:ahLst/>
              <a:cxnLst/>
              <a:rect l="l" t="t" r="r" b="b"/>
              <a:pathLst>
                <a:path w="1" h="1171" fill="none" extrusionOk="0">
                  <a:moveTo>
                    <a:pt x="1" y="1171"/>
                  </a:moveTo>
                  <a:lnTo>
                    <a:pt x="1" y="0"/>
                  </a:lnTo>
                </a:path>
              </a:pathLst>
            </a:custGeom>
            <a:noFill/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70"/>
            <p:cNvSpPr/>
            <p:nvPr/>
          </p:nvSpPr>
          <p:spPr>
            <a:xfrm>
              <a:off x="4061600" y="2821725"/>
              <a:ext cx="25" cy="29275"/>
            </a:xfrm>
            <a:custGeom>
              <a:avLst/>
              <a:gdLst/>
              <a:ahLst/>
              <a:cxnLst/>
              <a:rect l="l" t="t" r="r" b="b"/>
              <a:pathLst>
                <a:path w="1" h="1171" fill="none" extrusionOk="0">
                  <a:moveTo>
                    <a:pt x="1" y="1171"/>
                  </a:moveTo>
                  <a:lnTo>
                    <a:pt x="1" y="0"/>
                  </a:lnTo>
                </a:path>
              </a:pathLst>
            </a:custGeom>
            <a:noFill/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70"/>
            <p:cNvSpPr/>
            <p:nvPr/>
          </p:nvSpPr>
          <p:spPr>
            <a:xfrm>
              <a:off x="4337200" y="2821725"/>
              <a:ext cx="25" cy="29275"/>
            </a:xfrm>
            <a:custGeom>
              <a:avLst/>
              <a:gdLst/>
              <a:ahLst/>
              <a:cxnLst/>
              <a:rect l="l" t="t" r="r" b="b"/>
              <a:pathLst>
                <a:path w="1" h="1171" fill="none" extrusionOk="0">
                  <a:moveTo>
                    <a:pt x="1" y="1171"/>
                  </a:moveTo>
                  <a:lnTo>
                    <a:pt x="1" y="0"/>
                  </a:lnTo>
                </a:path>
              </a:pathLst>
            </a:custGeom>
            <a:noFill/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70"/>
            <p:cNvSpPr/>
            <p:nvPr/>
          </p:nvSpPr>
          <p:spPr>
            <a:xfrm>
              <a:off x="4613625" y="2821725"/>
              <a:ext cx="25" cy="29275"/>
            </a:xfrm>
            <a:custGeom>
              <a:avLst/>
              <a:gdLst/>
              <a:ahLst/>
              <a:cxnLst/>
              <a:rect l="l" t="t" r="r" b="b"/>
              <a:pathLst>
                <a:path w="1" h="1171" fill="none" extrusionOk="0">
                  <a:moveTo>
                    <a:pt x="1" y="1171"/>
                  </a:moveTo>
                  <a:lnTo>
                    <a:pt x="1" y="0"/>
                  </a:lnTo>
                </a:path>
              </a:pathLst>
            </a:custGeom>
            <a:noFill/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70"/>
            <p:cNvSpPr/>
            <p:nvPr/>
          </p:nvSpPr>
          <p:spPr>
            <a:xfrm>
              <a:off x="3272200" y="2459125"/>
              <a:ext cx="199200" cy="234975"/>
            </a:xfrm>
            <a:custGeom>
              <a:avLst/>
              <a:gdLst/>
              <a:ahLst/>
              <a:cxnLst/>
              <a:rect l="l" t="t" r="r" b="b"/>
              <a:pathLst>
                <a:path w="7968" h="9399" extrusionOk="0">
                  <a:moveTo>
                    <a:pt x="0" y="0"/>
                  </a:moveTo>
                  <a:lnTo>
                    <a:pt x="0" y="9399"/>
                  </a:lnTo>
                  <a:lnTo>
                    <a:pt x="7968" y="9399"/>
                  </a:lnTo>
                  <a:lnTo>
                    <a:pt x="7968" y="0"/>
                  </a:lnTo>
                  <a:close/>
                </a:path>
              </a:pathLst>
            </a:custGeom>
            <a:solidFill>
              <a:srgbClr val="FF8D00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70"/>
            <p:cNvSpPr/>
            <p:nvPr/>
          </p:nvSpPr>
          <p:spPr>
            <a:xfrm>
              <a:off x="3548600" y="2184325"/>
              <a:ext cx="198400" cy="548800"/>
            </a:xfrm>
            <a:custGeom>
              <a:avLst/>
              <a:gdLst/>
              <a:ahLst/>
              <a:cxnLst/>
              <a:rect l="l" t="t" r="r" b="b"/>
              <a:pathLst>
                <a:path w="7936" h="21952" extrusionOk="0">
                  <a:moveTo>
                    <a:pt x="1" y="1"/>
                  </a:moveTo>
                  <a:lnTo>
                    <a:pt x="1" y="21952"/>
                  </a:lnTo>
                  <a:lnTo>
                    <a:pt x="7936" y="21952"/>
                  </a:lnTo>
                  <a:lnTo>
                    <a:pt x="7936" y="1"/>
                  </a:lnTo>
                  <a:close/>
                </a:path>
              </a:pathLst>
            </a:custGeom>
            <a:solidFill>
              <a:srgbClr val="FF8D00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70"/>
            <p:cNvSpPr/>
            <p:nvPr/>
          </p:nvSpPr>
          <p:spPr>
            <a:xfrm>
              <a:off x="3824225" y="1800600"/>
              <a:ext cx="199200" cy="611400"/>
            </a:xfrm>
            <a:custGeom>
              <a:avLst/>
              <a:gdLst/>
              <a:ahLst/>
              <a:cxnLst/>
              <a:rect l="l" t="t" r="r" b="b"/>
              <a:pathLst>
                <a:path w="7968" h="24456" extrusionOk="0">
                  <a:moveTo>
                    <a:pt x="0" y="1"/>
                  </a:moveTo>
                  <a:lnTo>
                    <a:pt x="0" y="24455"/>
                  </a:lnTo>
                  <a:lnTo>
                    <a:pt x="7967" y="24455"/>
                  </a:lnTo>
                  <a:lnTo>
                    <a:pt x="7967" y="1"/>
                  </a:lnTo>
                  <a:close/>
                </a:path>
              </a:pathLst>
            </a:custGeom>
            <a:solidFill>
              <a:srgbClr val="FF8D00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70"/>
            <p:cNvSpPr/>
            <p:nvPr/>
          </p:nvSpPr>
          <p:spPr>
            <a:xfrm>
              <a:off x="4100625" y="2372950"/>
              <a:ext cx="198400" cy="117900"/>
            </a:xfrm>
            <a:custGeom>
              <a:avLst/>
              <a:gdLst/>
              <a:ahLst/>
              <a:cxnLst/>
              <a:rect l="l" t="t" r="r" b="b"/>
              <a:pathLst>
                <a:path w="7936" h="4716" extrusionOk="0">
                  <a:moveTo>
                    <a:pt x="1" y="0"/>
                  </a:moveTo>
                  <a:lnTo>
                    <a:pt x="1" y="4716"/>
                  </a:lnTo>
                  <a:lnTo>
                    <a:pt x="7936" y="4716"/>
                  </a:lnTo>
                  <a:lnTo>
                    <a:pt x="7936" y="0"/>
                  </a:lnTo>
                  <a:close/>
                </a:path>
              </a:pathLst>
            </a:custGeom>
            <a:solidFill>
              <a:srgbClr val="FF8D00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70"/>
            <p:cNvSpPr/>
            <p:nvPr/>
          </p:nvSpPr>
          <p:spPr>
            <a:xfrm>
              <a:off x="4376225" y="2302225"/>
              <a:ext cx="198400" cy="305700"/>
            </a:xfrm>
            <a:custGeom>
              <a:avLst/>
              <a:gdLst/>
              <a:ahLst/>
              <a:cxnLst/>
              <a:rect l="l" t="t" r="r" b="b"/>
              <a:pathLst>
                <a:path w="7936" h="12228" extrusionOk="0">
                  <a:moveTo>
                    <a:pt x="1" y="0"/>
                  </a:moveTo>
                  <a:lnTo>
                    <a:pt x="1" y="12227"/>
                  </a:lnTo>
                  <a:lnTo>
                    <a:pt x="7936" y="12227"/>
                  </a:lnTo>
                  <a:lnTo>
                    <a:pt x="7936" y="0"/>
                  </a:lnTo>
                  <a:close/>
                </a:path>
              </a:pathLst>
            </a:custGeom>
            <a:solidFill>
              <a:srgbClr val="FF8D00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70"/>
            <p:cNvSpPr/>
            <p:nvPr/>
          </p:nvSpPr>
          <p:spPr>
            <a:xfrm>
              <a:off x="3272200" y="2694075"/>
              <a:ext cx="199200" cy="156925"/>
            </a:xfrm>
            <a:custGeom>
              <a:avLst/>
              <a:gdLst/>
              <a:ahLst/>
              <a:cxnLst/>
              <a:rect l="l" t="t" r="r" b="b"/>
              <a:pathLst>
                <a:path w="7968" h="6277" extrusionOk="0">
                  <a:moveTo>
                    <a:pt x="0" y="1"/>
                  </a:moveTo>
                  <a:lnTo>
                    <a:pt x="0" y="6277"/>
                  </a:lnTo>
                  <a:lnTo>
                    <a:pt x="7968" y="6277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263238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70"/>
            <p:cNvSpPr/>
            <p:nvPr/>
          </p:nvSpPr>
          <p:spPr>
            <a:xfrm>
              <a:off x="3548600" y="2733925"/>
              <a:ext cx="198400" cy="117075"/>
            </a:xfrm>
            <a:custGeom>
              <a:avLst/>
              <a:gdLst/>
              <a:ahLst/>
              <a:cxnLst/>
              <a:rect l="l" t="t" r="r" b="b"/>
              <a:pathLst>
                <a:path w="7936" h="4683" extrusionOk="0">
                  <a:moveTo>
                    <a:pt x="1" y="0"/>
                  </a:moveTo>
                  <a:lnTo>
                    <a:pt x="1" y="4683"/>
                  </a:lnTo>
                  <a:lnTo>
                    <a:pt x="7936" y="4683"/>
                  </a:lnTo>
                  <a:lnTo>
                    <a:pt x="7936" y="0"/>
                  </a:lnTo>
                  <a:close/>
                </a:path>
              </a:pathLst>
            </a:custGeom>
            <a:solidFill>
              <a:srgbClr val="263238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70"/>
            <p:cNvSpPr/>
            <p:nvPr/>
          </p:nvSpPr>
          <p:spPr>
            <a:xfrm>
              <a:off x="3824225" y="2411975"/>
              <a:ext cx="199200" cy="439025"/>
            </a:xfrm>
            <a:custGeom>
              <a:avLst/>
              <a:gdLst/>
              <a:ahLst/>
              <a:cxnLst/>
              <a:rect l="l" t="t" r="r" b="b"/>
              <a:pathLst>
                <a:path w="7968" h="17561" extrusionOk="0">
                  <a:moveTo>
                    <a:pt x="0" y="0"/>
                  </a:moveTo>
                  <a:lnTo>
                    <a:pt x="0" y="17561"/>
                  </a:lnTo>
                  <a:lnTo>
                    <a:pt x="7967" y="17561"/>
                  </a:lnTo>
                  <a:lnTo>
                    <a:pt x="7967" y="0"/>
                  </a:lnTo>
                  <a:close/>
                </a:path>
              </a:pathLst>
            </a:custGeom>
            <a:solidFill>
              <a:srgbClr val="263238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70"/>
            <p:cNvSpPr/>
            <p:nvPr/>
          </p:nvSpPr>
          <p:spPr>
            <a:xfrm>
              <a:off x="4100625" y="2490825"/>
              <a:ext cx="198400" cy="360175"/>
            </a:xfrm>
            <a:custGeom>
              <a:avLst/>
              <a:gdLst/>
              <a:ahLst/>
              <a:cxnLst/>
              <a:rect l="l" t="t" r="r" b="b"/>
              <a:pathLst>
                <a:path w="7936" h="14407" extrusionOk="0">
                  <a:moveTo>
                    <a:pt x="1" y="1"/>
                  </a:moveTo>
                  <a:lnTo>
                    <a:pt x="1" y="14407"/>
                  </a:lnTo>
                  <a:lnTo>
                    <a:pt x="7936" y="14407"/>
                  </a:lnTo>
                  <a:lnTo>
                    <a:pt x="7936" y="1"/>
                  </a:lnTo>
                  <a:close/>
                </a:path>
              </a:pathLst>
            </a:custGeom>
            <a:solidFill>
              <a:srgbClr val="263238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70"/>
            <p:cNvSpPr/>
            <p:nvPr/>
          </p:nvSpPr>
          <p:spPr>
            <a:xfrm>
              <a:off x="4376225" y="2607900"/>
              <a:ext cx="198400" cy="243100"/>
            </a:xfrm>
            <a:custGeom>
              <a:avLst/>
              <a:gdLst/>
              <a:ahLst/>
              <a:cxnLst/>
              <a:rect l="l" t="t" r="r" b="b"/>
              <a:pathLst>
                <a:path w="7936" h="9724" extrusionOk="0">
                  <a:moveTo>
                    <a:pt x="1" y="0"/>
                  </a:moveTo>
                  <a:lnTo>
                    <a:pt x="1" y="9724"/>
                  </a:lnTo>
                  <a:lnTo>
                    <a:pt x="7936" y="9724"/>
                  </a:lnTo>
                  <a:lnTo>
                    <a:pt x="7936" y="0"/>
                  </a:lnTo>
                  <a:close/>
                </a:path>
              </a:pathLst>
            </a:custGeom>
            <a:solidFill>
              <a:srgbClr val="263238"/>
            </a:solidFill>
            <a:ln w="10575" cap="flat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70"/>
            <p:cNvSpPr/>
            <p:nvPr/>
          </p:nvSpPr>
          <p:spPr>
            <a:xfrm>
              <a:off x="2771250" y="1012825"/>
              <a:ext cx="2228575" cy="676650"/>
            </a:xfrm>
            <a:custGeom>
              <a:avLst/>
              <a:gdLst/>
              <a:ahLst/>
              <a:cxnLst/>
              <a:rect l="l" t="t" r="r" b="b"/>
              <a:pathLst>
                <a:path w="89143" h="27066" extrusionOk="0">
                  <a:moveTo>
                    <a:pt x="70964" y="0"/>
                  </a:moveTo>
                  <a:lnTo>
                    <a:pt x="53306" y="18829"/>
                  </a:lnTo>
                  <a:lnTo>
                    <a:pt x="36005" y="7545"/>
                  </a:lnTo>
                  <a:lnTo>
                    <a:pt x="18120" y="11707"/>
                  </a:lnTo>
                  <a:lnTo>
                    <a:pt x="494" y="26016"/>
                  </a:lnTo>
                  <a:cubicBezTo>
                    <a:pt x="0" y="26406"/>
                    <a:pt x="379" y="27066"/>
                    <a:pt x="866" y="27066"/>
                  </a:cubicBezTo>
                  <a:cubicBezTo>
                    <a:pt x="989" y="27066"/>
                    <a:pt x="1118" y="27024"/>
                    <a:pt x="1242" y="26926"/>
                  </a:cubicBezTo>
                  <a:lnTo>
                    <a:pt x="18640" y="12780"/>
                  </a:lnTo>
                  <a:lnTo>
                    <a:pt x="35778" y="8813"/>
                  </a:lnTo>
                  <a:lnTo>
                    <a:pt x="53468" y="20357"/>
                  </a:lnTo>
                  <a:lnTo>
                    <a:pt x="70834" y="1854"/>
                  </a:lnTo>
                  <a:lnTo>
                    <a:pt x="87907" y="26796"/>
                  </a:lnTo>
                  <a:cubicBezTo>
                    <a:pt x="88037" y="26959"/>
                    <a:pt x="88199" y="27056"/>
                    <a:pt x="88395" y="27056"/>
                  </a:cubicBezTo>
                  <a:cubicBezTo>
                    <a:pt x="88882" y="27056"/>
                    <a:pt x="89142" y="26536"/>
                    <a:pt x="88882" y="26146"/>
                  </a:cubicBezTo>
                  <a:lnTo>
                    <a:pt x="7096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70"/>
            <p:cNvSpPr/>
            <p:nvPr/>
          </p:nvSpPr>
          <p:spPr>
            <a:xfrm>
              <a:off x="2744575" y="1638000"/>
              <a:ext cx="85375" cy="73250"/>
            </a:xfrm>
            <a:custGeom>
              <a:avLst/>
              <a:gdLst/>
              <a:ahLst/>
              <a:cxnLst/>
              <a:rect l="l" t="t" r="r" b="b"/>
              <a:pathLst>
                <a:path w="3415" h="2930" extrusionOk="0">
                  <a:moveTo>
                    <a:pt x="1951" y="1"/>
                  </a:moveTo>
                  <a:cubicBezTo>
                    <a:pt x="650" y="1"/>
                    <a:pt x="0" y="1562"/>
                    <a:pt x="911" y="2505"/>
                  </a:cubicBezTo>
                  <a:cubicBezTo>
                    <a:pt x="1204" y="2798"/>
                    <a:pt x="1568" y="2929"/>
                    <a:pt x="1926" y="2929"/>
                  </a:cubicBezTo>
                  <a:cubicBezTo>
                    <a:pt x="2682" y="2929"/>
                    <a:pt x="3415" y="2346"/>
                    <a:pt x="3415" y="1464"/>
                  </a:cubicBezTo>
                  <a:cubicBezTo>
                    <a:pt x="3415" y="651"/>
                    <a:pt x="2764" y="1"/>
                    <a:pt x="1951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70"/>
            <p:cNvSpPr/>
            <p:nvPr/>
          </p:nvSpPr>
          <p:spPr>
            <a:xfrm>
              <a:off x="3194150" y="1282725"/>
              <a:ext cx="72375" cy="72375"/>
            </a:xfrm>
            <a:custGeom>
              <a:avLst/>
              <a:gdLst/>
              <a:ahLst/>
              <a:cxnLst/>
              <a:rect l="l" t="t" r="r" b="b"/>
              <a:pathLst>
                <a:path w="2895" h="2895" extrusionOk="0">
                  <a:moveTo>
                    <a:pt x="1464" y="1"/>
                  </a:moveTo>
                  <a:cubicBezTo>
                    <a:pt x="651" y="1"/>
                    <a:pt x="0" y="651"/>
                    <a:pt x="0" y="1464"/>
                  </a:cubicBezTo>
                  <a:cubicBezTo>
                    <a:pt x="0" y="2244"/>
                    <a:pt x="651" y="2895"/>
                    <a:pt x="1464" y="2895"/>
                  </a:cubicBezTo>
                  <a:cubicBezTo>
                    <a:pt x="2244" y="2895"/>
                    <a:pt x="2895" y="2244"/>
                    <a:pt x="2895" y="1464"/>
                  </a:cubicBezTo>
                  <a:cubicBezTo>
                    <a:pt x="2895" y="651"/>
                    <a:pt x="2244" y="1"/>
                    <a:pt x="1464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70"/>
            <p:cNvSpPr/>
            <p:nvPr/>
          </p:nvSpPr>
          <p:spPr>
            <a:xfrm>
              <a:off x="3631525" y="1181100"/>
              <a:ext cx="73200" cy="72375"/>
            </a:xfrm>
            <a:custGeom>
              <a:avLst/>
              <a:gdLst/>
              <a:ahLst/>
              <a:cxnLst/>
              <a:rect l="l" t="t" r="r" b="b"/>
              <a:pathLst>
                <a:path w="2928" h="2895" extrusionOk="0">
                  <a:moveTo>
                    <a:pt x="1464" y="1"/>
                  </a:moveTo>
                  <a:cubicBezTo>
                    <a:pt x="651" y="1"/>
                    <a:pt x="1" y="651"/>
                    <a:pt x="1" y="1464"/>
                  </a:cubicBezTo>
                  <a:cubicBezTo>
                    <a:pt x="1" y="2244"/>
                    <a:pt x="651" y="2895"/>
                    <a:pt x="1464" y="2895"/>
                  </a:cubicBezTo>
                  <a:cubicBezTo>
                    <a:pt x="2277" y="2895"/>
                    <a:pt x="2928" y="2244"/>
                    <a:pt x="2928" y="1464"/>
                  </a:cubicBezTo>
                  <a:cubicBezTo>
                    <a:pt x="2928" y="651"/>
                    <a:pt x="2277" y="1"/>
                    <a:pt x="1464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70"/>
            <p:cNvSpPr/>
            <p:nvPr/>
          </p:nvSpPr>
          <p:spPr>
            <a:xfrm>
              <a:off x="4069750" y="1466475"/>
              <a:ext cx="72375" cy="72375"/>
            </a:xfrm>
            <a:custGeom>
              <a:avLst/>
              <a:gdLst/>
              <a:ahLst/>
              <a:cxnLst/>
              <a:rect l="l" t="t" r="r" b="b"/>
              <a:pathLst>
                <a:path w="2895" h="2895" extrusionOk="0">
                  <a:moveTo>
                    <a:pt x="1431" y="0"/>
                  </a:moveTo>
                  <a:cubicBezTo>
                    <a:pt x="650" y="0"/>
                    <a:pt x="0" y="650"/>
                    <a:pt x="0" y="1463"/>
                  </a:cubicBezTo>
                  <a:cubicBezTo>
                    <a:pt x="0" y="2244"/>
                    <a:pt x="650" y="2894"/>
                    <a:pt x="1431" y="2894"/>
                  </a:cubicBezTo>
                  <a:cubicBezTo>
                    <a:pt x="2244" y="2894"/>
                    <a:pt x="2894" y="2244"/>
                    <a:pt x="2894" y="1463"/>
                  </a:cubicBezTo>
                  <a:cubicBezTo>
                    <a:pt x="2894" y="650"/>
                    <a:pt x="2244" y="0"/>
                    <a:pt x="1431" y="0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70"/>
            <p:cNvSpPr/>
            <p:nvPr/>
          </p:nvSpPr>
          <p:spPr>
            <a:xfrm>
              <a:off x="4494925" y="999800"/>
              <a:ext cx="84575" cy="72625"/>
            </a:xfrm>
            <a:custGeom>
              <a:avLst/>
              <a:gdLst/>
              <a:ahLst/>
              <a:cxnLst/>
              <a:rect l="l" t="t" r="r" b="b"/>
              <a:pathLst>
                <a:path w="3383" h="2905" extrusionOk="0">
                  <a:moveTo>
                    <a:pt x="1952" y="1"/>
                  </a:moveTo>
                  <a:cubicBezTo>
                    <a:pt x="651" y="1"/>
                    <a:pt x="1" y="1562"/>
                    <a:pt x="911" y="2472"/>
                  </a:cubicBezTo>
                  <a:cubicBezTo>
                    <a:pt x="1210" y="2770"/>
                    <a:pt x="1578" y="2905"/>
                    <a:pt x="1938" y="2905"/>
                  </a:cubicBezTo>
                  <a:cubicBezTo>
                    <a:pt x="2677" y="2905"/>
                    <a:pt x="3383" y="2339"/>
                    <a:pt x="3383" y="1464"/>
                  </a:cubicBezTo>
                  <a:cubicBezTo>
                    <a:pt x="3383" y="651"/>
                    <a:pt x="2732" y="1"/>
                    <a:pt x="1952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70"/>
            <p:cNvSpPr/>
            <p:nvPr/>
          </p:nvSpPr>
          <p:spPr>
            <a:xfrm>
              <a:off x="4932325" y="1638000"/>
              <a:ext cx="85375" cy="73250"/>
            </a:xfrm>
            <a:custGeom>
              <a:avLst/>
              <a:gdLst/>
              <a:ahLst/>
              <a:cxnLst/>
              <a:rect l="l" t="t" r="r" b="b"/>
              <a:pathLst>
                <a:path w="3415" h="2930" extrusionOk="0">
                  <a:moveTo>
                    <a:pt x="1952" y="1"/>
                  </a:moveTo>
                  <a:cubicBezTo>
                    <a:pt x="651" y="1"/>
                    <a:pt x="0" y="1562"/>
                    <a:pt x="943" y="2505"/>
                  </a:cubicBezTo>
                  <a:cubicBezTo>
                    <a:pt x="1237" y="2798"/>
                    <a:pt x="1597" y="2929"/>
                    <a:pt x="1951" y="2929"/>
                  </a:cubicBezTo>
                  <a:cubicBezTo>
                    <a:pt x="2697" y="2929"/>
                    <a:pt x="3415" y="2346"/>
                    <a:pt x="3415" y="1464"/>
                  </a:cubicBezTo>
                  <a:cubicBezTo>
                    <a:pt x="3415" y="651"/>
                    <a:pt x="2765" y="1"/>
                    <a:pt x="1952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70"/>
            <p:cNvSpPr/>
            <p:nvPr/>
          </p:nvSpPr>
          <p:spPr>
            <a:xfrm>
              <a:off x="5062400" y="4943625"/>
              <a:ext cx="1402425" cy="188625"/>
            </a:xfrm>
            <a:custGeom>
              <a:avLst/>
              <a:gdLst/>
              <a:ahLst/>
              <a:cxnLst/>
              <a:rect l="l" t="t" r="r" b="b"/>
              <a:pathLst>
                <a:path w="56097" h="7545" extrusionOk="0">
                  <a:moveTo>
                    <a:pt x="28032" y="0"/>
                  </a:moveTo>
                  <a:cubicBezTo>
                    <a:pt x="12553" y="0"/>
                    <a:pt x="0" y="1691"/>
                    <a:pt x="0" y="3773"/>
                  </a:cubicBezTo>
                  <a:cubicBezTo>
                    <a:pt x="0" y="5854"/>
                    <a:pt x="12553" y="7545"/>
                    <a:pt x="28032" y="7545"/>
                  </a:cubicBezTo>
                  <a:cubicBezTo>
                    <a:pt x="43544" y="7545"/>
                    <a:pt x="56097" y="5854"/>
                    <a:pt x="56097" y="3773"/>
                  </a:cubicBezTo>
                  <a:cubicBezTo>
                    <a:pt x="56097" y="1691"/>
                    <a:pt x="43544" y="0"/>
                    <a:pt x="28032" y="0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70"/>
            <p:cNvSpPr/>
            <p:nvPr/>
          </p:nvSpPr>
          <p:spPr>
            <a:xfrm>
              <a:off x="1273875" y="4943625"/>
              <a:ext cx="1294300" cy="188625"/>
            </a:xfrm>
            <a:custGeom>
              <a:avLst/>
              <a:gdLst/>
              <a:ahLst/>
              <a:cxnLst/>
              <a:rect l="l" t="t" r="r" b="b"/>
              <a:pathLst>
                <a:path w="51772" h="7545" extrusionOk="0">
                  <a:moveTo>
                    <a:pt x="25886" y="0"/>
                  </a:moveTo>
                  <a:cubicBezTo>
                    <a:pt x="11577" y="0"/>
                    <a:pt x="0" y="1691"/>
                    <a:pt x="0" y="3773"/>
                  </a:cubicBezTo>
                  <a:cubicBezTo>
                    <a:pt x="0" y="5854"/>
                    <a:pt x="11577" y="7545"/>
                    <a:pt x="25886" y="7545"/>
                  </a:cubicBezTo>
                  <a:cubicBezTo>
                    <a:pt x="40162" y="7545"/>
                    <a:pt x="51771" y="5854"/>
                    <a:pt x="51771" y="3773"/>
                  </a:cubicBezTo>
                  <a:cubicBezTo>
                    <a:pt x="51771" y="1691"/>
                    <a:pt x="40162" y="0"/>
                    <a:pt x="25886" y="0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54" name="Google Shape;3054;p70"/>
            <p:cNvGrpSpPr/>
            <p:nvPr/>
          </p:nvGrpSpPr>
          <p:grpSpPr>
            <a:xfrm>
              <a:off x="972650" y="3055850"/>
              <a:ext cx="5779575" cy="2071950"/>
              <a:chOff x="970625" y="3060300"/>
              <a:chExt cx="5779575" cy="2071950"/>
            </a:xfrm>
          </p:grpSpPr>
          <p:sp>
            <p:nvSpPr>
              <p:cNvPr id="3055" name="Google Shape;3055;p70"/>
              <p:cNvSpPr/>
              <p:nvPr/>
            </p:nvSpPr>
            <p:spPr>
              <a:xfrm>
                <a:off x="5734750" y="3060300"/>
                <a:ext cx="1015450" cy="1886600"/>
              </a:xfrm>
              <a:custGeom>
                <a:avLst/>
                <a:gdLst/>
                <a:ahLst/>
                <a:cxnLst/>
                <a:rect l="l" t="t" r="r" b="b"/>
                <a:pathLst>
                  <a:path w="40618" h="75464" extrusionOk="0">
                    <a:moveTo>
                      <a:pt x="21459" y="0"/>
                    </a:moveTo>
                    <a:cubicBezTo>
                      <a:pt x="18889" y="0"/>
                      <a:pt x="16964" y="3044"/>
                      <a:pt x="16130" y="5644"/>
                    </a:cubicBezTo>
                    <a:cubicBezTo>
                      <a:pt x="13463" y="13936"/>
                      <a:pt x="14699" y="23107"/>
                      <a:pt x="14732" y="31692"/>
                    </a:cubicBezTo>
                    <a:lnTo>
                      <a:pt x="14732" y="32082"/>
                    </a:lnTo>
                    <a:cubicBezTo>
                      <a:pt x="14504" y="38424"/>
                      <a:pt x="13756" y="45253"/>
                      <a:pt x="14439" y="51561"/>
                    </a:cubicBezTo>
                    <a:lnTo>
                      <a:pt x="14439" y="51561"/>
                    </a:lnTo>
                    <a:cubicBezTo>
                      <a:pt x="14437" y="51548"/>
                      <a:pt x="13972" y="47269"/>
                      <a:pt x="11060" y="47269"/>
                    </a:cubicBezTo>
                    <a:cubicBezTo>
                      <a:pt x="10431" y="47269"/>
                      <a:pt x="9689" y="47468"/>
                      <a:pt x="8813" y="47952"/>
                    </a:cubicBezTo>
                    <a:cubicBezTo>
                      <a:pt x="3838" y="50651"/>
                      <a:pt x="11285" y="64862"/>
                      <a:pt x="11285" y="64862"/>
                    </a:cubicBezTo>
                    <a:cubicBezTo>
                      <a:pt x="11285" y="64862"/>
                      <a:pt x="8383" y="62734"/>
                      <a:pt x="5724" y="62734"/>
                    </a:cubicBezTo>
                    <a:cubicBezTo>
                      <a:pt x="4606" y="62734"/>
                      <a:pt x="3531" y="63111"/>
                      <a:pt x="2732" y="64179"/>
                    </a:cubicBezTo>
                    <a:cubicBezTo>
                      <a:pt x="0" y="67789"/>
                      <a:pt x="6114" y="71854"/>
                      <a:pt x="6114" y="71854"/>
                    </a:cubicBezTo>
                    <a:cubicBezTo>
                      <a:pt x="6114" y="71854"/>
                      <a:pt x="3599" y="71145"/>
                      <a:pt x="1923" y="71145"/>
                    </a:cubicBezTo>
                    <a:cubicBezTo>
                      <a:pt x="1084" y="71145"/>
                      <a:pt x="456" y="71323"/>
                      <a:pt x="456" y="71854"/>
                    </a:cubicBezTo>
                    <a:cubicBezTo>
                      <a:pt x="456" y="73415"/>
                      <a:pt x="2277" y="74780"/>
                      <a:pt x="7447" y="75463"/>
                    </a:cubicBezTo>
                    <a:lnTo>
                      <a:pt x="35414" y="75463"/>
                    </a:lnTo>
                    <a:cubicBezTo>
                      <a:pt x="35414" y="75463"/>
                      <a:pt x="39934" y="72959"/>
                      <a:pt x="39024" y="70260"/>
                    </a:cubicBezTo>
                    <a:cubicBezTo>
                      <a:pt x="38602" y="69009"/>
                      <a:pt x="37361" y="68673"/>
                      <a:pt x="36152" y="68673"/>
                    </a:cubicBezTo>
                    <a:cubicBezTo>
                      <a:pt x="34754" y="68673"/>
                      <a:pt x="33398" y="69122"/>
                      <a:pt x="33398" y="69122"/>
                    </a:cubicBezTo>
                    <a:cubicBezTo>
                      <a:pt x="33398" y="69122"/>
                      <a:pt x="40617" y="60342"/>
                      <a:pt x="40162" y="56504"/>
                    </a:cubicBezTo>
                    <a:cubicBezTo>
                      <a:pt x="40026" y="55361"/>
                      <a:pt x="39108" y="54960"/>
                      <a:pt x="37886" y="54960"/>
                    </a:cubicBezTo>
                    <a:cubicBezTo>
                      <a:pt x="35006" y="54960"/>
                      <a:pt x="30439" y="57187"/>
                      <a:pt x="30439" y="57187"/>
                    </a:cubicBezTo>
                    <a:cubicBezTo>
                      <a:pt x="30439" y="57187"/>
                      <a:pt x="37658" y="38911"/>
                      <a:pt x="36325" y="30781"/>
                    </a:cubicBezTo>
                    <a:cubicBezTo>
                      <a:pt x="35913" y="28338"/>
                      <a:pt x="34928" y="27472"/>
                      <a:pt x="33718" y="27472"/>
                    </a:cubicBezTo>
                    <a:cubicBezTo>
                      <a:pt x="31771" y="27472"/>
                      <a:pt x="29241" y="29713"/>
                      <a:pt x="27577" y="31237"/>
                    </a:cubicBezTo>
                    <a:cubicBezTo>
                      <a:pt x="28227" y="26977"/>
                      <a:pt x="28487" y="22684"/>
                      <a:pt x="28357" y="18391"/>
                    </a:cubicBezTo>
                    <a:cubicBezTo>
                      <a:pt x="28227" y="13318"/>
                      <a:pt x="28618" y="4636"/>
                      <a:pt x="24162" y="1091"/>
                    </a:cubicBezTo>
                    <a:cubicBezTo>
                      <a:pt x="23203" y="324"/>
                      <a:pt x="22297" y="0"/>
                      <a:pt x="21459" y="0"/>
                    </a:cubicBezTo>
                    <a:close/>
                  </a:path>
                </a:pathLst>
              </a:custGeom>
              <a:solidFill>
                <a:srgbClr val="FFFFFF">
                  <a:alpha val="205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70"/>
              <p:cNvSpPr/>
              <p:nvPr/>
            </p:nvSpPr>
            <p:spPr>
              <a:xfrm>
                <a:off x="5251025" y="4342000"/>
                <a:ext cx="250425" cy="570750"/>
              </a:xfrm>
              <a:custGeom>
                <a:avLst/>
                <a:gdLst/>
                <a:ahLst/>
                <a:cxnLst/>
                <a:rect l="l" t="t" r="r" b="b"/>
                <a:pathLst>
                  <a:path w="10017" h="22830" extrusionOk="0">
                    <a:moveTo>
                      <a:pt x="5008" y="1"/>
                    </a:moveTo>
                    <a:cubicBezTo>
                      <a:pt x="5008" y="1"/>
                      <a:pt x="0" y="5106"/>
                      <a:pt x="0" y="11415"/>
                    </a:cubicBezTo>
                    <a:cubicBezTo>
                      <a:pt x="0" y="17724"/>
                      <a:pt x="5008" y="22830"/>
                      <a:pt x="5008" y="22830"/>
                    </a:cubicBezTo>
                    <a:cubicBezTo>
                      <a:pt x="5008" y="22830"/>
                      <a:pt x="10016" y="17724"/>
                      <a:pt x="10016" y="11415"/>
                    </a:cubicBezTo>
                    <a:cubicBezTo>
                      <a:pt x="10016" y="5106"/>
                      <a:pt x="5008" y="1"/>
                      <a:pt x="5008" y="1"/>
                    </a:cubicBezTo>
                    <a:close/>
                  </a:path>
                </a:pathLst>
              </a:custGeom>
              <a:solidFill>
                <a:srgbClr val="FFFFFF">
                  <a:alpha val="18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70"/>
              <p:cNvSpPr/>
              <p:nvPr/>
            </p:nvSpPr>
            <p:spPr>
              <a:xfrm>
                <a:off x="5103875" y="4698900"/>
                <a:ext cx="230100" cy="247175"/>
              </a:xfrm>
              <a:custGeom>
                <a:avLst/>
                <a:gdLst/>
                <a:ahLst/>
                <a:cxnLst/>
                <a:rect l="l" t="t" r="r" b="b"/>
                <a:pathLst>
                  <a:path w="9204" h="9887" extrusionOk="0">
                    <a:moveTo>
                      <a:pt x="195" y="1"/>
                    </a:moveTo>
                    <a:cubicBezTo>
                      <a:pt x="195" y="1"/>
                      <a:pt x="0" y="4131"/>
                      <a:pt x="2439" y="6862"/>
                    </a:cubicBezTo>
                    <a:cubicBezTo>
                      <a:pt x="4878" y="9594"/>
                      <a:pt x="8975" y="9887"/>
                      <a:pt x="8975" y="9887"/>
                    </a:cubicBezTo>
                    <a:cubicBezTo>
                      <a:pt x="8975" y="9887"/>
                      <a:pt x="9203" y="5757"/>
                      <a:pt x="6764" y="3025"/>
                    </a:cubicBezTo>
                    <a:cubicBezTo>
                      <a:pt x="4358" y="294"/>
                      <a:pt x="195" y="1"/>
                      <a:pt x="195" y="1"/>
                    </a:cubicBezTo>
                    <a:close/>
                  </a:path>
                </a:pathLst>
              </a:custGeom>
              <a:solidFill>
                <a:srgbClr val="FFFFFF">
                  <a:alpha val="18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70"/>
              <p:cNvSpPr/>
              <p:nvPr/>
            </p:nvSpPr>
            <p:spPr>
              <a:xfrm>
                <a:off x="5419300" y="4703775"/>
                <a:ext cx="23092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9237" h="9497" extrusionOk="0">
                    <a:moveTo>
                      <a:pt x="9236" y="1"/>
                    </a:moveTo>
                    <a:cubicBezTo>
                      <a:pt x="9236" y="1"/>
                      <a:pt x="5106" y="99"/>
                      <a:pt x="2537" y="2733"/>
                    </a:cubicBezTo>
                    <a:cubicBezTo>
                      <a:pt x="1" y="5367"/>
                      <a:pt x="1" y="9497"/>
                      <a:pt x="1" y="9497"/>
                    </a:cubicBezTo>
                    <a:cubicBezTo>
                      <a:pt x="1" y="9497"/>
                      <a:pt x="4163" y="9399"/>
                      <a:pt x="6700" y="6765"/>
                    </a:cubicBezTo>
                    <a:cubicBezTo>
                      <a:pt x="9236" y="4131"/>
                      <a:pt x="9236" y="1"/>
                      <a:pt x="9236" y="1"/>
                    </a:cubicBezTo>
                    <a:close/>
                  </a:path>
                </a:pathLst>
              </a:custGeom>
              <a:solidFill>
                <a:srgbClr val="FFFFFF">
                  <a:alpha val="18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70"/>
              <p:cNvSpPr/>
              <p:nvPr/>
            </p:nvSpPr>
            <p:spPr>
              <a:xfrm>
                <a:off x="970625" y="3060300"/>
                <a:ext cx="1014625" cy="1885775"/>
              </a:xfrm>
              <a:custGeom>
                <a:avLst/>
                <a:gdLst/>
                <a:ahLst/>
                <a:cxnLst/>
                <a:rect l="l" t="t" r="r" b="b"/>
                <a:pathLst>
                  <a:path w="40585" h="75431" extrusionOk="0">
                    <a:moveTo>
                      <a:pt x="19144" y="0"/>
                    </a:moveTo>
                    <a:cubicBezTo>
                      <a:pt x="18302" y="0"/>
                      <a:pt x="17390" y="324"/>
                      <a:pt x="16423" y="1091"/>
                    </a:cubicBezTo>
                    <a:cubicBezTo>
                      <a:pt x="12000" y="4636"/>
                      <a:pt x="12390" y="13318"/>
                      <a:pt x="12228" y="18391"/>
                    </a:cubicBezTo>
                    <a:cubicBezTo>
                      <a:pt x="12130" y="22684"/>
                      <a:pt x="12390" y="26977"/>
                      <a:pt x="13041" y="31237"/>
                    </a:cubicBezTo>
                    <a:cubicBezTo>
                      <a:pt x="11379" y="29715"/>
                      <a:pt x="8855" y="27479"/>
                      <a:pt x="6909" y="27479"/>
                    </a:cubicBezTo>
                    <a:cubicBezTo>
                      <a:pt x="5695" y="27479"/>
                      <a:pt x="4705" y="28351"/>
                      <a:pt x="4293" y="30814"/>
                    </a:cubicBezTo>
                    <a:cubicBezTo>
                      <a:pt x="2927" y="38911"/>
                      <a:pt x="10146" y="57187"/>
                      <a:pt x="10146" y="57187"/>
                    </a:cubicBezTo>
                    <a:cubicBezTo>
                      <a:pt x="10146" y="57187"/>
                      <a:pt x="5595" y="54960"/>
                      <a:pt x="2725" y="54960"/>
                    </a:cubicBezTo>
                    <a:cubicBezTo>
                      <a:pt x="1506" y="54960"/>
                      <a:pt x="591" y="55361"/>
                      <a:pt x="455" y="56504"/>
                    </a:cubicBezTo>
                    <a:cubicBezTo>
                      <a:pt x="0" y="60342"/>
                      <a:pt x="7220" y="69122"/>
                      <a:pt x="7220" y="69122"/>
                    </a:cubicBezTo>
                    <a:cubicBezTo>
                      <a:pt x="7220" y="69122"/>
                      <a:pt x="5863" y="68673"/>
                      <a:pt x="4465" y="68673"/>
                    </a:cubicBezTo>
                    <a:cubicBezTo>
                      <a:pt x="3256" y="68673"/>
                      <a:pt x="2016" y="69009"/>
                      <a:pt x="1594" y="70260"/>
                    </a:cubicBezTo>
                    <a:cubicBezTo>
                      <a:pt x="683" y="72959"/>
                      <a:pt x="5203" y="75431"/>
                      <a:pt x="5203" y="75431"/>
                    </a:cubicBezTo>
                    <a:lnTo>
                      <a:pt x="33170" y="75431"/>
                    </a:lnTo>
                    <a:cubicBezTo>
                      <a:pt x="38341" y="74748"/>
                      <a:pt x="40162" y="73415"/>
                      <a:pt x="40162" y="71821"/>
                    </a:cubicBezTo>
                    <a:cubicBezTo>
                      <a:pt x="40162" y="71301"/>
                      <a:pt x="39537" y="71127"/>
                      <a:pt x="38703" y="71127"/>
                    </a:cubicBezTo>
                    <a:cubicBezTo>
                      <a:pt x="37036" y="71127"/>
                      <a:pt x="34536" y="71821"/>
                      <a:pt x="34536" y="71821"/>
                    </a:cubicBezTo>
                    <a:cubicBezTo>
                      <a:pt x="34536" y="71821"/>
                      <a:pt x="40585" y="67789"/>
                      <a:pt x="37886" y="64179"/>
                    </a:cubicBezTo>
                    <a:cubicBezTo>
                      <a:pt x="37087" y="63111"/>
                      <a:pt x="36011" y="62734"/>
                      <a:pt x="34893" y="62734"/>
                    </a:cubicBezTo>
                    <a:cubicBezTo>
                      <a:pt x="32234" y="62734"/>
                      <a:pt x="29333" y="64862"/>
                      <a:pt x="29333" y="64862"/>
                    </a:cubicBezTo>
                    <a:cubicBezTo>
                      <a:pt x="29333" y="64862"/>
                      <a:pt x="36780" y="50651"/>
                      <a:pt x="31804" y="47952"/>
                    </a:cubicBezTo>
                    <a:cubicBezTo>
                      <a:pt x="30923" y="47468"/>
                      <a:pt x="30177" y="47269"/>
                      <a:pt x="29546" y="47269"/>
                    </a:cubicBezTo>
                    <a:cubicBezTo>
                      <a:pt x="26689" y="47269"/>
                      <a:pt x="26201" y="51359"/>
                      <a:pt x="26179" y="51554"/>
                    </a:cubicBezTo>
                    <a:lnTo>
                      <a:pt x="26179" y="51554"/>
                    </a:lnTo>
                    <a:cubicBezTo>
                      <a:pt x="26861" y="45247"/>
                      <a:pt x="26113" y="38421"/>
                      <a:pt x="25886" y="32082"/>
                    </a:cubicBezTo>
                    <a:lnTo>
                      <a:pt x="25886" y="31692"/>
                    </a:lnTo>
                    <a:cubicBezTo>
                      <a:pt x="25886" y="23107"/>
                      <a:pt x="27154" y="13936"/>
                      <a:pt x="24487" y="5644"/>
                    </a:cubicBezTo>
                    <a:cubicBezTo>
                      <a:pt x="23654" y="3044"/>
                      <a:pt x="21728" y="0"/>
                      <a:pt x="19144" y="0"/>
                    </a:cubicBezTo>
                    <a:close/>
                  </a:path>
                </a:pathLst>
              </a:custGeom>
              <a:solidFill>
                <a:srgbClr val="FFFFFF">
                  <a:alpha val="205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70"/>
              <p:cNvSpPr/>
              <p:nvPr/>
            </p:nvSpPr>
            <p:spPr>
              <a:xfrm>
                <a:off x="2240500" y="4342000"/>
                <a:ext cx="249625" cy="570750"/>
              </a:xfrm>
              <a:custGeom>
                <a:avLst/>
                <a:gdLst/>
                <a:ahLst/>
                <a:cxnLst/>
                <a:rect l="l" t="t" r="r" b="b"/>
                <a:pathLst>
                  <a:path w="9985" h="22830" extrusionOk="0">
                    <a:moveTo>
                      <a:pt x="4976" y="1"/>
                    </a:moveTo>
                    <a:cubicBezTo>
                      <a:pt x="4976" y="1"/>
                      <a:pt x="1" y="5106"/>
                      <a:pt x="1" y="11415"/>
                    </a:cubicBezTo>
                    <a:cubicBezTo>
                      <a:pt x="1" y="17724"/>
                      <a:pt x="4976" y="22830"/>
                      <a:pt x="4976" y="22830"/>
                    </a:cubicBezTo>
                    <a:cubicBezTo>
                      <a:pt x="4976" y="22830"/>
                      <a:pt x="9984" y="17724"/>
                      <a:pt x="9984" y="11415"/>
                    </a:cubicBezTo>
                    <a:cubicBezTo>
                      <a:pt x="9984" y="5106"/>
                      <a:pt x="4976" y="1"/>
                      <a:pt x="4976" y="1"/>
                    </a:cubicBezTo>
                    <a:close/>
                  </a:path>
                </a:pathLst>
              </a:custGeom>
              <a:solidFill>
                <a:srgbClr val="FFFFFF">
                  <a:alpha val="205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70"/>
              <p:cNvSpPr/>
              <p:nvPr/>
            </p:nvSpPr>
            <p:spPr>
              <a:xfrm>
                <a:off x="2407175" y="4698900"/>
                <a:ext cx="229275" cy="247175"/>
              </a:xfrm>
              <a:custGeom>
                <a:avLst/>
                <a:gdLst/>
                <a:ahLst/>
                <a:cxnLst/>
                <a:rect l="l" t="t" r="r" b="b"/>
                <a:pathLst>
                  <a:path w="9171" h="9887" extrusionOk="0">
                    <a:moveTo>
                      <a:pt x="8976" y="1"/>
                    </a:moveTo>
                    <a:cubicBezTo>
                      <a:pt x="8976" y="1"/>
                      <a:pt x="4846" y="294"/>
                      <a:pt x="2439" y="3025"/>
                    </a:cubicBezTo>
                    <a:cubicBezTo>
                      <a:pt x="0" y="5757"/>
                      <a:pt x="195" y="9887"/>
                      <a:pt x="195" y="9887"/>
                    </a:cubicBezTo>
                    <a:cubicBezTo>
                      <a:pt x="195" y="9887"/>
                      <a:pt x="4325" y="9594"/>
                      <a:pt x="6764" y="6862"/>
                    </a:cubicBezTo>
                    <a:cubicBezTo>
                      <a:pt x="9171" y="4131"/>
                      <a:pt x="8976" y="1"/>
                      <a:pt x="8976" y="1"/>
                    </a:cubicBezTo>
                    <a:close/>
                  </a:path>
                </a:pathLst>
              </a:custGeom>
              <a:solidFill>
                <a:srgbClr val="FFFFFF">
                  <a:alpha val="18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70"/>
              <p:cNvSpPr/>
              <p:nvPr/>
            </p:nvSpPr>
            <p:spPr>
              <a:xfrm>
                <a:off x="2090100" y="4703775"/>
                <a:ext cx="23172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9269" h="9497" extrusionOk="0">
                    <a:moveTo>
                      <a:pt x="33" y="1"/>
                    </a:moveTo>
                    <a:cubicBezTo>
                      <a:pt x="33" y="1"/>
                      <a:pt x="1" y="4131"/>
                      <a:pt x="2570" y="6765"/>
                    </a:cubicBezTo>
                    <a:cubicBezTo>
                      <a:pt x="5106" y="9399"/>
                      <a:pt x="9236" y="9497"/>
                      <a:pt x="9236" y="9497"/>
                    </a:cubicBezTo>
                    <a:cubicBezTo>
                      <a:pt x="9236" y="9497"/>
                      <a:pt x="9269" y="5367"/>
                      <a:pt x="6732" y="2733"/>
                    </a:cubicBezTo>
                    <a:cubicBezTo>
                      <a:pt x="4163" y="99"/>
                      <a:pt x="33" y="1"/>
                      <a:pt x="33" y="1"/>
                    </a:cubicBezTo>
                    <a:close/>
                  </a:path>
                </a:pathLst>
              </a:custGeom>
              <a:solidFill>
                <a:srgbClr val="FFFFFF">
                  <a:alpha val="18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70"/>
              <p:cNvSpPr/>
              <p:nvPr/>
            </p:nvSpPr>
            <p:spPr>
              <a:xfrm>
                <a:off x="5062400" y="4943625"/>
                <a:ext cx="1402425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56097" h="7545" extrusionOk="0">
                    <a:moveTo>
                      <a:pt x="28032" y="0"/>
                    </a:moveTo>
                    <a:cubicBezTo>
                      <a:pt x="12553" y="0"/>
                      <a:pt x="0" y="1691"/>
                      <a:pt x="0" y="3773"/>
                    </a:cubicBezTo>
                    <a:cubicBezTo>
                      <a:pt x="0" y="5854"/>
                      <a:pt x="12553" y="7545"/>
                      <a:pt x="28032" y="7545"/>
                    </a:cubicBezTo>
                    <a:cubicBezTo>
                      <a:pt x="43544" y="7545"/>
                      <a:pt x="56097" y="5854"/>
                      <a:pt x="56097" y="3773"/>
                    </a:cubicBezTo>
                    <a:cubicBezTo>
                      <a:pt x="56097" y="1691"/>
                      <a:pt x="43544" y="0"/>
                      <a:pt x="28032" y="0"/>
                    </a:cubicBezTo>
                    <a:close/>
                  </a:path>
                </a:pathLst>
              </a:custGeom>
              <a:solidFill>
                <a:srgbClr val="FFFFFF">
                  <a:alpha val="18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70"/>
              <p:cNvSpPr/>
              <p:nvPr/>
            </p:nvSpPr>
            <p:spPr>
              <a:xfrm>
                <a:off x="1273875" y="4943625"/>
                <a:ext cx="12943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51772" h="7545" extrusionOk="0">
                    <a:moveTo>
                      <a:pt x="25886" y="0"/>
                    </a:moveTo>
                    <a:cubicBezTo>
                      <a:pt x="11577" y="0"/>
                      <a:pt x="0" y="1691"/>
                      <a:pt x="0" y="3773"/>
                    </a:cubicBezTo>
                    <a:cubicBezTo>
                      <a:pt x="0" y="5854"/>
                      <a:pt x="11577" y="7545"/>
                      <a:pt x="25886" y="7545"/>
                    </a:cubicBezTo>
                    <a:cubicBezTo>
                      <a:pt x="40162" y="7545"/>
                      <a:pt x="51771" y="5854"/>
                      <a:pt x="51771" y="3773"/>
                    </a:cubicBezTo>
                    <a:cubicBezTo>
                      <a:pt x="51771" y="1691"/>
                      <a:pt x="40162" y="0"/>
                      <a:pt x="25886" y="0"/>
                    </a:cubicBezTo>
                    <a:close/>
                  </a:path>
                </a:pathLst>
              </a:custGeom>
              <a:solidFill>
                <a:srgbClr val="FFFFFF">
                  <a:alpha val="205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65" name="Google Shape;3065;p70"/>
            <p:cNvSpPr/>
            <p:nvPr/>
          </p:nvSpPr>
          <p:spPr>
            <a:xfrm>
              <a:off x="4987600" y="1712100"/>
              <a:ext cx="1076425" cy="1388875"/>
            </a:xfrm>
            <a:custGeom>
              <a:avLst/>
              <a:gdLst/>
              <a:ahLst/>
              <a:cxnLst/>
              <a:rect l="l" t="t" r="r" b="b"/>
              <a:pathLst>
                <a:path w="43057" h="55555" extrusionOk="0">
                  <a:moveTo>
                    <a:pt x="29101" y="1"/>
                  </a:moveTo>
                  <a:cubicBezTo>
                    <a:pt x="26169" y="1"/>
                    <a:pt x="23122" y="289"/>
                    <a:pt x="23122" y="289"/>
                  </a:cubicBezTo>
                  <a:lnTo>
                    <a:pt x="23122" y="2305"/>
                  </a:lnTo>
                  <a:cubicBezTo>
                    <a:pt x="23122" y="2305"/>
                    <a:pt x="21854" y="9101"/>
                    <a:pt x="22049" y="11996"/>
                  </a:cubicBezTo>
                  <a:cubicBezTo>
                    <a:pt x="22212" y="13752"/>
                    <a:pt x="23090" y="15345"/>
                    <a:pt x="24520" y="16386"/>
                  </a:cubicBezTo>
                  <a:cubicBezTo>
                    <a:pt x="24520" y="16386"/>
                    <a:pt x="24488" y="18174"/>
                    <a:pt x="24293" y="18174"/>
                  </a:cubicBezTo>
                  <a:cubicBezTo>
                    <a:pt x="24098" y="18174"/>
                    <a:pt x="22699" y="19378"/>
                    <a:pt x="22699" y="19378"/>
                  </a:cubicBezTo>
                  <a:cubicBezTo>
                    <a:pt x="22699" y="19378"/>
                    <a:pt x="20130" y="19800"/>
                    <a:pt x="17854" y="19995"/>
                  </a:cubicBezTo>
                  <a:cubicBezTo>
                    <a:pt x="15545" y="20191"/>
                    <a:pt x="14992" y="20353"/>
                    <a:pt x="14732" y="20581"/>
                  </a:cubicBezTo>
                  <a:cubicBezTo>
                    <a:pt x="14504" y="20841"/>
                    <a:pt x="13854" y="21589"/>
                    <a:pt x="13854" y="21589"/>
                  </a:cubicBezTo>
                  <a:lnTo>
                    <a:pt x="4618" y="32906"/>
                  </a:lnTo>
                  <a:cubicBezTo>
                    <a:pt x="4618" y="32906"/>
                    <a:pt x="1724" y="36645"/>
                    <a:pt x="879" y="38141"/>
                  </a:cubicBezTo>
                  <a:cubicBezTo>
                    <a:pt x="1" y="39670"/>
                    <a:pt x="1692" y="40028"/>
                    <a:pt x="1692" y="40028"/>
                  </a:cubicBezTo>
                  <a:lnTo>
                    <a:pt x="14862" y="42564"/>
                  </a:lnTo>
                  <a:lnTo>
                    <a:pt x="14927" y="53003"/>
                  </a:lnTo>
                  <a:cubicBezTo>
                    <a:pt x="17789" y="55117"/>
                    <a:pt x="21659" y="55507"/>
                    <a:pt x="21659" y="55507"/>
                  </a:cubicBezTo>
                  <a:cubicBezTo>
                    <a:pt x="22297" y="55540"/>
                    <a:pt x="22915" y="55555"/>
                    <a:pt x="23514" y="55555"/>
                  </a:cubicBezTo>
                  <a:cubicBezTo>
                    <a:pt x="30603" y="55555"/>
                    <a:pt x="34862" y="53426"/>
                    <a:pt x="34862" y="53426"/>
                  </a:cubicBezTo>
                  <a:lnTo>
                    <a:pt x="34732" y="48970"/>
                  </a:lnTo>
                  <a:lnTo>
                    <a:pt x="34732" y="48970"/>
                  </a:lnTo>
                  <a:cubicBezTo>
                    <a:pt x="34862" y="49002"/>
                    <a:pt x="34993" y="49017"/>
                    <a:pt x="35121" y="49017"/>
                  </a:cubicBezTo>
                  <a:cubicBezTo>
                    <a:pt x="36047" y="49017"/>
                    <a:pt x="36877" y="48223"/>
                    <a:pt x="37106" y="47052"/>
                  </a:cubicBezTo>
                  <a:cubicBezTo>
                    <a:pt x="37268" y="46336"/>
                    <a:pt x="37366" y="45588"/>
                    <a:pt x="37398" y="44840"/>
                  </a:cubicBezTo>
                  <a:lnTo>
                    <a:pt x="39317" y="38727"/>
                  </a:lnTo>
                  <a:cubicBezTo>
                    <a:pt x="39317" y="38727"/>
                    <a:pt x="42927" y="26662"/>
                    <a:pt x="42992" y="26142"/>
                  </a:cubicBezTo>
                  <a:cubicBezTo>
                    <a:pt x="43057" y="25589"/>
                    <a:pt x="42309" y="25361"/>
                    <a:pt x="42309" y="25361"/>
                  </a:cubicBezTo>
                  <a:cubicBezTo>
                    <a:pt x="40878" y="24873"/>
                    <a:pt x="39480" y="24288"/>
                    <a:pt x="38179" y="23573"/>
                  </a:cubicBezTo>
                  <a:cubicBezTo>
                    <a:pt x="36553" y="22662"/>
                    <a:pt x="33789" y="21036"/>
                    <a:pt x="33789" y="21036"/>
                  </a:cubicBezTo>
                  <a:cubicBezTo>
                    <a:pt x="32618" y="18630"/>
                    <a:pt x="31675" y="17947"/>
                    <a:pt x="31675" y="17947"/>
                  </a:cubicBezTo>
                  <a:lnTo>
                    <a:pt x="31252" y="14825"/>
                  </a:lnTo>
                  <a:lnTo>
                    <a:pt x="33398" y="12386"/>
                  </a:lnTo>
                  <a:cubicBezTo>
                    <a:pt x="33984" y="11963"/>
                    <a:pt x="34602" y="11605"/>
                    <a:pt x="35252" y="11313"/>
                  </a:cubicBezTo>
                  <a:cubicBezTo>
                    <a:pt x="35772" y="11085"/>
                    <a:pt x="36228" y="10727"/>
                    <a:pt x="36618" y="10305"/>
                  </a:cubicBezTo>
                  <a:cubicBezTo>
                    <a:pt x="38081" y="8614"/>
                    <a:pt x="36520" y="7573"/>
                    <a:pt x="36358" y="7443"/>
                  </a:cubicBezTo>
                  <a:cubicBezTo>
                    <a:pt x="35870" y="7215"/>
                    <a:pt x="35350" y="7020"/>
                    <a:pt x="34797" y="6890"/>
                  </a:cubicBezTo>
                  <a:cubicBezTo>
                    <a:pt x="34797" y="6890"/>
                    <a:pt x="34992" y="2825"/>
                    <a:pt x="34406" y="1037"/>
                  </a:cubicBezTo>
                  <a:cubicBezTo>
                    <a:pt x="34119" y="219"/>
                    <a:pt x="31654" y="1"/>
                    <a:pt x="291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70"/>
            <p:cNvSpPr/>
            <p:nvPr/>
          </p:nvSpPr>
          <p:spPr>
            <a:xfrm>
              <a:off x="5336375" y="3036350"/>
              <a:ext cx="804075" cy="1915775"/>
            </a:xfrm>
            <a:custGeom>
              <a:avLst/>
              <a:gdLst/>
              <a:ahLst/>
              <a:cxnLst/>
              <a:rect l="l" t="t" r="r" b="b"/>
              <a:pathLst>
                <a:path w="32163" h="76631" extrusionOk="0">
                  <a:moveTo>
                    <a:pt x="1139" y="0"/>
                  </a:moveTo>
                  <a:cubicBezTo>
                    <a:pt x="1139" y="0"/>
                    <a:pt x="1" y="16683"/>
                    <a:pt x="1" y="24650"/>
                  </a:cubicBezTo>
                  <a:cubicBezTo>
                    <a:pt x="1" y="32617"/>
                    <a:pt x="521" y="39089"/>
                    <a:pt x="749" y="44682"/>
                  </a:cubicBezTo>
                  <a:cubicBezTo>
                    <a:pt x="1009" y="50276"/>
                    <a:pt x="1" y="54145"/>
                    <a:pt x="879" y="58243"/>
                  </a:cubicBezTo>
                  <a:cubicBezTo>
                    <a:pt x="1757" y="62340"/>
                    <a:pt x="3740" y="74308"/>
                    <a:pt x="3740" y="74308"/>
                  </a:cubicBezTo>
                  <a:lnTo>
                    <a:pt x="6082" y="75706"/>
                  </a:lnTo>
                  <a:cubicBezTo>
                    <a:pt x="6082" y="75706"/>
                    <a:pt x="6505" y="66210"/>
                    <a:pt x="7350" y="62861"/>
                  </a:cubicBezTo>
                  <a:cubicBezTo>
                    <a:pt x="8196" y="59479"/>
                    <a:pt x="8456" y="45300"/>
                    <a:pt x="8976" y="40942"/>
                  </a:cubicBezTo>
                  <a:cubicBezTo>
                    <a:pt x="9464" y="36585"/>
                    <a:pt x="11090" y="21171"/>
                    <a:pt x="11090" y="21171"/>
                  </a:cubicBezTo>
                  <a:cubicBezTo>
                    <a:pt x="11090" y="21171"/>
                    <a:pt x="17301" y="37333"/>
                    <a:pt x="18829" y="43674"/>
                  </a:cubicBezTo>
                  <a:cubicBezTo>
                    <a:pt x="20325" y="50048"/>
                    <a:pt x="25398" y="64357"/>
                    <a:pt x="26537" y="67836"/>
                  </a:cubicBezTo>
                  <a:cubicBezTo>
                    <a:pt x="27675" y="71316"/>
                    <a:pt x="29398" y="76486"/>
                    <a:pt x="29398" y="76486"/>
                  </a:cubicBezTo>
                  <a:cubicBezTo>
                    <a:pt x="29745" y="76573"/>
                    <a:pt x="30107" y="76631"/>
                    <a:pt x="30473" y="76631"/>
                  </a:cubicBezTo>
                  <a:cubicBezTo>
                    <a:pt x="30656" y="76631"/>
                    <a:pt x="30840" y="76616"/>
                    <a:pt x="31024" y="76584"/>
                  </a:cubicBezTo>
                  <a:cubicBezTo>
                    <a:pt x="31512" y="76551"/>
                    <a:pt x="31935" y="76259"/>
                    <a:pt x="32163" y="75836"/>
                  </a:cubicBezTo>
                  <a:cubicBezTo>
                    <a:pt x="32163" y="75836"/>
                    <a:pt x="30504" y="65430"/>
                    <a:pt x="29756" y="60357"/>
                  </a:cubicBezTo>
                  <a:cubicBezTo>
                    <a:pt x="28878" y="54080"/>
                    <a:pt x="27415" y="44682"/>
                    <a:pt x="26504" y="41203"/>
                  </a:cubicBezTo>
                  <a:cubicBezTo>
                    <a:pt x="25626" y="37723"/>
                    <a:pt x="24260" y="32227"/>
                    <a:pt x="24260" y="29626"/>
                  </a:cubicBezTo>
                  <a:cubicBezTo>
                    <a:pt x="24260" y="26992"/>
                    <a:pt x="20911" y="748"/>
                    <a:pt x="20911" y="748"/>
                  </a:cubicBezTo>
                  <a:cubicBezTo>
                    <a:pt x="20911" y="748"/>
                    <a:pt x="16181" y="2811"/>
                    <a:pt x="10663" y="2811"/>
                  </a:cubicBezTo>
                  <a:cubicBezTo>
                    <a:pt x="7500" y="2811"/>
                    <a:pt x="4077" y="2133"/>
                    <a:pt x="11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70"/>
            <p:cNvSpPr/>
            <p:nvPr/>
          </p:nvSpPr>
          <p:spPr>
            <a:xfrm>
              <a:off x="5488400" y="3420075"/>
              <a:ext cx="125225" cy="145550"/>
            </a:xfrm>
            <a:custGeom>
              <a:avLst/>
              <a:gdLst/>
              <a:ahLst/>
              <a:cxnLst/>
              <a:rect l="l" t="t" r="r" b="b"/>
              <a:pathLst>
                <a:path w="5009" h="5822" fill="none" extrusionOk="0">
                  <a:moveTo>
                    <a:pt x="5009" y="5822"/>
                  </a:moveTo>
                  <a:lnTo>
                    <a:pt x="1" y="1"/>
                  </a:ln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70"/>
            <p:cNvSpPr/>
            <p:nvPr/>
          </p:nvSpPr>
          <p:spPr>
            <a:xfrm>
              <a:off x="5456700" y="3430650"/>
              <a:ext cx="102450" cy="95150"/>
            </a:xfrm>
            <a:custGeom>
              <a:avLst/>
              <a:gdLst/>
              <a:ahLst/>
              <a:cxnLst/>
              <a:rect l="l" t="t" r="r" b="b"/>
              <a:pathLst>
                <a:path w="4098" h="3806" fill="none" extrusionOk="0">
                  <a:moveTo>
                    <a:pt x="1" y="0"/>
                  </a:moveTo>
                  <a:lnTo>
                    <a:pt x="4098" y="3805"/>
                  </a:ln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70"/>
            <p:cNvSpPr/>
            <p:nvPr/>
          </p:nvSpPr>
          <p:spPr>
            <a:xfrm>
              <a:off x="5676200" y="3285125"/>
              <a:ext cx="138250" cy="156125"/>
            </a:xfrm>
            <a:custGeom>
              <a:avLst/>
              <a:gdLst/>
              <a:ahLst/>
              <a:cxnLst/>
              <a:rect l="l" t="t" r="r" b="b"/>
              <a:pathLst>
                <a:path w="5530" h="6245" fill="none" extrusionOk="0">
                  <a:moveTo>
                    <a:pt x="1" y="6244"/>
                  </a:moveTo>
                  <a:cubicBezTo>
                    <a:pt x="1041" y="3577"/>
                    <a:pt x="3025" y="1366"/>
                    <a:pt x="5529" y="0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70"/>
            <p:cNvSpPr/>
            <p:nvPr/>
          </p:nvSpPr>
          <p:spPr>
            <a:xfrm>
              <a:off x="5807100" y="3090825"/>
              <a:ext cx="276450" cy="1536575"/>
            </a:xfrm>
            <a:custGeom>
              <a:avLst/>
              <a:gdLst/>
              <a:ahLst/>
              <a:cxnLst/>
              <a:rect l="l" t="t" r="r" b="b"/>
              <a:pathLst>
                <a:path w="11058" h="61463" fill="none" extrusionOk="0">
                  <a:moveTo>
                    <a:pt x="586" y="0"/>
                  </a:moveTo>
                  <a:cubicBezTo>
                    <a:pt x="586" y="0"/>
                    <a:pt x="0" y="2114"/>
                    <a:pt x="716" y="3382"/>
                  </a:cubicBezTo>
                  <a:cubicBezTo>
                    <a:pt x="1431" y="4650"/>
                    <a:pt x="2147" y="4650"/>
                    <a:pt x="2147" y="4650"/>
                  </a:cubicBezTo>
                  <a:cubicBezTo>
                    <a:pt x="2147" y="4650"/>
                    <a:pt x="3415" y="11610"/>
                    <a:pt x="3415" y="15577"/>
                  </a:cubicBezTo>
                  <a:cubicBezTo>
                    <a:pt x="3415" y="19544"/>
                    <a:pt x="2570" y="19967"/>
                    <a:pt x="3415" y="24357"/>
                  </a:cubicBezTo>
                  <a:cubicBezTo>
                    <a:pt x="4261" y="28747"/>
                    <a:pt x="4813" y="30146"/>
                    <a:pt x="4813" y="32715"/>
                  </a:cubicBezTo>
                  <a:cubicBezTo>
                    <a:pt x="4813" y="35251"/>
                    <a:pt x="5952" y="36942"/>
                    <a:pt x="6960" y="38503"/>
                  </a:cubicBezTo>
                  <a:cubicBezTo>
                    <a:pt x="7935" y="40064"/>
                    <a:pt x="8228" y="44617"/>
                    <a:pt x="8228" y="46438"/>
                  </a:cubicBezTo>
                  <a:cubicBezTo>
                    <a:pt x="8228" y="48292"/>
                    <a:pt x="8781" y="50275"/>
                    <a:pt x="9366" y="52096"/>
                  </a:cubicBezTo>
                  <a:cubicBezTo>
                    <a:pt x="9366" y="52096"/>
                    <a:pt x="9496" y="56226"/>
                    <a:pt x="10212" y="57202"/>
                  </a:cubicBezTo>
                  <a:cubicBezTo>
                    <a:pt x="10927" y="58178"/>
                    <a:pt x="11057" y="61462"/>
                    <a:pt x="11057" y="61462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70"/>
            <p:cNvSpPr/>
            <p:nvPr/>
          </p:nvSpPr>
          <p:spPr>
            <a:xfrm>
              <a:off x="5477850" y="3550975"/>
              <a:ext cx="117075" cy="1378850"/>
            </a:xfrm>
            <a:custGeom>
              <a:avLst/>
              <a:gdLst/>
              <a:ahLst/>
              <a:cxnLst/>
              <a:rect l="l" t="t" r="r" b="b"/>
              <a:pathLst>
                <a:path w="4683" h="55154" fill="none" extrusionOk="0">
                  <a:moveTo>
                    <a:pt x="4390" y="0"/>
                  </a:moveTo>
                  <a:cubicBezTo>
                    <a:pt x="4390" y="0"/>
                    <a:pt x="4683" y="3252"/>
                    <a:pt x="3675" y="8911"/>
                  </a:cubicBezTo>
                  <a:cubicBezTo>
                    <a:pt x="2699" y="14602"/>
                    <a:pt x="1984" y="16130"/>
                    <a:pt x="1854" y="22666"/>
                  </a:cubicBezTo>
                  <a:cubicBezTo>
                    <a:pt x="1691" y="29170"/>
                    <a:pt x="2276" y="30308"/>
                    <a:pt x="1984" y="33690"/>
                  </a:cubicBezTo>
                  <a:cubicBezTo>
                    <a:pt x="1691" y="37105"/>
                    <a:pt x="0" y="42471"/>
                    <a:pt x="0" y="44910"/>
                  </a:cubicBezTo>
                  <a:cubicBezTo>
                    <a:pt x="0" y="47349"/>
                    <a:pt x="260" y="55153"/>
                    <a:pt x="260" y="55153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70"/>
            <p:cNvSpPr/>
            <p:nvPr/>
          </p:nvSpPr>
          <p:spPr>
            <a:xfrm>
              <a:off x="5509550" y="3111950"/>
              <a:ext cx="53675" cy="39050"/>
            </a:xfrm>
            <a:custGeom>
              <a:avLst/>
              <a:gdLst/>
              <a:ahLst/>
              <a:cxnLst/>
              <a:rect l="l" t="t" r="r" b="b"/>
              <a:pathLst>
                <a:path w="2147" h="1562" fill="none" extrusionOk="0">
                  <a:moveTo>
                    <a:pt x="0" y="1"/>
                  </a:moveTo>
                  <a:lnTo>
                    <a:pt x="293" y="1139"/>
                  </a:lnTo>
                  <a:lnTo>
                    <a:pt x="2147" y="1562"/>
                  </a:lnTo>
                  <a:lnTo>
                    <a:pt x="1854" y="131"/>
                  </a:ln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70"/>
            <p:cNvSpPr/>
            <p:nvPr/>
          </p:nvSpPr>
          <p:spPr>
            <a:xfrm>
              <a:off x="5563200" y="3104625"/>
              <a:ext cx="127675" cy="46375"/>
            </a:xfrm>
            <a:custGeom>
              <a:avLst/>
              <a:gdLst/>
              <a:ahLst/>
              <a:cxnLst/>
              <a:rect l="l" t="t" r="r" b="b"/>
              <a:pathLst>
                <a:path w="5107" h="1855" fill="none" extrusionOk="0">
                  <a:moveTo>
                    <a:pt x="1" y="1855"/>
                  </a:moveTo>
                  <a:cubicBezTo>
                    <a:pt x="1" y="1855"/>
                    <a:pt x="3415" y="1692"/>
                    <a:pt x="5106" y="1139"/>
                  </a:cubicBezTo>
                  <a:lnTo>
                    <a:pt x="4683" y="1"/>
                  </a:ln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70"/>
            <p:cNvSpPr/>
            <p:nvPr/>
          </p:nvSpPr>
          <p:spPr>
            <a:xfrm>
              <a:off x="5718475" y="3097325"/>
              <a:ext cx="88650" cy="35800"/>
            </a:xfrm>
            <a:custGeom>
              <a:avLst/>
              <a:gdLst/>
              <a:ahLst/>
              <a:cxnLst/>
              <a:rect l="l" t="t" r="r" b="b"/>
              <a:pathLst>
                <a:path w="3546" h="1432" fill="none" extrusionOk="0">
                  <a:moveTo>
                    <a:pt x="1" y="0"/>
                  </a:moveTo>
                  <a:lnTo>
                    <a:pt x="424" y="1431"/>
                  </a:lnTo>
                  <a:cubicBezTo>
                    <a:pt x="424" y="1431"/>
                    <a:pt x="3155" y="1269"/>
                    <a:pt x="3545" y="878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70"/>
            <p:cNvSpPr/>
            <p:nvPr/>
          </p:nvSpPr>
          <p:spPr>
            <a:xfrm>
              <a:off x="5417675" y="3079425"/>
              <a:ext cx="99200" cy="61000"/>
            </a:xfrm>
            <a:custGeom>
              <a:avLst/>
              <a:gdLst/>
              <a:ahLst/>
              <a:cxnLst/>
              <a:rect l="l" t="t" r="r" b="b"/>
              <a:pathLst>
                <a:path w="3968" h="2440" fill="none" extrusionOk="0">
                  <a:moveTo>
                    <a:pt x="3968" y="2440"/>
                  </a:moveTo>
                  <a:cubicBezTo>
                    <a:pt x="3025" y="2407"/>
                    <a:pt x="2114" y="2147"/>
                    <a:pt x="1269" y="1724"/>
                  </a:cubicBezTo>
                  <a:lnTo>
                    <a:pt x="1" y="1009"/>
                  </a:lnTo>
                  <a:lnTo>
                    <a:pt x="423" y="1"/>
                  </a:ln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70"/>
            <p:cNvSpPr/>
            <p:nvPr/>
          </p:nvSpPr>
          <p:spPr>
            <a:xfrm>
              <a:off x="5246100" y="4894025"/>
              <a:ext cx="239075" cy="174750"/>
            </a:xfrm>
            <a:custGeom>
              <a:avLst/>
              <a:gdLst/>
              <a:ahLst/>
              <a:cxnLst/>
              <a:rect l="l" t="t" r="r" b="b"/>
              <a:pathLst>
                <a:path w="9563" h="6990" extrusionOk="0">
                  <a:moveTo>
                    <a:pt x="7351" y="1"/>
                  </a:moveTo>
                  <a:cubicBezTo>
                    <a:pt x="7351" y="1"/>
                    <a:pt x="1270" y="3968"/>
                    <a:pt x="392" y="5854"/>
                  </a:cubicBezTo>
                  <a:cubicBezTo>
                    <a:pt x="1" y="6680"/>
                    <a:pt x="475" y="6989"/>
                    <a:pt x="1342" y="6989"/>
                  </a:cubicBezTo>
                  <a:cubicBezTo>
                    <a:pt x="2421" y="6989"/>
                    <a:pt x="4110" y="6511"/>
                    <a:pt x="5498" y="5952"/>
                  </a:cubicBezTo>
                  <a:cubicBezTo>
                    <a:pt x="7969" y="4976"/>
                    <a:pt x="9563" y="1399"/>
                    <a:pt x="9563" y="1399"/>
                  </a:cubicBezTo>
                  <a:lnTo>
                    <a:pt x="7351" y="1"/>
                  </a:lnTo>
                  <a:close/>
                </a:path>
              </a:pathLst>
            </a:custGeom>
            <a:solidFill>
              <a:srgbClr val="FFFFFF"/>
            </a:solidFill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70"/>
            <p:cNvSpPr/>
            <p:nvPr/>
          </p:nvSpPr>
          <p:spPr>
            <a:xfrm>
              <a:off x="6076200" y="4933050"/>
              <a:ext cx="141475" cy="197350"/>
            </a:xfrm>
            <a:custGeom>
              <a:avLst/>
              <a:gdLst/>
              <a:ahLst/>
              <a:cxnLst/>
              <a:rect l="l" t="t" r="r" b="b"/>
              <a:pathLst>
                <a:path w="5659" h="7894" extrusionOk="0">
                  <a:moveTo>
                    <a:pt x="2537" y="0"/>
                  </a:moveTo>
                  <a:cubicBezTo>
                    <a:pt x="2537" y="0"/>
                    <a:pt x="1282" y="680"/>
                    <a:pt x="320" y="680"/>
                  </a:cubicBezTo>
                  <a:cubicBezTo>
                    <a:pt x="209" y="680"/>
                    <a:pt x="101" y="671"/>
                    <a:pt x="0" y="651"/>
                  </a:cubicBezTo>
                  <a:lnTo>
                    <a:pt x="0" y="651"/>
                  </a:lnTo>
                  <a:cubicBezTo>
                    <a:pt x="293" y="2374"/>
                    <a:pt x="911" y="4000"/>
                    <a:pt x="1789" y="5496"/>
                  </a:cubicBezTo>
                  <a:cubicBezTo>
                    <a:pt x="2591" y="6748"/>
                    <a:pt x="3828" y="7894"/>
                    <a:pt x="4687" y="7894"/>
                  </a:cubicBezTo>
                  <a:cubicBezTo>
                    <a:pt x="5256" y="7894"/>
                    <a:pt x="5659" y="7391"/>
                    <a:pt x="5659" y="6082"/>
                  </a:cubicBezTo>
                  <a:cubicBezTo>
                    <a:pt x="5659" y="2797"/>
                    <a:pt x="2537" y="0"/>
                    <a:pt x="2537" y="0"/>
                  </a:cubicBezTo>
                  <a:close/>
                </a:path>
              </a:pathLst>
            </a:custGeom>
            <a:solidFill>
              <a:srgbClr val="FFFFFF"/>
            </a:solidFill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70"/>
            <p:cNvSpPr/>
            <p:nvPr/>
          </p:nvSpPr>
          <p:spPr>
            <a:xfrm>
              <a:off x="5531500" y="1776200"/>
              <a:ext cx="403275" cy="354800"/>
            </a:xfrm>
            <a:custGeom>
              <a:avLst/>
              <a:gdLst/>
              <a:ahLst/>
              <a:cxnLst/>
              <a:rect l="l" t="t" r="r" b="b"/>
              <a:pathLst>
                <a:path w="16131" h="14192" extrusionOk="0">
                  <a:moveTo>
                    <a:pt x="1334" y="1"/>
                  </a:moveTo>
                  <a:cubicBezTo>
                    <a:pt x="1334" y="1"/>
                    <a:pt x="0" y="8196"/>
                    <a:pt x="456" y="10212"/>
                  </a:cubicBezTo>
                  <a:cubicBezTo>
                    <a:pt x="1135" y="13280"/>
                    <a:pt x="2995" y="14192"/>
                    <a:pt x="4813" y="14192"/>
                  </a:cubicBezTo>
                  <a:cubicBezTo>
                    <a:pt x="5693" y="14192"/>
                    <a:pt x="6563" y="13978"/>
                    <a:pt x="7285" y="13692"/>
                  </a:cubicBezTo>
                  <a:cubicBezTo>
                    <a:pt x="9399" y="12879"/>
                    <a:pt x="11480" y="10017"/>
                    <a:pt x="11740" y="9627"/>
                  </a:cubicBezTo>
                  <a:cubicBezTo>
                    <a:pt x="11772" y="9594"/>
                    <a:pt x="11805" y="9594"/>
                    <a:pt x="11837" y="9562"/>
                  </a:cubicBezTo>
                  <a:cubicBezTo>
                    <a:pt x="12163" y="9497"/>
                    <a:pt x="14244" y="8814"/>
                    <a:pt x="15154" y="7220"/>
                  </a:cubicBezTo>
                  <a:cubicBezTo>
                    <a:pt x="16130" y="5497"/>
                    <a:pt x="14276" y="4749"/>
                    <a:pt x="14276" y="4749"/>
                  </a:cubicBezTo>
                  <a:lnTo>
                    <a:pt x="13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70"/>
            <p:cNvSpPr/>
            <p:nvPr/>
          </p:nvSpPr>
          <p:spPr>
            <a:xfrm>
              <a:off x="5752625" y="1780275"/>
              <a:ext cx="172375" cy="347975"/>
            </a:xfrm>
            <a:custGeom>
              <a:avLst/>
              <a:gdLst/>
              <a:ahLst/>
              <a:cxnLst/>
              <a:rect l="l" t="t" r="r" b="b"/>
              <a:pathLst>
                <a:path w="6895" h="13919" extrusionOk="0">
                  <a:moveTo>
                    <a:pt x="2147" y="1"/>
                  </a:moveTo>
                  <a:cubicBezTo>
                    <a:pt x="2147" y="1"/>
                    <a:pt x="1204" y="5139"/>
                    <a:pt x="1074" y="7285"/>
                  </a:cubicBezTo>
                  <a:cubicBezTo>
                    <a:pt x="1041" y="8488"/>
                    <a:pt x="684" y="9626"/>
                    <a:pt x="1" y="10634"/>
                  </a:cubicBezTo>
                  <a:cubicBezTo>
                    <a:pt x="1" y="10634"/>
                    <a:pt x="131" y="11935"/>
                    <a:pt x="358" y="13269"/>
                  </a:cubicBezTo>
                  <a:cubicBezTo>
                    <a:pt x="391" y="13399"/>
                    <a:pt x="423" y="13659"/>
                    <a:pt x="456" y="13919"/>
                  </a:cubicBezTo>
                  <a:lnTo>
                    <a:pt x="781" y="13399"/>
                  </a:lnTo>
                  <a:lnTo>
                    <a:pt x="944" y="13919"/>
                  </a:lnTo>
                  <a:cubicBezTo>
                    <a:pt x="749" y="13041"/>
                    <a:pt x="651" y="12163"/>
                    <a:pt x="976" y="11578"/>
                  </a:cubicBezTo>
                  <a:lnTo>
                    <a:pt x="2927" y="9399"/>
                  </a:lnTo>
                  <a:cubicBezTo>
                    <a:pt x="2927" y="9399"/>
                    <a:pt x="5269" y="8683"/>
                    <a:pt x="6309" y="7057"/>
                  </a:cubicBezTo>
                  <a:cubicBezTo>
                    <a:pt x="6895" y="6082"/>
                    <a:pt x="6570" y="5236"/>
                    <a:pt x="6212" y="5009"/>
                  </a:cubicBezTo>
                  <a:cubicBezTo>
                    <a:pt x="5692" y="4748"/>
                    <a:pt x="5204" y="4488"/>
                    <a:pt x="4683" y="4293"/>
                  </a:cubicBezTo>
                  <a:lnTo>
                    <a:pt x="4001" y="5757"/>
                  </a:lnTo>
                  <a:lnTo>
                    <a:pt x="3448" y="5854"/>
                  </a:lnTo>
                  <a:cubicBezTo>
                    <a:pt x="3448" y="5854"/>
                    <a:pt x="3675" y="4358"/>
                    <a:pt x="2992" y="3448"/>
                  </a:cubicBezTo>
                  <a:cubicBezTo>
                    <a:pt x="2310" y="2570"/>
                    <a:pt x="2147" y="1"/>
                    <a:pt x="2147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70"/>
            <p:cNvSpPr/>
            <p:nvPr/>
          </p:nvSpPr>
          <p:spPr>
            <a:xfrm>
              <a:off x="5531500" y="1776200"/>
              <a:ext cx="403275" cy="369125"/>
            </a:xfrm>
            <a:custGeom>
              <a:avLst/>
              <a:gdLst/>
              <a:ahLst/>
              <a:cxnLst/>
              <a:rect l="l" t="t" r="r" b="b"/>
              <a:pathLst>
                <a:path w="16131" h="14765" fill="none" extrusionOk="0">
                  <a:moveTo>
                    <a:pt x="1334" y="1"/>
                  </a:moveTo>
                  <a:cubicBezTo>
                    <a:pt x="1334" y="1"/>
                    <a:pt x="0" y="8196"/>
                    <a:pt x="456" y="10212"/>
                  </a:cubicBezTo>
                  <a:cubicBezTo>
                    <a:pt x="1464" y="14765"/>
                    <a:pt x="5073" y="14570"/>
                    <a:pt x="7285" y="13692"/>
                  </a:cubicBezTo>
                  <a:cubicBezTo>
                    <a:pt x="9399" y="12879"/>
                    <a:pt x="11480" y="10017"/>
                    <a:pt x="11740" y="9627"/>
                  </a:cubicBezTo>
                  <a:cubicBezTo>
                    <a:pt x="11772" y="9594"/>
                    <a:pt x="11805" y="9594"/>
                    <a:pt x="11837" y="9562"/>
                  </a:cubicBezTo>
                  <a:cubicBezTo>
                    <a:pt x="12163" y="9497"/>
                    <a:pt x="14244" y="8814"/>
                    <a:pt x="15154" y="7220"/>
                  </a:cubicBezTo>
                  <a:cubicBezTo>
                    <a:pt x="16130" y="5497"/>
                    <a:pt x="14276" y="4749"/>
                    <a:pt x="14276" y="4749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70"/>
            <p:cNvSpPr/>
            <p:nvPr/>
          </p:nvSpPr>
          <p:spPr>
            <a:xfrm>
              <a:off x="5689225" y="1867200"/>
              <a:ext cx="18725" cy="29425"/>
            </a:xfrm>
            <a:custGeom>
              <a:avLst/>
              <a:gdLst/>
              <a:ahLst/>
              <a:cxnLst/>
              <a:rect l="l" t="t" r="r" b="b"/>
              <a:pathLst>
                <a:path w="749" h="1177" extrusionOk="0">
                  <a:moveTo>
                    <a:pt x="489" y="0"/>
                  </a:moveTo>
                  <a:cubicBezTo>
                    <a:pt x="333" y="0"/>
                    <a:pt x="157" y="219"/>
                    <a:pt x="65" y="523"/>
                  </a:cubicBezTo>
                  <a:cubicBezTo>
                    <a:pt x="0" y="849"/>
                    <a:pt x="65" y="1141"/>
                    <a:pt x="228" y="1174"/>
                  </a:cubicBezTo>
                  <a:cubicBezTo>
                    <a:pt x="238" y="1176"/>
                    <a:pt x="249" y="1177"/>
                    <a:pt x="259" y="1177"/>
                  </a:cubicBezTo>
                  <a:cubicBezTo>
                    <a:pt x="415" y="1177"/>
                    <a:pt x="590" y="958"/>
                    <a:pt x="651" y="654"/>
                  </a:cubicBezTo>
                  <a:cubicBezTo>
                    <a:pt x="748" y="328"/>
                    <a:pt x="651" y="36"/>
                    <a:pt x="520" y="3"/>
                  </a:cubicBezTo>
                  <a:cubicBezTo>
                    <a:pt x="510" y="1"/>
                    <a:pt x="500" y="0"/>
                    <a:pt x="4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70"/>
            <p:cNvSpPr/>
            <p:nvPr/>
          </p:nvSpPr>
          <p:spPr>
            <a:xfrm>
              <a:off x="5602225" y="1846050"/>
              <a:ext cx="17900" cy="29450"/>
            </a:xfrm>
            <a:custGeom>
              <a:avLst/>
              <a:gdLst/>
              <a:ahLst/>
              <a:cxnLst/>
              <a:rect l="l" t="t" r="r" b="b"/>
              <a:pathLst>
                <a:path w="716" h="1178" extrusionOk="0">
                  <a:moveTo>
                    <a:pt x="459" y="0"/>
                  </a:moveTo>
                  <a:cubicBezTo>
                    <a:pt x="326" y="0"/>
                    <a:pt x="126" y="192"/>
                    <a:pt x="66" y="524"/>
                  </a:cubicBezTo>
                  <a:cubicBezTo>
                    <a:pt x="1" y="849"/>
                    <a:pt x="66" y="1142"/>
                    <a:pt x="228" y="1174"/>
                  </a:cubicBezTo>
                  <a:cubicBezTo>
                    <a:pt x="236" y="1176"/>
                    <a:pt x="245" y="1177"/>
                    <a:pt x="254" y="1177"/>
                  </a:cubicBezTo>
                  <a:cubicBezTo>
                    <a:pt x="387" y="1177"/>
                    <a:pt x="590" y="958"/>
                    <a:pt x="651" y="654"/>
                  </a:cubicBezTo>
                  <a:cubicBezTo>
                    <a:pt x="716" y="329"/>
                    <a:pt x="651" y="36"/>
                    <a:pt x="488" y="4"/>
                  </a:cubicBezTo>
                  <a:cubicBezTo>
                    <a:pt x="479" y="1"/>
                    <a:pt x="469" y="0"/>
                    <a:pt x="4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70"/>
            <p:cNvSpPr/>
            <p:nvPr/>
          </p:nvSpPr>
          <p:spPr>
            <a:xfrm>
              <a:off x="5698150" y="1815225"/>
              <a:ext cx="47175" cy="29300"/>
            </a:xfrm>
            <a:custGeom>
              <a:avLst/>
              <a:gdLst/>
              <a:ahLst/>
              <a:cxnLst/>
              <a:rect l="l" t="t" r="r" b="b"/>
              <a:pathLst>
                <a:path w="1887" h="1172" fill="none" extrusionOk="0">
                  <a:moveTo>
                    <a:pt x="1887" y="1172"/>
                  </a:moveTo>
                  <a:cubicBezTo>
                    <a:pt x="1497" y="489"/>
                    <a:pt x="781" y="33"/>
                    <a:pt x="1" y="1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70"/>
            <p:cNvSpPr/>
            <p:nvPr/>
          </p:nvSpPr>
          <p:spPr>
            <a:xfrm>
              <a:off x="5583525" y="1809550"/>
              <a:ext cx="48000" cy="16275"/>
            </a:xfrm>
            <a:custGeom>
              <a:avLst/>
              <a:gdLst/>
              <a:ahLst/>
              <a:cxnLst/>
              <a:rect l="l" t="t" r="r" b="b"/>
              <a:pathLst>
                <a:path w="1920" h="651" fill="none" extrusionOk="0">
                  <a:moveTo>
                    <a:pt x="1919" y="293"/>
                  </a:moveTo>
                  <a:cubicBezTo>
                    <a:pt x="1236" y="0"/>
                    <a:pt x="488" y="130"/>
                    <a:pt x="1" y="651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70"/>
            <p:cNvSpPr/>
            <p:nvPr/>
          </p:nvSpPr>
          <p:spPr>
            <a:xfrm>
              <a:off x="5617675" y="1853450"/>
              <a:ext cx="23600" cy="88625"/>
            </a:xfrm>
            <a:custGeom>
              <a:avLst/>
              <a:gdLst/>
              <a:ahLst/>
              <a:cxnLst/>
              <a:rect l="l" t="t" r="r" b="b"/>
              <a:pathLst>
                <a:path w="944" h="3545" fill="none" extrusionOk="0">
                  <a:moveTo>
                    <a:pt x="781" y="0"/>
                  </a:moveTo>
                  <a:cubicBezTo>
                    <a:pt x="781" y="553"/>
                    <a:pt x="748" y="1106"/>
                    <a:pt x="651" y="1626"/>
                  </a:cubicBezTo>
                  <a:cubicBezTo>
                    <a:pt x="521" y="2309"/>
                    <a:pt x="0" y="2439"/>
                    <a:pt x="130" y="2960"/>
                  </a:cubicBezTo>
                  <a:cubicBezTo>
                    <a:pt x="261" y="3480"/>
                    <a:pt x="943" y="3545"/>
                    <a:pt x="943" y="3545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70"/>
            <p:cNvSpPr/>
            <p:nvPr/>
          </p:nvSpPr>
          <p:spPr>
            <a:xfrm>
              <a:off x="5659125" y="1990025"/>
              <a:ext cx="43125" cy="9775"/>
            </a:xfrm>
            <a:custGeom>
              <a:avLst/>
              <a:gdLst/>
              <a:ahLst/>
              <a:cxnLst/>
              <a:rect l="l" t="t" r="r" b="b"/>
              <a:pathLst>
                <a:path w="1725" h="391" fill="none" extrusionOk="0">
                  <a:moveTo>
                    <a:pt x="1" y="196"/>
                  </a:moveTo>
                  <a:cubicBezTo>
                    <a:pt x="586" y="391"/>
                    <a:pt x="1204" y="293"/>
                    <a:pt x="1724" y="1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70"/>
            <p:cNvSpPr/>
            <p:nvPr/>
          </p:nvSpPr>
          <p:spPr>
            <a:xfrm>
              <a:off x="5409550" y="1573775"/>
              <a:ext cx="516275" cy="361000"/>
            </a:xfrm>
            <a:custGeom>
              <a:avLst/>
              <a:gdLst/>
              <a:ahLst/>
              <a:cxnLst/>
              <a:rect l="l" t="t" r="r" b="b"/>
              <a:pathLst>
                <a:path w="20651" h="14440" extrusionOk="0">
                  <a:moveTo>
                    <a:pt x="11057" y="1"/>
                  </a:moveTo>
                  <a:cubicBezTo>
                    <a:pt x="8455" y="1"/>
                    <a:pt x="6342" y="1496"/>
                    <a:pt x="4716" y="1627"/>
                  </a:cubicBezTo>
                  <a:cubicBezTo>
                    <a:pt x="4646" y="1632"/>
                    <a:pt x="4577" y="1635"/>
                    <a:pt x="4509" y="1635"/>
                  </a:cubicBezTo>
                  <a:cubicBezTo>
                    <a:pt x="3637" y="1635"/>
                    <a:pt x="2918" y="1207"/>
                    <a:pt x="2280" y="1207"/>
                  </a:cubicBezTo>
                  <a:cubicBezTo>
                    <a:pt x="1811" y="1207"/>
                    <a:pt x="1385" y="1439"/>
                    <a:pt x="976" y="2244"/>
                  </a:cubicBezTo>
                  <a:cubicBezTo>
                    <a:pt x="0" y="4228"/>
                    <a:pt x="3708" y="7578"/>
                    <a:pt x="6212" y="8098"/>
                  </a:cubicBezTo>
                  <a:cubicBezTo>
                    <a:pt x="6807" y="8215"/>
                    <a:pt x="7463" y="8261"/>
                    <a:pt x="8129" y="8261"/>
                  </a:cubicBezTo>
                  <a:cubicBezTo>
                    <a:pt x="10228" y="8261"/>
                    <a:pt x="12430" y="7806"/>
                    <a:pt x="13171" y="7708"/>
                  </a:cubicBezTo>
                  <a:cubicBezTo>
                    <a:pt x="13642" y="7675"/>
                    <a:pt x="14122" y="7659"/>
                    <a:pt x="14602" y="7659"/>
                  </a:cubicBezTo>
                  <a:cubicBezTo>
                    <a:pt x="15081" y="7659"/>
                    <a:pt x="15561" y="7675"/>
                    <a:pt x="16033" y="7708"/>
                  </a:cubicBezTo>
                  <a:cubicBezTo>
                    <a:pt x="16033" y="7708"/>
                    <a:pt x="15285" y="10082"/>
                    <a:pt x="16033" y="10830"/>
                  </a:cubicBezTo>
                  <a:cubicBezTo>
                    <a:pt x="16781" y="11578"/>
                    <a:pt x="16911" y="12065"/>
                    <a:pt x="16911" y="12586"/>
                  </a:cubicBezTo>
                  <a:cubicBezTo>
                    <a:pt x="16943" y="13106"/>
                    <a:pt x="17041" y="13659"/>
                    <a:pt x="17171" y="14212"/>
                  </a:cubicBezTo>
                  <a:lnTo>
                    <a:pt x="17919" y="14439"/>
                  </a:lnTo>
                  <a:lnTo>
                    <a:pt x="18276" y="13073"/>
                  </a:lnTo>
                  <a:cubicBezTo>
                    <a:pt x="19285" y="12000"/>
                    <a:pt x="19967" y="10667"/>
                    <a:pt x="20260" y="9236"/>
                  </a:cubicBezTo>
                  <a:cubicBezTo>
                    <a:pt x="20650" y="6992"/>
                    <a:pt x="18764" y="4748"/>
                    <a:pt x="18764" y="4748"/>
                  </a:cubicBezTo>
                  <a:lnTo>
                    <a:pt x="16423" y="2375"/>
                  </a:lnTo>
                  <a:cubicBezTo>
                    <a:pt x="16423" y="2375"/>
                    <a:pt x="13691" y="1"/>
                    <a:pt x="110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70"/>
            <p:cNvSpPr/>
            <p:nvPr/>
          </p:nvSpPr>
          <p:spPr>
            <a:xfrm>
              <a:off x="5557500" y="1633125"/>
              <a:ext cx="273200" cy="137425"/>
            </a:xfrm>
            <a:custGeom>
              <a:avLst/>
              <a:gdLst/>
              <a:ahLst/>
              <a:cxnLst/>
              <a:rect l="l" t="t" r="r" b="b"/>
              <a:pathLst>
                <a:path w="10928" h="5497" fill="none" extrusionOk="0">
                  <a:moveTo>
                    <a:pt x="1" y="4683"/>
                  </a:moveTo>
                  <a:cubicBezTo>
                    <a:pt x="1" y="4683"/>
                    <a:pt x="4261" y="5496"/>
                    <a:pt x="7611" y="4131"/>
                  </a:cubicBezTo>
                  <a:cubicBezTo>
                    <a:pt x="10928" y="2732"/>
                    <a:pt x="8066" y="1"/>
                    <a:pt x="8066" y="1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70"/>
            <p:cNvSpPr/>
            <p:nvPr/>
          </p:nvSpPr>
          <p:spPr>
            <a:xfrm>
              <a:off x="5777025" y="1626625"/>
              <a:ext cx="79700" cy="138225"/>
            </a:xfrm>
            <a:custGeom>
              <a:avLst/>
              <a:gdLst/>
              <a:ahLst/>
              <a:cxnLst/>
              <a:rect l="l" t="t" r="r" b="b"/>
              <a:pathLst>
                <a:path w="3188" h="5529" fill="none" extrusionOk="0">
                  <a:moveTo>
                    <a:pt x="0" y="0"/>
                  </a:moveTo>
                  <a:cubicBezTo>
                    <a:pt x="325" y="0"/>
                    <a:pt x="3187" y="2212"/>
                    <a:pt x="2634" y="3805"/>
                  </a:cubicBezTo>
                  <a:cubicBezTo>
                    <a:pt x="2049" y="5431"/>
                    <a:pt x="911" y="5529"/>
                    <a:pt x="911" y="5529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70"/>
            <p:cNvSpPr/>
            <p:nvPr/>
          </p:nvSpPr>
          <p:spPr>
            <a:xfrm>
              <a:off x="5367275" y="2778625"/>
              <a:ext cx="493425" cy="307325"/>
            </a:xfrm>
            <a:custGeom>
              <a:avLst/>
              <a:gdLst/>
              <a:ahLst/>
              <a:cxnLst/>
              <a:rect l="l" t="t" r="r" b="b"/>
              <a:pathLst>
                <a:path w="19737" h="12293" extrusionOk="0">
                  <a:moveTo>
                    <a:pt x="130" y="1"/>
                  </a:moveTo>
                  <a:lnTo>
                    <a:pt x="0" y="2017"/>
                  </a:lnTo>
                  <a:cubicBezTo>
                    <a:pt x="0" y="2017"/>
                    <a:pt x="9789" y="3350"/>
                    <a:pt x="11838" y="3578"/>
                  </a:cubicBezTo>
                  <a:cubicBezTo>
                    <a:pt x="13854" y="3838"/>
                    <a:pt x="15642" y="4781"/>
                    <a:pt x="16000" y="5366"/>
                  </a:cubicBezTo>
                  <a:cubicBezTo>
                    <a:pt x="16358" y="5984"/>
                    <a:pt x="17106" y="6570"/>
                    <a:pt x="16748" y="8228"/>
                  </a:cubicBezTo>
                  <a:cubicBezTo>
                    <a:pt x="16411" y="9788"/>
                    <a:pt x="14261" y="12011"/>
                    <a:pt x="14008" y="12268"/>
                  </a:cubicBezTo>
                  <a:lnTo>
                    <a:pt x="14008" y="12268"/>
                  </a:lnTo>
                  <a:cubicBezTo>
                    <a:pt x="14422" y="12090"/>
                    <a:pt x="19737" y="11677"/>
                    <a:pt x="19675" y="11057"/>
                  </a:cubicBezTo>
                  <a:cubicBezTo>
                    <a:pt x="19545" y="9822"/>
                    <a:pt x="18894" y="6179"/>
                    <a:pt x="18894" y="6179"/>
                  </a:cubicBezTo>
                  <a:lnTo>
                    <a:pt x="15902" y="3318"/>
                  </a:lnTo>
                  <a:lnTo>
                    <a:pt x="12325" y="1431"/>
                  </a:lnTo>
                  <a:cubicBezTo>
                    <a:pt x="11382" y="1366"/>
                    <a:pt x="10472" y="1236"/>
                    <a:pt x="9561" y="1074"/>
                  </a:cubicBezTo>
                  <a:cubicBezTo>
                    <a:pt x="8716" y="814"/>
                    <a:pt x="130" y="1"/>
                    <a:pt x="130" y="1"/>
                  </a:cubicBezTo>
                  <a:close/>
                  <a:moveTo>
                    <a:pt x="14008" y="12268"/>
                  </a:moveTo>
                  <a:cubicBezTo>
                    <a:pt x="13988" y="12277"/>
                    <a:pt x="13979" y="12285"/>
                    <a:pt x="13984" y="12293"/>
                  </a:cubicBezTo>
                  <a:cubicBezTo>
                    <a:pt x="13984" y="12293"/>
                    <a:pt x="13992" y="12285"/>
                    <a:pt x="14008" y="12268"/>
                  </a:cubicBezTo>
                  <a:close/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70"/>
            <p:cNvSpPr/>
            <p:nvPr/>
          </p:nvSpPr>
          <p:spPr>
            <a:xfrm>
              <a:off x="5367275" y="2778625"/>
              <a:ext cx="493425" cy="307325"/>
            </a:xfrm>
            <a:custGeom>
              <a:avLst/>
              <a:gdLst/>
              <a:ahLst/>
              <a:cxnLst/>
              <a:rect l="l" t="t" r="r" b="b"/>
              <a:pathLst>
                <a:path w="19737" h="12293" extrusionOk="0">
                  <a:moveTo>
                    <a:pt x="130" y="1"/>
                  </a:moveTo>
                  <a:lnTo>
                    <a:pt x="0" y="2017"/>
                  </a:lnTo>
                  <a:cubicBezTo>
                    <a:pt x="0" y="2017"/>
                    <a:pt x="9789" y="3350"/>
                    <a:pt x="11838" y="3578"/>
                  </a:cubicBezTo>
                  <a:cubicBezTo>
                    <a:pt x="13854" y="3838"/>
                    <a:pt x="15642" y="4781"/>
                    <a:pt x="16000" y="5366"/>
                  </a:cubicBezTo>
                  <a:cubicBezTo>
                    <a:pt x="16358" y="5984"/>
                    <a:pt x="17106" y="6570"/>
                    <a:pt x="16748" y="8228"/>
                  </a:cubicBezTo>
                  <a:cubicBezTo>
                    <a:pt x="16415" y="9773"/>
                    <a:pt x="14303" y="11968"/>
                    <a:pt x="14016" y="12260"/>
                  </a:cubicBezTo>
                  <a:lnTo>
                    <a:pt x="14016" y="12260"/>
                  </a:lnTo>
                  <a:cubicBezTo>
                    <a:pt x="14485" y="12053"/>
                    <a:pt x="19736" y="11643"/>
                    <a:pt x="19675" y="11057"/>
                  </a:cubicBezTo>
                  <a:cubicBezTo>
                    <a:pt x="19480" y="9496"/>
                    <a:pt x="18894" y="6179"/>
                    <a:pt x="18894" y="6179"/>
                  </a:cubicBezTo>
                  <a:lnTo>
                    <a:pt x="15902" y="3318"/>
                  </a:lnTo>
                  <a:lnTo>
                    <a:pt x="12325" y="1431"/>
                  </a:lnTo>
                  <a:cubicBezTo>
                    <a:pt x="11382" y="1366"/>
                    <a:pt x="10472" y="1236"/>
                    <a:pt x="9561" y="1074"/>
                  </a:cubicBezTo>
                  <a:cubicBezTo>
                    <a:pt x="8716" y="814"/>
                    <a:pt x="130" y="1"/>
                    <a:pt x="130" y="1"/>
                  </a:cubicBezTo>
                  <a:close/>
                  <a:moveTo>
                    <a:pt x="14016" y="12260"/>
                  </a:moveTo>
                  <a:cubicBezTo>
                    <a:pt x="13990" y="12272"/>
                    <a:pt x="13979" y="12283"/>
                    <a:pt x="13984" y="12293"/>
                  </a:cubicBezTo>
                  <a:cubicBezTo>
                    <a:pt x="13984" y="12293"/>
                    <a:pt x="13995" y="12282"/>
                    <a:pt x="14016" y="122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70"/>
            <p:cNvSpPr/>
            <p:nvPr/>
          </p:nvSpPr>
          <p:spPr>
            <a:xfrm>
              <a:off x="5764000" y="2115225"/>
              <a:ext cx="302475" cy="824400"/>
            </a:xfrm>
            <a:custGeom>
              <a:avLst/>
              <a:gdLst/>
              <a:ahLst/>
              <a:cxnLst/>
              <a:rect l="l" t="t" r="r" b="b"/>
              <a:pathLst>
                <a:path w="12099" h="32976" extrusionOk="0">
                  <a:moveTo>
                    <a:pt x="326" y="1"/>
                  </a:moveTo>
                  <a:lnTo>
                    <a:pt x="1" y="521"/>
                  </a:lnTo>
                  <a:cubicBezTo>
                    <a:pt x="196" y="2765"/>
                    <a:pt x="391" y="8456"/>
                    <a:pt x="391" y="8456"/>
                  </a:cubicBezTo>
                  <a:lnTo>
                    <a:pt x="1107" y="12033"/>
                  </a:lnTo>
                  <a:cubicBezTo>
                    <a:pt x="1107" y="12033"/>
                    <a:pt x="3871" y="23870"/>
                    <a:pt x="4586" y="26504"/>
                  </a:cubicBezTo>
                  <a:cubicBezTo>
                    <a:pt x="5302" y="29138"/>
                    <a:pt x="5302" y="30927"/>
                    <a:pt x="4814" y="31772"/>
                  </a:cubicBezTo>
                  <a:cubicBezTo>
                    <a:pt x="4359" y="32585"/>
                    <a:pt x="4521" y="32975"/>
                    <a:pt x="4521" y="32975"/>
                  </a:cubicBezTo>
                  <a:cubicBezTo>
                    <a:pt x="4521" y="32975"/>
                    <a:pt x="6375" y="31545"/>
                    <a:pt x="6277" y="30114"/>
                  </a:cubicBezTo>
                  <a:cubicBezTo>
                    <a:pt x="6115" y="28423"/>
                    <a:pt x="12098" y="10960"/>
                    <a:pt x="11903" y="9952"/>
                  </a:cubicBezTo>
                  <a:cubicBezTo>
                    <a:pt x="11578" y="8488"/>
                    <a:pt x="9204" y="8683"/>
                    <a:pt x="7773" y="7838"/>
                  </a:cubicBezTo>
                  <a:cubicBezTo>
                    <a:pt x="6342" y="7025"/>
                    <a:pt x="2895" y="5106"/>
                    <a:pt x="2895" y="5106"/>
                  </a:cubicBezTo>
                  <a:lnTo>
                    <a:pt x="1237" y="2602"/>
                  </a:lnTo>
                  <a:cubicBezTo>
                    <a:pt x="911" y="1919"/>
                    <a:pt x="684" y="1204"/>
                    <a:pt x="489" y="488"/>
                  </a:cubicBezTo>
                  <a:lnTo>
                    <a:pt x="326" y="1"/>
                  </a:lnTo>
                  <a:close/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70"/>
            <p:cNvSpPr/>
            <p:nvPr/>
          </p:nvSpPr>
          <p:spPr>
            <a:xfrm>
              <a:off x="5764000" y="2115225"/>
              <a:ext cx="300850" cy="824400"/>
            </a:xfrm>
            <a:custGeom>
              <a:avLst/>
              <a:gdLst/>
              <a:ahLst/>
              <a:cxnLst/>
              <a:rect l="l" t="t" r="r" b="b"/>
              <a:pathLst>
                <a:path w="12034" h="32976" extrusionOk="0">
                  <a:moveTo>
                    <a:pt x="326" y="1"/>
                  </a:moveTo>
                  <a:lnTo>
                    <a:pt x="1" y="521"/>
                  </a:lnTo>
                  <a:cubicBezTo>
                    <a:pt x="196" y="2765"/>
                    <a:pt x="391" y="8456"/>
                    <a:pt x="391" y="8456"/>
                  </a:cubicBezTo>
                  <a:lnTo>
                    <a:pt x="1107" y="12033"/>
                  </a:lnTo>
                  <a:cubicBezTo>
                    <a:pt x="1107" y="12033"/>
                    <a:pt x="3871" y="23870"/>
                    <a:pt x="4586" y="26504"/>
                  </a:cubicBezTo>
                  <a:cubicBezTo>
                    <a:pt x="5302" y="29138"/>
                    <a:pt x="5302" y="30927"/>
                    <a:pt x="4814" y="31772"/>
                  </a:cubicBezTo>
                  <a:cubicBezTo>
                    <a:pt x="4359" y="32585"/>
                    <a:pt x="4521" y="32975"/>
                    <a:pt x="4521" y="32975"/>
                  </a:cubicBezTo>
                  <a:cubicBezTo>
                    <a:pt x="4521" y="32975"/>
                    <a:pt x="6440" y="31545"/>
                    <a:pt x="6277" y="30114"/>
                  </a:cubicBezTo>
                  <a:cubicBezTo>
                    <a:pt x="6082" y="28585"/>
                    <a:pt x="12033" y="11220"/>
                    <a:pt x="11903" y="9952"/>
                  </a:cubicBezTo>
                  <a:cubicBezTo>
                    <a:pt x="11741" y="8456"/>
                    <a:pt x="9204" y="8683"/>
                    <a:pt x="7773" y="7838"/>
                  </a:cubicBezTo>
                  <a:cubicBezTo>
                    <a:pt x="6342" y="7025"/>
                    <a:pt x="2895" y="5106"/>
                    <a:pt x="2895" y="5106"/>
                  </a:cubicBezTo>
                  <a:lnTo>
                    <a:pt x="1237" y="2602"/>
                  </a:lnTo>
                  <a:cubicBezTo>
                    <a:pt x="911" y="1919"/>
                    <a:pt x="684" y="1204"/>
                    <a:pt x="489" y="488"/>
                  </a:cubicBezTo>
                  <a:lnTo>
                    <a:pt x="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70"/>
            <p:cNvSpPr/>
            <p:nvPr/>
          </p:nvSpPr>
          <p:spPr>
            <a:xfrm>
              <a:off x="5641325" y="2046025"/>
              <a:ext cx="158475" cy="287100"/>
            </a:xfrm>
            <a:custGeom>
              <a:avLst/>
              <a:gdLst/>
              <a:ahLst/>
              <a:cxnLst/>
              <a:rect l="l" t="t" r="r" b="b"/>
              <a:pathLst>
                <a:path w="6339" h="11484" extrusionOk="0">
                  <a:moveTo>
                    <a:pt x="1667" y="1"/>
                  </a:moveTo>
                  <a:cubicBezTo>
                    <a:pt x="712" y="1"/>
                    <a:pt x="1" y="104"/>
                    <a:pt x="225" y="655"/>
                  </a:cubicBezTo>
                  <a:cubicBezTo>
                    <a:pt x="373" y="1018"/>
                    <a:pt x="889" y="1103"/>
                    <a:pt x="1470" y="1103"/>
                  </a:cubicBezTo>
                  <a:cubicBezTo>
                    <a:pt x="1980" y="1103"/>
                    <a:pt x="2539" y="1038"/>
                    <a:pt x="2946" y="1038"/>
                  </a:cubicBezTo>
                  <a:cubicBezTo>
                    <a:pt x="3197" y="1038"/>
                    <a:pt x="3390" y="1063"/>
                    <a:pt x="3477" y="1143"/>
                  </a:cubicBezTo>
                  <a:cubicBezTo>
                    <a:pt x="3900" y="1533"/>
                    <a:pt x="3607" y="2411"/>
                    <a:pt x="3607" y="2411"/>
                  </a:cubicBezTo>
                  <a:cubicBezTo>
                    <a:pt x="3607" y="2411"/>
                    <a:pt x="355" y="2639"/>
                    <a:pt x="355" y="3517"/>
                  </a:cubicBezTo>
                  <a:cubicBezTo>
                    <a:pt x="355" y="4395"/>
                    <a:pt x="485" y="6769"/>
                    <a:pt x="1103" y="6996"/>
                  </a:cubicBezTo>
                  <a:cubicBezTo>
                    <a:pt x="1152" y="7014"/>
                    <a:pt x="1198" y="7022"/>
                    <a:pt x="1242" y="7022"/>
                  </a:cubicBezTo>
                  <a:cubicBezTo>
                    <a:pt x="1760" y="7022"/>
                    <a:pt x="1981" y="5891"/>
                    <a:pt x="1981" y="5891"/>
                  </a:cubicBezTo>
                  <a:cubicBezTo>
                    <a:pt x="1981" y="5891"/>
                    <a:pt x="2111" y="8720"/>
                    <a:pt x="2729" y="9760"/>
                  </a:cubicBezTo>
                  <a:cubicBezTo>
                    <a:pt x="3119" y="10378"/>
                    <a:pt x="3575" y="10964"/>
                    <a:pt x="4095" y="11484"/>
                  </a:cubicBezTo>
                  <a:lnTo>
                    <a:pt x="6339" y="11224"/>
                  </a:lnTo>
                  <a:cubicBezTo>
                    <a:pt x="6339" y="11224"/>
                    <a:pt x="5591" y="4525"/>
                    <a:pt x="5233" y="2769"/>
                  </a:cubicBezTo>
                  <a:cubicBezTo>
                    <a:pt x="4843" y="1045"/>
                    <a:pt x="5103" y="37"/>
                    <a:pt x="3477" y="37"/>
                  </a:cubicBezTo>
                  <a:cubicBezTo>
                    <a:pt x="2884" y="37"/>
                    <a:pt x="2233" y="1"/>
                    <a:pt x="1667" y="1"/>
                  </a:cubicBezTo>
                  <a:close/>
                </a:path>
              </a:pathLst>
            </a:custGeom>
            <a:solidFill>
              <a:srgbClr val="FFFFFF"/>
            </a:solidFill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70"/>
            <p:cNvSpPr/>
            <p:nvPr/>
          </p:nvSpPr>
          <p:spPr>
            <a:xfrm>
              <a:off x="5734750" y="2345300"/>
              <a:ext cx="202450" cy="622775"/>
            </a:xfrm>
            <a:custGeom>
              <a:avLst/>
              <a:gdLst/>
              <a:ahLst/>
              <a:cxnLst/>
              <a:rect l="l" t="t" r="r" b="b"/>
              <a:pathLst>
                <a:path w="8098" h="24911" fill="none" extrusionOk="0">
                  <a:moveTo>
                    <a:pt x="358" y="1139"/>
                  </a:moveTo>
                  <a:cubicBezTo>
                    <a:pt x="358" y="1139"/>
                    <a:pt x="0" y="16586"/>
                    <a:pt x="618" y="19057"/>
                  </a:cubicBezTo>
                  <a:cubicBezTo>
                    <a:pt x="1236" y="21529"/>
                    <a:pt x="4618" y="24911"/>
                    <a:pt x="6342" y="23285"/>
                  </a:cubicBezTo>
                  <a:cubicBezTo>
                    <a:pt x="8098" y="21659"/>
                    <a:pt x="7220" y="18179"/>
                    <a:pt x="7220" y="16553"/>
                  </a:cubicBezTo>
                  <a:cubicBezTo>
                    <a:pt x="7220" y="14960"/>
                    <a:pt x="3252" y="2992"/>
                    <a:pt x="3252" y="2114"/>
                  </a:cubicBezTo>
                  <a:cubicBezTo>
                    <a:pt x="3187" y="1399"/>
                    <a:pt x="2992" y="684"/>
                    <a:pt x="2732" y="1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70"/>
            <p:cNvSpPr/>
            <p:nvPr/>
          </p:nvSpPr>
          <p:spPr>
            <a:xfrm>
              <a:off x="5750200" y="2413600"/>
              <a:ext cx="62625" cy="6525"/>
            </a:xfrm>
            <a:custGeom>
              <a:avLst/>
              <a:gdLst/>
              <a:ahLst/>
              <a:cxnLst/>
              <a:rect l="l" t="t" r="r" b="b"/>
              <a:pathLst>
                <a:path w="2505" h="261" fill="none" extrusionOk="0">
                  <a:moveTo>
                    <a:pt x="0" y="260"/>
                  </a:moveTo>
                  <a:lnTo>
                    <a:pt x="2504" y="0"/>
                  </a:ln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70"/>
            <p:cNvSpPr/>
            <p:nvPr/>
          </p:nvSpPr>
          <p:spPr>
            <a:xfrm>
              <a:off x="5217675" y="2268600"/>
              <a:ext cx="147175" cy="345025"/>
            </a:xfrm>
            <a:custGeom>
              <a:avLst/>
              <a:gdLst/>
              <a:ahLst/>
              <a:cxnLst/>
              <a:rect l="l" t="t" r="r" b="b"/>
              <a:pathLst>
                <a:path w="5887" h="13801" extrusionOk="0">
                  <a:moveTo>
                    <a:pt x="5704" y="1"/>
                  </a:moveTo>
                  <a:cubicBezTo>
                    <a:pt x="5503" y="1"/>
                    <a:pt x="5189" y="152"/>
                    <a:pt x="5041" y="1020"/>
                  </a:cubicBezTo>
                  <a:cubicBezTo>
                    <a:pt x="4814" y="2321"/>
                    <a:pt x="4684" y="4955"/>
                    <a:pt x="4684" y="4955"/>
                  </a:cubicBezTo>
                  <a:cubicBezTo>
                    <a:pt x="4684" y="4955"/>
                    <a:pt x="2990" y="3896"/>
                    <a:pt x="2534" y="3896"/>
                  </a:cubicBezTo>
                  <a:cubicBezTo>
                    <a:pt x="2398" y="3896"/>
                    <a:pt x="2372" y="3992"/>
                    <a:pt x="2537" y="4239"/>
                  </a:cubicBezTo>
                  <a:cubicBezTo>
                    <a:pt x="3253" y="5313"/>
                    <a:pt x="4423" y="7686"/>
                    <a:pt x="4423" y="7686"/>
                  </a:cubicBezTo>
                  <a:lnTo>
                    <a:pt x="1" y="12109"/>
                  </a:lnTo>
                  <a:lnTo>
                    <a:pt x="2049" y="12955"/>
                  </a:lnTo>
                  <a:lnTo>
                    <a:pt x="5399" y="13800"/>
                  </a:lnTo>
                  <a:lnTo>
                    <a:pt x="5887" y="44"/>
                  </a:lnTo>
                  <a:cubicBezTo>
                    <a:pt x="5887" y="44"/>
                    <a:pt x="5811" y="1"/>
                    <a:pt x="5704" y="1"/>
                  </a:cubicBezTo>
                  <a:close/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70"/>
            <p:cNvSpPr/>
            <p:nvPr/>
          </p:nvSpPr>
          <p:spPr>
            <a:xfrm>
              <a:off x="5217675" y="2268600"/>
              <a:ext cx="147175" cy="345025"/>
            </a:xfrm>
            <a:custGeom>
              <a:avLst/>
              <a:gdLst/>
              <a:ahLst/>
              <a:cxnLst/>
              <a:rect l="l" t="t" r="r" b="b"/>
              <a:pathLst>
                <a:path w="5887" h="13801" extrusionOk="0">
                  <a:moveTo>
                    <a:pt x="5704" y="1"/>
                  </a:moveTo>
                  <a:cubicBezTo>
                    <a:pt x="5503" y="1"/>
                    <a:pt x="5189" y="152"/>
                    <a:pt x="5041" y="1020"/>
                  </a:cubicBezTo>
                  <a:cubicBezTo>
                    <a:pt x="4814" y="2321"/>
                    <a:pt x="4684" y="4955"/>
                    <a:pt x="4684" y="4955"/>
                  </a:cubicBezTo>
                  <a:cubicBezTo>
                    <a:pt x="4684" y="4955"/>
                    <a:pt x="2990" y="3896"/>
                    <a:pt x="2534" y="3896"/>
                  </a:cubicBezTo>
                  <a:cubicBezTo>
                    <a:pt x="2398" y="3896"/>
                    <a:pt x="2372" y="3992"/>
                    <a:pt x="2537" y="4239"/>
                  </a:cubicBezTo>
                  <a:cubicBezTo>
                    <a:pt x="3253" y="5313"/>
                    <a:pt x="4423" y="7686"/>
                    <a:pt x="4423" y="7686"/>
                  </a:cubicBezTo>
                  <a:lnTo>
                    <a:pt x="1" y="12109"/>
                  </a:lnTo>
                  <a:lnTo>
                    <a:pt x="2049" y="12955"/>
                  </a:lnTo>
                  <a:lnTo>
                    <a:pt x="5399" y="13800"/>
                  </a:lnTo>
                  <a:lnTo>
                    <a:pt x="5887" y="44"/>
                  </a:lnTo>
                  <a:cubicBezTo>
                    <a:pt x="5887" y="44"/>
                    <a:pt x="5811" y="1"/>
                    <a:pt x="5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70"/>
            <p:cNvSpPr/>
            <p:nvPr/>
          </p:nvSpPr>
          <p:spPr>
            <a:xfrm>
              <a:off x="5495725" y="2316025"/>
              <a:ext cx="89450" cy="51250"/>
            </a:xfrm>
            <a:custGeom>
              <a:avLst/>
              <a:gdLst/>
              <a:ahLst/>
              <a:cxnLst/>
              <a:rect l="l" t="t" r="r" b="b"/>
              <a:pathLst>
                <a:path w="3578" h="2050" extrusionOk="0">
                  <a:moveTo>
                    <a:pt x="3480" y="1"/>
                  </a:moveTo>
                  <a:cubicBezTo>
                    <a:pt x="3480" y="1"/>
                    <a:pt x="1171" y="1139"/>
                    <a:pt x="228" y="1237"/>
                  </a:cubicBezTo>
                  <a:cubicBezTo>
                    <a:pt x="228" y="1237"/>
                    <a:pt x="0" y="2050"/>
                    <a:pt x="944" y="2050"/>
                  </a:cubicBezTo>
                  <a:cubicBezTo>
                    <a:pt x="1919" y="2050"/>
                    <a:pt x="3578" y="1367"/>
                    <a:pt x="3578" y="1367"/>
                  </a:cubicBezTo>
                  <a:lnTo>
                    <a:pt x="3480" y="1"/>
                  </a:lnTo>
                  <a:close/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70"/>
            <p:cNvSpPr/>
            <p:nvPr/>
          </p:nvSpPr>
          <p:spPr>
            <a:xfrm>
              <a:off x="5495725" y="2316025"/>
              <a:ext cx="89450" cy="51250"/>
            </a:xfrm>
            <a:custGeom>
              <a:avLst/>
              <a:gdLst/>
              <a:ahLst/>
              <a:cxnLst/>
              <a:rect l="l" t="t" r="r" b="b"/>
              <a:pathLst>
                <a:path w="3578" h="2050" extrusionOk="0">
                  <a:moveTo>
                    <a:pt x="3480" y="1"/>
                  </a:moveTo>
                  <a:cubicBezTo>
                    <a:pt x="3480" y="1"/>
                    <a:pt x="1171" y="1139"/>
                    <a:pt x="228" y="1237"/>
                  </a:cubicBezTo>
                  <a:cubicBezTo>
                    <a:pt x="228" y="1237"/>
                    <a:pt x="0" y="2050"/>
                    <a:pt x="944" y="2050"/>
                  </a:cubicBezTo>
                  <a:cubicBezTo>
                    <a:pt x="1919" y="2050"/>
                    <a:pt x="3578" y="1367"/>
                    <a:pt x="3578" y="1367"/>
                  </a:cubicBezTo>
                  <a:lnTo>
                    <a:pt x="34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70"/>
            <p:cNvSpPr/>
            <p:nvPr/>
          </p:nvSpPr>
          <p:spPr>
            <a:xfrm>
              <a:off x="5572950" y="2119300"/>
              <a:ext cx="136625" cy="264250"/>
            </a:xfrm>
            <a:custGeom>
              <a:avLst/>
              <a:gdLst/>
              <a:ahLst/>
              <a:cxnLst/>
              <a:rect l="l" t="t" r="r" b="b"/>
              <a:pathLst>
                <a:path w="5465" h="10570" fill="none" extrusionOk="0">
                  <a:moveTo>
                    <a:pt x="1237" y="0"/>
                  </a:moveTo>
                  <a:cubicBezTo>
                    <a:pt x="1237" y="0"/>
                    <a:pt x="1" y="7317"/>
                    <a:pt x="749" y="8943"/>
                  </a:cubicBezTo>
                  <a:cubicBezTo>
                    <a:pt x="1497" y="10569"/>
                    <a:pt x="2602" y="10179"/>
                    <a:pt x="3480" y="9431"/>
                  </a:cubicBezTo>
                  <a:cubicBezTo>
                    <a:pt x="4358" y="8683"/>
                    <a:pt x="5464" y="6829"/>
                    <a:pt x="5464" y="6829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70"/>
            <p:cNvSpPr/>
            <p:nvPr/>
          </p:nvSpPr>
          <p:spPr>
            <a:xfrm>
              <a:off x="5358325" y="2781075"/>
              <a:ext cx="500825" cy="323575"/>
            </a:xfrm>
            <a:custGeom>
              <a:avLst/>
              <a:gdLst/>
              <a:ahLst/>
              <a:cxnLst/>
              <a:rect l="l" t="t" r="r" b="b"/>
              <a:pathLst>
                <a:path w="20033" h="12943" fill="none" extrusionOk="0">
                  <a:moveTo>
                    <a:pt x="1" y="0"/>
                  </a:moveTo>
                  <a:lnTo>
                    <a:pt x="261" y="10211"/>
                  </a:lnTo>
                  <a:cubicBezTo>
                    <a:pt x="261" y="10211"/>
                    <a:pt x="3090" y="12943"/>
                    <a:pt x="8586" y="12943"/>
                  </a:cubicBezTo>
                  <a:cubicBezTo>
                    <a:pt x="14082" y="12943"/>
                    <a:pt x="20033" y="10959"/>
                    <a:pt x="20033" y="10959"/>
                  </a:cubicBezTo>
                  <a:lnTo>
                    <a:pt x="20033" y="7350"/>
                  </a:ln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70"/>
            <p:cNvSpPr/>
            <p:nvPr/>
          </p:nvSpPr>
          <p:spPr>
            <a:xfrm>
              <a:off x="5778650" y="2155875"/>
              <a:ext cx="55300" cy="174000"/>
            </a:xfrm>
            <a:custGeom>
              <a:avLst/>
              <a:gdLst/>
              <a:ahLst/>
              <a:cxnLst/>
              <a:rect l="l" t="t" r="r" b="b"/>
              <a:pathLst>
                <a:path w="2212" h="6960" fill="none" extrusionOk="0">
                  <a:moveTo>
                    <a:pt x="0" y="1"/>
                  </a:moveTo>
                  <a:cubicBezTo>
                    <a:pt x="0" y="1"/>
                    <a:pt x="2212" y="2244"/>
                    <a:pt x="2212" y="4358"/>
                  </a:cubicBezTo>
                  <a:cubicBezTo>
                    <a:pt x="2212" y="6472"/>
                    <a:pt x="1854" y="6960"/>
                    <a:pt x="1854" y="6960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70"/>
            <p:cNvSpPr/>
            <p:nvPr/>
          </p:nvSpPr>
          <p:spPr>
            <a:xfrm>
              <a:off x="5828225" y="2233925"/>
              <a:ext cx="233375" cy="578050"/>
            </a:xfrm>
            <a:custGeom>
              <a:avLst/>
              <a:gdLst/>
              <a:ahLst/>
              <a:cxnLst/>
              <a:rect l="l" t="t" r="r" b="b"/>
              <a:pathLst>
                <a:path w="9335" h="23122" fill="none" extrusionOk="0">
                  <a:moveTo>
                    <a:pt x="1" y="0"/>
                  </a:moveTo>
                  <a:cubicBezTo>
                    <a:pt x="1" y="0"/>
                    <a:pt x="3351" y="1984"/>
                    <a:pt x="5204" y="3090"/>
                  </a:cubicBezTo>
                  <a:cubicBezTo>
                    <a:pt x="7090" y="4228"/>
                    <a:pt x="9334" y="4228"/>
                    <a:pt x="9334" y="5204"/>
                  </a:cubicBezTo>
                  <a:cubicBezTo>
                    <a:pt x="9334" y="6212"/>
                    <a:pt x="4098" y="23122"/>
                    <a:pt x="4098" y="23122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70"/>
            <p:cNvSpPr/>
            <p:nvPr/>
          </p:nvSpPr>
          <p:spPr>
            <a:xfrm>
              <a:off x="5850200" y="2373750"/>
              <a:ext cx="30900" cy="124425"/>
            </a:xfrm>
            <a:custGeom>
              <a:avLst/>
              <a:gdLst/>
              <a:ahLst/>
              <a:cxnLst/>
              <a:rect l="l" t="t" r="r" b="b"/>
              <a:pathLst>
                <a:path w="1236" h="4977" fill="none" extrusionOk="0">
                  <a:moveTo>
                    <a:pt x="1236" y="1"/>
                  </a:moveTo>
                  <a:lnTo>
                    <a:pt x="0" y="4976"/>
                  </a:ln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70"/>
            <p:cNvSpPr/>
            <p:nvPr/>
          </p:nvSpPr>
          <p:spPr>
            <a:xfrm>
              <a:off x="5308725" y="2341250"/>
              <a:ext cx="50450" cy="105700"/>
            </a:xfrm>
            <a:custGeom>
              <a:avLst/>
              <a:gdLst/>
              <a:ahLst/>
              <a:cxnLst/>
              <a:rect l="l" t="t" r="r" b="b"/>
              <a:pathLst>
                <a:path w="2018" h="4228" fill="none" extrusionOk="0">
                  <a:moveTo>
                    <a:pt x="2017" y="4228"/>
                  </a:moveTo>
                  <a:lnTo>
                    <a:pt x="1" y="0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70"/>
            <p:cNvSpPr/>
            <p:nvPr/>
          </p:nvSpPr>
          <p:spPr>
            <a:xfrm>
              <a:off x="5283525" y="2431475"/>
              <a:ext cx="75650" cy="45550"/>
            </a:xfrm>
            <a:custGeom>
              <a:avLst/>
              <a:gdLst/>
              <a:ahLst/>
              <a:cxnLst/>
              <a:rect l="l" t="t" r="r" b="b"/>
              <a:pathLst>
                <a:path w="3026" h="1822" fill="none" extrusionOk="0">
                  <a:moveTo>
                    <a:pt x="3025" y="1822"/>
                  </a:moveTo>
                  <a:lnTo>
                    <a:pt x="1" y="1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70"/>
            <p:cNvSpPr/>
            <p:nvPr/>
          </p:nvSpPr>
          <p:spPr>
            <a:xfrm>
              <a:off x="5590025" y="2712775"/>
              <a:ext cx="14675" cy="75625"/>
            </a:xfrm>
            <a:custGeom>
              <a:avLst/>
              <a:gdLst/>
              <a:ahLst/>
              <a:cxnLst/>
              <a:rect l="l" t="t" r="r" b="b"/>
              <a:pathLst>
                <a:path w="587" h="3025" fill="none" extrusionOk="0">
                  <a:moveTo>
                    <a:pt x="586" y="1"/>
                  </a:moveTo>
                  <a:lnTo>
                    <a:pt x="1" y="3025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70"/>
            <p:cNvSpPr/>
            <p:nvPr/>
          </p:nvSpPr>
          <p:spPr>
            <a:xfrm>
              <a:off x="5866450" y="2361575"/>
              <a:ext cx="145550" cy="100000"/>
            </a:xfrm>
            <a:custGeom>
              <a:avLst/>
              <a:gdLst/>
              <a:ahLst/>
              <a:cxnLst/>
              <a:rect l="l" t="t" r="r" b="b"/>
              <a:pathLst>
                <a:path w="5822" h="4000" fill="none" extrusionOk="0">
                  <a:moveTo>
                    <a:pt x="5821" y="0"/>
                  </a:moveTo>
                  <a:cubicBezTo>
                    <a:pt x="5821" y="0"/>
                    <a:pt x="2797" y="585"/>
                    <a:pt x="0" y="4000"/>
                  </a:cubicBez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70"/>
            <p:cNvSpPr/>
            <p:nvPr/>
          </p:nvSpPr>
          <p:spPr>
            <a:xfrm>
              <a:off x="5871325" y="2351800"/>
              <a:ext cx="90275" cy="60200"/>
            </a:xfrm>
            <a:custGeom>
              <a:avLst/>
              <a:gdLst/>
              <a:ahLst/>
              <a:cxnLst/>
              <a:rect l="l" t="t" r="r" b="b"/>
              <a:pathLst>
                <a:path w="3611" h="2408" fill="none" extrusionOk="0">
                  <a:moveTo>
                    <a:pt x="3610" y="196"/>
                  </a:moveTo>
                  <a:cubicBezTo>
                    <a:pt x="3610" y="196"/>
                    <a:pt x="2797" y="1"/>
                    <a:pt x="1" y="2407"/>
                  </a:cubicBez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70"/>
            <p:cNvSpPr/>
            <p:nvPr/>
          </p:nvSpPr>
          <p:spPr>
            <a:xfrm>
              <a:off x="5575400" y="2381075"/>
              <a:ext cx="44725" cy="241475"/>
            </a:xfrm>
            <a:custGeom>
              <a:avLst/>
              <a:gdLst/>
              <a:ahLst/>
              <a:cxnLst/>
              <a:rect l="l" t="t" r="r" b="b"/>
              <a:pathLst>
                <a:path w="1789" h="9659" fill="none" extrusionOk="0">
                  <a:moveTo>
                    <a:pt x="1204" y="1"/>
                  </a:moveTo>
                  <a:lnTo>
                    <a:pt x="0" y="9464"/>
                  </a:lnTo>
                  <a:lnTo>
                    <a:pt x="976" y="9659"/>
                  </a:lnTo>
                  <a:lnTo>
                    <a:pt x="1789" y="6635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70"/>
            <p:cNvSpPr/>
            <p:nvPr/>
          </p:nvSpPr>
          <p:spPr>
            <a:xfrm>
              <a:off x="5409550" y="2998950"/>
              <a:ext cx="215475" cy="75625"/>
            </a:xfrm>
            <a:custGeom>
              <a:avLst/>
              <a:gdLst/>
              <a:ahLst/>
              <a:cxnLst/>
              <a:rect l="l" t="t" r="r" b="b"/>
              <a:pathLst>
                <a:path w="8619" h="3025" fill="none" extrusionOk="0">
                  <a:moveTo>
                    <a:pt x="8618" y="0"/>
                  </a:moveTo>
                  <a:cubicBezTo>
                    <a:pt x="5008" y="3025"/>
                    <a:pt x="0" y="2830"/>
                    <a:pt x="0" y="2830"/>
                  </a:cubicBez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70"/>
            <p:cNvSpPr/>
            <p:nvPr/>
          </p:nvSpPr>
          <p:spPr>
            <a:xfrm>
              <a:off x="5094100" y="2533100"/>
              <a:ext cx="148800" cy="71575"/>
            </a:xfrm>
            <a:custGeom>
              <a:avLst/>
              <a:gdLst/>
              <a:ahLst/>
              <a:cxnLst/>
              <a:rect l="l" t="t" r="r" b="b"/>
              <a:pathLst>
                <a:path w="5952" h="2863" fill="none" extrusionOk="0">
                  <a:moveTo>
                    <a:pt x="5952" y="2245"/>
                  </a:moveTo>
                  <a:cubicBezTo>
                    <a:pt x="5952" y="2245"/>
                    <a:pt x="3513" y="1"/>
                    <a:pt x="1" y="2862"/>
                  </a:cubicBez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70"/>
            <p:cNvSpPr/>
            <p:nvPr/>
          </p:nvSpPr>
          <p:spPr>
            <a:xfrm>
              <a:off x="5482725" y="2164825"/>
              <a:ext cx="115450" cy="180500"/>
            </a:xfrm>
            <a:custGeom>
              <a:avLst/>
              <a:gdLst/>
              <a:ahLst/>
              <a:cxnLst/>
              <a:rect l="l" t="t" r="r" b="b"/>
              <a:pathLst>
                <a:path w="4618" h="7220" fill="none" extrusionOk="0">
                  <a:moveTo>
                    <a:pt x="4618" y="0"/>
                  </a:moveTo>
                  <a:cubicBezTo>
                    <a:pt x="4618" y="0"/>
                    <a:pt x="3610" y="260"/>
                    <a:pt x="2472" y="2017"/>
                  </a:cubicBezTo>
                  <a:cubicBezTo>
                    <a:pt x="1366" y="3740"/>
                    <a:pt x="0" y="6732"/>
                    <a:pt x="1008" y="6992"/>
                  </a:cubicBezTo>
                  <a:cubicBezTo>
                    <a:pt x="1984" y="7220"/>
                    <a:pt x="3837" y="6114"/>
                    <a:pt x="3837" y="6114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70"/>
            <p:cNvSpPr/>
            <p:nvPr/>
          </p:nvSpPr>
          <p:spPr>
            <a:xfrm>
              <a:off x="5694100" y="2329850"/>
              <a:ext cx="31725" cy="28475"/>
            </a:xfrm>
            <a:custGeom>
              <a:avLst/>
              <a:gdLst/>
              <a:ahLst/>
              <a:cxnLst/>
              <a:rect l="l" t="t" r="r" b="b"/>
              <a:pathLst>
                <a:path w="1269" h="1139" fill="none" extrusionOk="0">
                  <a:moveTo>
                    <a:pt x="0" y="1"/>
                  </a:moveTo>
                  <a:lnTo>
                    <a:pt x="1269" y="1139"/>
                  </a:ln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70"/>
            <p:cNvSpPr/>
            <p:nvPr/>
          </p:nvSpPr>
          <p:spPr>
            <a:xfrm>
              <a:off x="4995725" y="2196525"/>
              <a:ext cx="745550" cy="609775"/>
            </a:xfrm>
            <a:custGeom>
              <a:avLst/>
              <a:gdLst/>
              <a:ahLst/>
              <a:cxnLst/>
              <a:rect l="l" t="t" r="r" b="b"/>
              <a:pathLst>
                <a:path w="29822" h="24391" fill="none" extrusionOk="0">
                  <a:moveTo>
                    <a:pt x="22342" y="1"/>
                  </a:moveTo>
                  <a:cubicBezTo>
                    <a:pt x="22342" y="1"/>
                    <a:pt x="17724" y="618"/>
                    <a:pt x="15870" y="749"/>
                  </a:cubicBezTo>
                  <a:cubicBezTo>
                    <a:pt x="14017" y="879"/>
                    <a:pt x="14375" y="1562"/>
                    <a:pt x="13757" y="1984"/>
                  </a:cubicBezTo>
                  <a:cubicBezTo>
                    <a:pt x="12781" y="2667"/>
                    <a:pt x="1497" y="16976"/>
                    <a:pt x="749" y="18342"/>
                  </a:cubicBezTo>
                  <a:cubicBezTo>
                    <a:pt x="1" y="19707"/>
                    <a:pt x="131" y="20325"/>
                    <a:pt x="1367" y="20716"/>
                  </a:cubicBezTo>
                  <a:cubicBezTo>
                    <a:pt x="2602" y="21073"/>
                    <a:pt x="14992" y="23252"/>
                    <a:pt x="14992" y="23252"/>
                  </a:cubicBezTo>
                  <a:lnTo>
                    <a:pt x="25952" y="24390"/>
                  </a:lnTo>
                  <a:lnTo>
                    <a:pt x="26830" y="21659"/>
                  </a:lnTo>
                  <a:cubicBezTo>
                    <a:pt x="26830" y="21659"/>
                    <a:pt x="29366" y="21984"/>
                    <a:pt x="29821" y="21984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70"/>
            <p:cNvSpPr/>
            <p:nvPr/>
          </p:nvSpPr>
          <p:spPr>
            <a:xfrm>
              <a:off x="5460775" y="2641225"/>
              <a:ext cx="174800" cy="71575"/>
            </a:xfrm>
            <a:custGeom>
              <a:avLst/>
              <a:gdLst/>
              <a:ahLst/>
              <a:cxnLst/>
              <a:rect l="l" t="t" r="r" b="b"/>
              <a:pathLst>
                <a:path w="6992" h="2863" fill="none" extrusionOk="0">
                  <a:moveTo>
                    <a:pt x="6992" y="2863"/>
                  </a:moveTo>
                  <a:cubicBezTo>
                    <a:pt x="4553" y="2147"/>
                    <a:pt x="2211" y="1204"/>
                    <a:pt x="0" y="1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70"/>
            <p:cNvSpPr/>
            <p:nvPr/>
          </p:nvSpPr>
          <p:spPr>
            <a:xfrm>
              <a:off x="5169725" y="2586750"/>
              <a:ext cx="266675" cy="48000"/>
            </a:xfrm>
            <a:custGeom>
              <a:avLst/>
              <a:gdLst/>
              <a:ahLst/>
              <a:cxnLst/>
              <a:rect l="l" t="t" r="r" b="b"/>
              <a:pathLst>
                <a:path w="10667" h="1920" fill="none" extrusionOk="0">
                  <a:moveTo>
                    <a:pt x="10667" y="1920"/>
                  </a:moveTo>
                  <a:cubicBezTo>
                    <a:pt x="10667" y="1920"/>
                    <a:pt x="6992" y="586"/>
                    <a:pt x="5008" y="326"/>
                  </a:cubicBezTo>
                  <a:cubicBezTo>
                    <a:pt x="3024" y="66"/>
                    <a:pt x="0" y="1"/>
                    <a:pt x="0" y="1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70"/>
            <p:cNvSpPr/>
            <p:nvPr/>
          </p:nvSpPr>
          <p:spPr>
            <a:xfrm>
              <a:off x="5351825" y="2348550"/>
              <a:ext cx="9775" cy="245550"/>
            </a:xfrm>
            <a:custGeom>
              <a:avLst/>
              <a:gdLst/>
              <a:ahLst/>
              <a:cxnLst/>
              <a:rect l="l" t="t" r="r" b="b"/>
              <a:pathLst>
                <a:path w="391" h="9822" fill="none" extrusionOk="0">
                  <a:moveTo>
                    <a:pt x="0" y="9822"/>
                  </a:moveTo>
                  <a:lnTo>
                    <a:pt x="391" y="1"/>
                  </a:ln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70"/>
            <p:cNvSpPr/>
            <p:nvPr/>
          </p:nvSpPr>
          <p:spPr>
            <a:xfrm>
              <a:off x="5644500" y="2806275"/>
              <a:ext cx="66700" cy="25225"/>
            </a:xfrm>
            <a:custGeom>
              <a:avLst/>
              <a:gdLst/>
              <a:ahLst/>
              <a:cxnLst/>
              <a:rect l="l" t="t" r="r" b="b"/>
              <a:pathLst>
                <a:path w="2668" h="1009" fill="none" extrusionOk="0">
                  <a:moveTo>
                    <a:pt x="1" y="0"/>
                  </a:moveTo>
                  <a:cubicBezTo>
                    <a:pt x="846" y="423"/>
                    <a:pt x="1757" y="781"/>
                    <a:pt x="2667" y="1008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70"/>
            <p:cNvSpPr/>
            <p:nvPr/>
          </p:nvSpPr>
          <p:spPr>
            <a:xfrm>
              <a:off x="1366550" y="1627800"/>
              <a:ext cx="866675" cy="1257350"/>
            </a:xfrm>
            <a:custGeom>
              <a:avLst/>
              <a:gdLst/>
              <a:ahLst/>
              <a:cxnLst/>
              <a:rect l="l" t="t" r="r" b="b"/>
              <a:pathLst>
                <a:path w="34667" h="50294" extrusionOk="0">
                  <a:moveTo>
                    <a:pt x="17614" y="0"/>
                  </a:moveTo>
                  <a:cubicBezTo>
                    <a:pt x="10966" y="0"/>
                    <a:pt x="11967" y="4766"/>
                    <a:pt x="11967" y="4766"/>
                  </a:cubicBezTo>
                  <a:lnTo>
                    <a:pt x="12065" y="5124"/>
                  </a:lnTo>
                  <a:cubicBezTo>
                    <a:pt x="12065" y="5124"/>
                    <a:pt x="7285" y="6750"/>
                    <a:pt x="8195" y="12766"/>
                  </a:cubicBezTo>
                  <a:cubicBezTo>
                    <a:pt x="9106" y="18782"/>
                    <a:pt x="11707" y="21384"/>
                    <a:pt x="11610" y="23270"/>
                  </a:cubicBezTo>
                  <a:cubicBezTo>
                    <a:pt x="11512" y="25156"/>
                    <a:pt x="8716" y="25871"/>
                    <a:pt x="4781" y="30197"/>
                  </a:cubicBezTo>
                  <a:cubicBezTo>
                    <a:pt x="813" y="34489"/>
                    <a:pt x="0" y="40961"/>
                    <a:pt x="1626" y="45188"/>
                  </a:cubicBezTo>
                  <a:cubicBezTo>
                    <a:pt x="2439" y="47269"/>
                    <a:pt x="4033" y="48993"/>
                    <a:pt x="6016" y="50294"/>
                  </a:cubicBezTo>
                  <a:lnTo>
                    <a:pt x="8260" y="39204"/>
                  </a:lnTo>
                  <a:lnTo>
                    <a:pt x="9724" y="31205"/>
                  </a:lnTo>
                  <a:lnTo>
                    <a:pt x="18992" y="27530"/>
                  </a:lnTo>
                  <a:cubicBezTo>
                    <a:pt x="18992" y="27530"/>
                    <a:pt x="19447" y="25026"/>
                    <a:pt x="19902" y="24928"/>
                  </a:cubicBezTo>
                  <a:cubicBezTo>
                    <a:pt x="20358" y="24831"/>
                    <a:pt x="20813" y="23790"/>
                    <a:pt x="20813" y="23790"/>
                  </a:cubicBezTo>
                  <a:lnTo>
                    <a:pt x="20585" y="21741"/>
                  </a:lnTo>
                  <a:cubicBezTo>
                    <a:pt x="20585" y="21741"/>
                    <a:pt x="21023" y="20058"/>
                    <a:pt x="22867" y="20058"/>
                  </a:cubicBezTo>
                  <a:cubicBezTo>
                    <a:pt x="23586" y="20058"/>
                    <a:pt x="24519" y="20314"/>
                    <a:pt x="25723" y="21026"/>
                  </a:cubicBezTo>
                  <a:cubicBezTo>
                    <a:pt x="25723" y="21026"/>
                    <a:pt x="24422" y="21872"/>
                    <a:pt x="24650" y="22229"/>
                  </a:cubicBezTo>
                  <a:cubicBezTo>
                    <a:pt x="24878" y="22587"/>
                    <a:pt x="24390" y="23725"/>
                    <a:pt x="24943" y="23725"/>
                  </a:cubicBezTo>
                  <a:cubicBezTo>
                    <a:pt x="25528" y="23725"/>
                    <a:pt x="26666" y="24473"/>
                    <a:pt x="27252" y="25026"/>
                  </a:cubicBezTo>
                  <a:cubicBezTo>
                    <a:pt x="27642" y="25481"/>
                    <a:pt x="28000" y="25937"/>
                    <a:pt x="28292" y="26457"/>
                  </a:cubicBezTo>
                  <a:lnTo>
                    <a:pt x="33105" y="26749"/>
                  </a:lnTo>
                  <a:cubicBezTo>
                    <a:pt x="33626" y="26749"/>
                    <a:pt x="34113" y="26815"/>
                    <a:pt x="34569" y="26945"/>
                  </a:cubicBezTo>
                  <a:cubicBezTo>
                    <a:pt x="34666" y="24571"/>
                    <a:pt x="34374" y="22782"/>
                    <a:pt x="33788" y="21384"/>
                  </a:cubicBezTo>
                  <a:cubicBezTo>
                    <a:pt x="31739" y="16376"/>
                    <a:pt x="27967" y="14555"/>
                    <a:pt x="27414" y="12051"/>
                  </a:cubicBezTo>
                  <a:cubicBezTo>
                    <a:pt x="26894" y="9514"/>
                    <a:pt x="27154" y="9254"/>
                    <a:pt x="27154" y="9254"/>
                  </a:cubicBezTo>
                  <a:cubicBezTo>
                    <a:pt x="28260" y="8116"/>
                    <a:pt x="28748" y="6522"/>
                    <a:pt x="28422" y="4961"/>
                  </a:cubicBezTo>
                  <a:cubicBezTo>
                    <a:pt x="27870" y="2262"/>
                    <a:pt x="25788" y="376"/>
                    <a:pt x="18341" y="18"/>
                  </a:cubicBezTo>
                  <a:cubicBezTo>
                    <a:pt x="18089" y="6"/>
                    <a:pt x="17847" y="0"/>
                    <a:pt x="17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70"/>
            <p:cNvSpPr/>
            <p:nvPr/>
          </p:nvSpPr>
          <p:spPr>
            <a:xfrm>
              <a:off x="1642150" y="2628225"/>
              <a:ext cx="252050" cy="322450"/>
            </a:xfrm>
            <a:custGeom>
              <a:avLst/>
              <a:gdLst/>
              <a:ahLst/>
              <a:cxnLst/>
              <a:rect l="l" t="t" r="r" b="b"/>
              <a:pathLst>
                <a:path w="10082" h="12898" extrusionOk="0">
                  <a:moveTo>
                    <a:pt x="3447" y="0"/>
                  </a:moveTo>
                  <a:lnTo>
                    <a:pt x="3447" y="1789"/>
                  </a:lnTo>
                  <a:lnTo>
                    <a:pt x="0" y="12423"/>
                  </a:lnTo>
                  <a:cubicBezTo>
                    <a:pt x="1174" y="12743"/>
                    <a:pt x="2387" y="12898"/>
                    <a:pt x="3602" y="12898"/>
                  </a:cubicBezTo>
                  <a:cubicBezTo>
                    <a:pt x="4608" y="12898"/>
                    <a:pt x="5615" y="12792"/>
                    <a:pt x="6602" y="12586"/>
                  </a:cubicBezTo>
                  <a:cubicBezTo>
                    <a:pt x="7805" y="12260"/>
                    <a:pt x="8976" y="11740"/>
                    <a:pt x="10081" y="11090"/>
                  </a:cubicBezTo>
                  <a:lnTo>
                    <a:pt x="344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70"/>
            <p:cNvSpPr/>
            <p:nvPr/>
          </p:nvSpPr>
          <p:spPr>
            <a:xfrm>
              <a:off x="1419400" y="1940075"/>
              <a:ext cx="1465025" cy="1504425"/>
            </a:xfrm>
            <a:custGeom>
              <a:avLst/>
              <a:gdLst/>
              <a:ahLst/>
              <a:cxnLst/>
              <a:rect l="l" t="t" r="r" b="b"/>
              <a:pathLst>
                <a:path w="58601" h="60177" extrusionOk="0">
                  <a:moveTo>
                    <a:pt x="57562" y="1"/>
                  </a:moveTo>
                  <a:cubicBezTo>
                    <a:pt x="57147" y="1"/>
                    <a:pt x="56594" y="496"/>
                    <a:pt x="56064" y="1186"/>
                  </a:cubicBezTo>
                  <a:cubicBezTo>
                    <a:pt x="55576" y="1901"/>
                    <a:pt x="55153" y="2682"/>
                    <a:pt x="54796" y="3462"/>
                  </a:cubicBezTo>
                  <a:lnTo>
                    <a:pt x="54405" y="3625"/>
                  </a:lnTo>
                  <a:cubicBezTo>
                    <a:pt x="54280" y="2874"/>
                    <a:pt x="53223" y="2485"/>
                    <a:pt x="52882" y="2485"/>
                  </a:cubicBezTo>
                  <a:cubicBezTo>
                    <a:pt x="52868" y="2485"/>
                    <a:pt x="52856" y="2485"/>
                    <a:pt x="52844" y="2486"/>
                  </a:cubicBezTo>
                  <a:cubicBezTo>
                    <a:pt x="52552" y="2551"/>
                    <a:pt x="52682" y="2942"/>
                    <a:pt x="52682" y="2942"/>
                  </a:cubicBezTo>
                  <a:cubicBezTo>
                    <a:pt x="52682" y="2942"/>
                    <a:pt x="52975" y="4600"/>
                    <a:pt x="52975" y="4860"/>
                  </a:cubicBezTo>
                  <a:cubicBezTo>
                    <a:pt x="52779" y="5413"/>
                    <a:pt x="52519" y="5933"/>
                    <a:pt x="52194" y="6421"/>
                  </a:cubicBezTo>
                  <a:cubicBezTo>
                    <a:pt x="52096" y="6519"/>
                    <a:pt x="52031" y="6681"/>
                    <a:pt x="51999" y="6812"/>
                  </a:cubicBezTo>
                  <a:lnTo>
                    <a:pt x="52194" y="9771"/>
                  </a:lnTo>
                  <a:lnTo>
                    <a:pt x="52129" y="12242"/>
                  </a:lnTo>
                  <a:lnTo>
                    <a:pt x="51869" y="12242"/>
                  </a:lnTo>
                  <a:lnTo>
                    <a:pt x="51056" y="15299"/>
                  </a:lnTo>
                  <a:lnTo>
                    <a:pt x="49592" y="19006"/>
                  </a:lnTo>
                  <a:lnTo>
                    <a:pt x="46275" y="26518"/>
                  </a:lnTo>
                  <a:cubicBezTo>
                    <a:pt x="45072" y="25966"/>
                    <a:pt x="43414" y="24405"/>
                    <a:pt x="42958" y="24079"/>
                  </a:cubicBezTo>
                  <a:cubicBezTo>
                    <a:pt x="42536" y="23787"/>
                    <a:pt x="38113" y="19689"/>
                    <a:pt x="38113" y="19689"/>
                  </a:cubicBezTo>
                  <a:cubicBezTo>
                    <a:pt x="38113" y="19689"/>
                    <a:pt x="34666" y="16567"/>
                    <a:pt x="33755" y="15624"/>
                  </a:cubicBezTo>
                  <a:cubicBezTo>
                    <a:pt x="32845" y="14649"/>
                    <a:pt x="32585" y="14551"/>
                    <a:pt x="32585" y="14551"/>
                  </a:cubicBezTo>
                  <a:cubicBezTo>
                    <a:pt x="31596" y="14057"/>
                    <a:pt x="28731" y="13988"/>
                    <a:pt x="27226" y="13988"/>
                  </a:cubicBezTo>
                  <a:cubicBezTo>
                    <a:pt x="26652" y="13988"/>
                    <a:pt x="26276" y="13998"/>
                    <a:pt x="26276" y="13998"/>
                  </a:cubicBezTo>
                  <a:cubicBezTo>
                    <a:pt x="24852" y="11774"/>
                    <a:pt x="23837" y="11329"/>
                    <a:pt x="23253" y="11329"/>
                  </a:cubicBezTo>
                  <a:cubicBezTo>
                    <a:pt x="22864" y="11329"/>
                    <a:pt x="22666" y="11527"/>
                    <a:pt x="22666" y="11527"/>
                  </a:cubicBezTo>
                  <a:lnTo>
                    <a:pt x="22276" y="9673"/>
                  </a:lnTo>
                  <a:cubicBezTo>
                    <a:pt x="22012" y="9844"/>
                    <a:pt x="21658" y="9909"/>
                    <a:pt x="21273" y="9909"/>
                  </a:cubicBezTo>
                  <a:cubicBezTo>
                    <a:pt x="20048" y="9909"/>
                    <a:pt x="18504" y="9251"/>
                    <a:pt x="18504" y="9250"/>
                  </a:cubicBezTo>
                  <a:lnTo>
                    <a:pt x="18504" y="9250"/>
                  </a:lnTo>
                  <a:cubicBezTo>
                    <a:pt x="18504" y="9251"/>
                    <a:pt x="18634" y="10161"/>
                    <a:pt x="18666" y="10681"/>
                  </a:cubicBezTo>
                  <a:cubicBezTo>
                    <a:pt x="18699" y="11169"/>
                    <a:pt x="18731" y="11722"/>
                    <a:pt x="18731" y="11722"/>
                  </a:cubicBezTo>
                  <a:cubicBezTo>
                    <a:pt x="18341" y="12047"/>
                    <a:pt x="17983" y="12437"/>
                    <a:pt x="17658" y="12860"/>
                  </a:cubicBezTo>
                  <a:cubicBezTo>
                    <a:pt x="17235" y="13543"/>
                    <a:pt x="16943" y="14291"/>
                    <a:pt x="16813" y="15071"/>
                  </a:cubicBezTo>
                  <a:lnTo>
                    <a:pt x="16292" y="15494"/>
                  </a:lnTo>
                  <a:lnTo>
                    <a:pt x="7740" y="18876"/>
                  </a:lnTo>
                  <a:lnTo>
                    <a:pt x="6536" y="25055"/>
                  </a:lnTo>
                  <a:lnTo>
                    <a:pt x="5106" y="32274"/>
                  </a:lnTo>
                  <a:lnTo>
                    <a:pt x="4293" y="36242"/>
                  </a:lnTo>
                  <a:lnTo>
                    <a:pt x="3870" y="37640"/>
                  </a:lnTo>
                  <a:lnTo>
                    <a:pt x="2732" y="42746"/>
                  </a:lnTo>
                  <a:lnTo>
                    <a:pt x="2016" y="46550"/>
                  </a:lnTo>
                  <a:lnTo>
                    <a:pt x="1203" y="51168"/>
                  </a:lnTo>
                  <a:lnTo>
                    <a:pt x="553" y="55396"/>
                  </a:lnTo>
                  <a:lnTo>
                    <a:pt x="0" y="58257"/>
                  </a:lnTo>
                  <a:lnTo>
                    <a:pt x="3024" y="60176"/>
                  </a:lnTo>
                  <a:cubicBezTo>
                    <a:pt x="2764" y="59591"/>
                    <a:pt x="2602" y="58940"/>
                    <a:pt x="2537" y="58290"/>
                  </a:cubicBezTo>
                  <a:lnTo>
                    <a:pt x="3740" y="54680"/>
                  </a:lnTo>
                  <a:cubicBezTo>
                    <a:pt x="4163" y="53835"/>
                    <a:pt x="5203" y="50973"/>
                    <a:pt x="5203" y="50973"/>
                  </a:cubicBezTo>
                  <a:lnTo>
                    <a:pt x="8975" y="39754"/>
                  </a:lnTo>
                  <a:lnTo>
                    <a:pt x="11837" y="30778"/>
                  </a:lnTo>
                  <a:lnTo>
                    <a:pt x="12618" y="28144"/>
                  </a:lnTo>
                  <a:lnTo>
                    <a:pt x="12845" y="28047"/>
                  </a:lnTo>
                  <a:lnTo>
                    <a:pt x="17951" y="37120"/>
                  </a:lnTo>
                  <a:cubicBezTo>
                    <a:pt x="17951" y="37120"/>
                    <a:pt x="19349" y="39299"/>
                    <a:pt x="19447" y="39786"/>
                  </a:cubicBezTo>
                  <a:cubicBezTo>
                    <a:pt x="19512" y="40274"/>
                    <a:pt x="18699" y="42193"/>
                    <a:pt x="18699" y="42193"/>
                  </a:cubicBezTo>
                  <a:lnTo>
                    <a:pt x="15479" y="48567"/>
                  </a:lnTo>
                  <a:lnTo>
                    <a:pt x="18081" y="50095"/>
                  </a:lnTo>
                  <a:cubicBezTo>
                    <a:pt x="18081" y="50095"/>
                    <a:pt x="19711" y="50920"/>
                    <a:pt x="23132" y="50920"/>
                  </a:cubicBezTo>
                  <a:cubicBezTo>
                    <a:pt x="24167" y="50920"/>
                    <a:pt x="25365" y="50844"/>
                    <a:pt x="26731" y="50648"/>
                  </a:cubicBezTo>
                  <a:cubicBezTo>
                    <a:pt x="32617" y="49802"/>
                    <a:pt x="34601" y="48014"/>
                    <a:pt x="34601" y="48014"/>
                  </a:cubicBezTo>
                  <a:cubicBezTo>
                    <a:pt x="34406" y="47233"/>
                    <a:pt x="33463" y="41055"/>
                    <a:pt x="33300" y="39949"/>
                  </a:cubicBezTo>
                  <a:cubicBezTo>
                    <a:pt x="33203" y="39234"/>
                    <a:pt x="33170" y="38486"/>
                    <a:pt x="33268" y="37770"/>
                  </a:cubicBezTo>
                  <a:lnTo>
                    <a:pt x="33463" y="33575"/>
                  </a:lnTo>
                  <a:cubicBezTo>
                    <a:pt x="33788" y="33022"/>
                    <a:pt x="34959" y="30648"/>
                    <a:pt x="34959" y="29575"/>
                  </a:cubicBezTo>
                  <a:cubicBezTo>
                    <a:pt x="34991" y="29022"/>
                    <a:pt x="34926" y="28437"/>
                    <a:pt x="34764" y="27884"/>
                  </a:cubicBezTo>
                  <a:lnTo>
                    <a:pt x="34764" y="27884"/>
                  </a:lnTo>
                  <a:lnTo>
                    <a:pt x="35999" y="28470"/>
                  </a:lnTo>
                  <a:cubicBezTo>
                    <a:pt x="35999" y="28470"/>
                    <a:pt x="41918" y="31559"/>
                    <a:pt x="42633" y="31917"/>
                  </a:cubicBezTo>
                  <a:cubicBezTo>
                    <a:pt x="43349" y="32274"/>
                    <a:pt x="45593" y="33380"/>
                    <a:pt x="47609" y="33445"/>
                  </a:cubicBezTo>
                  <a:cubicBezTo>
                    <a:pt x="47632" y="33446"/>
                    <a:pt x="47655" y="33446"/>
                    <a:pt x="47679" y="33446"/>
                  </a:cubicBezTo>
                  <a:cubicBezTo>
                    <a:pt x="49645" y="33446"/>
                    <a:pt x="50470" y="30746"/>
                    <a:pt x="50470" y="30746"/>
                  </a:cubicBezTo>
                  <a:lnTo>
                    <a:pt x="52096" y="25901"/>
                  </a:lnTo>
                  <a:lnTo>
                    <a:pt x="53722" y="20307"/>
                  </a:lnTo>
                  <a:lnTo>
                    <a:pt x="53983" y="18909"/>
                  </a:lnTo>
                  <a:lnTo>
                    <a:pt x="54503" y="16567"/>
                  </a:lnTo>
                  <a:lnTo>
                    <a:pt x="55218" y="13478"/>
                  </a:lnTo>
                  <a:lnTo>
                    <a:pt x="54731" y="12893"/>
                  </a:lnTo>
                  <a:lnTo>
                    <a:pt x="55153" y="11332"/>
                  </a:lnTo>
                  <a:lnTo>
                    <a:pt x="56161" y="10421"/>
                  </a:lnTo>
                  <a:cubicBezTo>
                    <a:pt x="56161" y="10421"/>
                    <a:pt x="57039" y="9055"/>
                    <a:pt x="57527" y="8405"/>
                  </a:cubicBezTo>
                  <a:cubicBezTo>
                    <a:pt x="58015" y="7755"/>
                    <a:pt x="58600" y="7007"/>
                    <a:pt x="58470" y="6129"/>
                  </a:cubicBezTo>
                  <a:cubicBezTo>
                    <a:pt x="58373" y="5251"/>
                    <a:pt x="56844" y="4275"/>
                    <a:pt x="56844" y="4275"/>
                  </a:cubicBezTo>
                  <a:cubicBezTo>
                    <a:pt x="56129" y="3982"/>
                    <a:pt x="56682" y="3202"/>
                    <a:pt x="56682" y="3202"/>
                  </a:cubicBezTo>
                  <a:lnTo>
                    <a:pt x="58015" y="795"/>
                  </a:lnTo>
                  <a:cubicBezTo>
                    <a:pt x="58113" y="535"/>
                    <a:pt x="58048" y="243"/>
                    <a:pt x="57820" y="80"/>
                  </a:cubicBezTo>
                  <a:cubicBezTo>
                    <a:pt x="57742" y="26"/>
                    <a:pt x="57655" y="1"/>
                    <a:pt x="575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70"/>
            <p:cNvSpPr/>
            <p:nvPr/>
          </p:nvSpPr>
          <p:spPr>
            <a:xfrm>
              <a:off x="1690125" y="1685975"/>
              <a:ext cx="360975" cy="155300"/>
            </a:xfrm>
            <a:custGeom>
              <a:avLst/>
              <a:gdLst/>
              <a:ahLst/>
              <a:cxnLst/>
              <a:rect l="l" t="t" r="r" b="b"/>
              <a:pathLst>
                <a:path w="14439" h="6212" fill="none" extrusionOk="0">
                  <a:moveTo>
                    <a:pt x="0" y="3512"/>
                  </a:moveTo>
                  <a:cubicBezTo>
                    <a:pt x="0" y="3512"/>
                    <a:pt x="1594" y="0"/>
                    <a:pt x="4748" y="0"/>
                  </a:cubicBezTo>
                  <a:cubicBezTo>
                    <a:pt x="7902" y="0"/>
                    <a:pt x="14439" y="6212"/>
                    <a:pt x="14439" y="6212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70"/>
            <p:cNvSpPr/>
            <p:nvPr/>
          </p:nvSpPr>
          <p:spPr>
            <a:xfrm>
              <a:off x="1723450" y="1737200"/>
              <a:ext cx="175625" cy="109775"/>
            </a:xfrm>
            <a:custGeom>
              <a:avLst/>
              <a:gdLst/>
              <a:ahLst/>
              <a:cxnLst/>
              <a:rect l="l" t="t" r="r" b="b"/>
              <a:pathLst>
                <a:path w="7025" h="4391" fill="none" extrusionOk="0">
                  <a:moveTo>
                    <a:pt x="0" y="2016"/>
                  </a:moveTo>
                  <a:cubicBezTo>
                    <a:pt x="0" y="2016"/>
                    <a:pt x="1919" y="0"/>
                    <a:pt x="4325" y="780"/>
                  </a:cubicBezTo>
                  <a:cubicBezTo>
                    <a:pt x="6699" y="1561"/>
                    <a:pt x="7025" y="4390"/>
                    <a:pt x="7025" y="4390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70"/>
            <p:cNvSpPr/>
            <p:nvPr/>
          </p:nvSpPr>
          <p:spPr>
            <a:xfrm>
              <a:off x="1424275" y="1796525"/>
              <a:ext cx="310575" cy="880500"/>
            </a:xfrm>
            <a:custGeom>
              <a:avLst/>
              <a:gdLst/>
              <a:ahLst/>
              <a:cxnLst/>
              <a:rect l="l" t="t" r="r" b="b"/>
              <a:pathLst>
                <a:path w="12423" h="35220" fill="none" extrusionOk="0">
                  <a:moveTo>
                    <a:pt x="10406" y="1"/>
                  </a:moveTo>
                  <a:cubicBezTo>
                    <a:pt x="10406" y="1"/>
                    <a:pt x="7577" y="1562"/>
                    <a:pt x="7350" y="4521"/>
                  </a:cubicBezTo>
                  <a:cubicBezTo>
                    <a:pt x="7122" y="7448"/>
                    <a:pt x="11317" y="10960"/>
                    <a:pt x="11870" y="14895"/>
                  </a:cubicBezTo>
                  <a:cubicBezTo>
                    <a:pt x="12423" y="18862"/>
                    <a:pt x="9496" y="19773"/>
                    <a:pt x="4748" y="23025"/>
                  </a:cubicBezTo>
                  <a:cubicBezTo>
                    <a:pt x="0" y="26309"/>
                    <a:pt x="813" y="33659"/>
                    <a:pt x="1821" y="35220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70"/>
            <p:cNvSpPr/>
            <p:nvPr/>
          </p:nvSpPr>
          <p:spPr>
            <a:xfrm>
              <a:off x="1483625" y="2699775"/>
              <a:ext cx="42300" cy="47975"/>
            </a:xfrm>
            <a:custGeom>
              <a:avLst/>
              <a:gdLst/>
              <a:ahLst/>
              <a:cxnLst/>
              <a:rect l="l" t="t" r="r" b="b"/>
              <a:pathLst>
                <a:path w="1692" h="1919" fill="none" extrusionOk="0">
                  <a:moveTo>
                    <a:pt x="0" y="0"/>
                  </a:moveTo>
                  <a:cubicBezTo>
                    <a:pt x="0" y="0"/>
                    <a:pt x="683" y="1464"/>
                    <a:pt x="1691" y="1919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70"/>
            <p:cNvSpPr/>
            <p:nvPr/>
          </p:nvSpPr>
          <p:spPr>
            <a:xfrm>
              <a:off x="1686050" y="1988400"/>
              <a:ext cx="131725" cy="352875"/>
            </a:xfrm>
            <a:custGeom>
              <a:avLst/>
              <a:gdLst/>
              <a:ahLst/>
              <a:cxnLst/>
              <a:rect l="l" t="t" r="r" b="b"/>
              <a:pathLst>
                <a:path w="5269" h="14115" fill="none" extrusionOk="0">
                  <a:moveTo>
                    <a:pt x="261" y="1"/>
                  </a:moveTo>
                  <a:cubicBezTo>
                    <a:pt x="0" y="586"/>
                    <a:pt x="33" y="1269"/>
                    <a:pt x="391" y="1822"/>
                  </a:cubicBezTo>
                  <a:cubicBezTo>
                    <a:pt x="944" y="2830"/>
                    <a:pt x="5269" y="7903"/>
                    <a:pt x="4911" y="10277"/>
                  </a:cubicBezTo>
                  <a:cubicBezTo>
                    <a:pt x="4553" y="12651"/>
                    <a:pt x="2309" y="14114"/>
                    <a:pt x="2309" y="14114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70"/>
            <p:cNvSpPr/>
            <p:nvPr/>
          </p:nvSpPr>
          <p:spPr>
            <a:xfrm>
              <a:off x="1681175" y="1796525"/>
              <a:ext cx="65050" cy="174825"/>
            </a:xfrm>
            <a:custGeom>
              <a:avLst/>
              <a:gdLst/>
              <a:ahLst/>
              <a:cxnLst/>
              <a:rect l="l" t="t" r="r" b="b"/>
              <a:pathLst>
                <a:path w="2602" h="6993" fill="none" extrusionOk="0">
                  <a:moveTo>
                    <a:pt x="2602" y="1"/>
                  </a:moveTo>
                  <a:cubicBezTo>
                    <a:pt x="2602" y="1"/>
                    <a:pt x="0" y="1139"/>
                    <a:pt x="130" y="3708"/>
                  </a:cubicBezTo>
                  <a:cubicBezTo>
                    <a:pt x="228" y="6310"/>
                    <a:pt x="813" y="6993"/>
                    <a:pt x="813" y="6993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70"/>
            <p:cNvSpPr/>
            <p:nvPr/>
          </p:nvSpPr>
          <p:spPr>
            <a:xfrm>
              <a:off x="2051075" y="2011175"/>
              <a:ext cx="139050" cy="248800"/>
            </a:xfrm>
            <a:custGeom>
              <a:avLst/>
              <a:gdLst/>
              <a:ahLst/>
              <a:cxnLst/>
              <a:rect l="l" t="t" r="r" b="b"/>
              <a:pathLst>
                <a:path w="5562" h="9952" fill="none" extrusionOk="0">
                  <a:moveTo>
                    <a:pt x="1" y="0"/>
                  </a:moveTo>
                  <a:cubicBezTo>
                    <a:pt x="814" y="1821"/>
                    <a:pt x="1919" y="3512"/>
                    <a:pt x="3285" y="4976"/>
                  </a:cubicBezTo>
                  <a:cubicBezTo>
                    <a:pt x="5334" y="6992"/>
                    <a:pt x="5562" y="9951"/>
                    <a:pt x="5562" y="9951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70"/>
            <p:cNvSpPr/>
            <p:nvPr/>
          </p:nvSpPr>
          <p:spPr>
            <a:xfrm>
              <a:off x="2110425" y="2172125"/>
              <a:ext cx="26050" cy="95975"/>
            </a:xfrm>
            <a:custGeom>
              <a:avLst/>
              <a:gdLst/>
              <a:ahLst/>
              <a:cxnLst/>
              <a:rect l="l" t="t" r="r" b="b"/>
              <a:pathLst>
                <a:path w="1042" h="3839" fill="none" extrusionOk="0">
                  <a:moveTo>
                    <a:pt x="1" y="1"/>
                  </a:moveTo>
                  <a:cubicBezTo>
                    <a:pt x="1" y="1"/>
                    <a:pt x="1041" y="2375"/>
                    <a:pt x="1041" y="3838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70"/>
            <p:cNvSpPr/>
            <p:nvPr/>
          </p:nvSpPr>
          <p:spPr>
            <a:xfrm>
              <a:off x="1445400" y="2171325"/>
              <a:ext cx="524400" cy="1089425"/>
            </a:xfrm>
            <a:custGeom>
              <a:avLst/>
              <a:gdLst/>
              <a:ahLst/>
              <a:cxnLst/>
              <a:rect l="l" t="t" r="r" b="b"/>
              <a:pathLst>
                <a:path w="20976" h="43577" extrusionOk="0">
                  <a:moveTo>
                    <a:pt x="17431" y="0"/>
                  </a:moveTo>
                  <a:lnTo>
                    <a:pt x="17659" y="2049"/>
                  </a:lnTo>
                  <a:cubicBezTo>
                    <a:pt x="16488" y="3155"/>
                    <a:pt x="15838" y="5789"/>
                    <a:pt x="15838" y="5789"/>
                  </a:cubicBezTo>
                  <a:cubicBezTo>
                    <a:pt x="15838" y="5789"/>
                    <a:pt x="7935" y="9008"/>
                    <a:pt x="6570" y="9464"/>
                  </a:cubicBezTo>
                  <a:lnTo>
                    <a:pt x="5139" y="16911"/>
                  </a:lnTo>
                  <a:lnTo>
                    <a:pt x="2797" y="29106"/>
                  </a:lnTo>
                  <a:lnTo>
                    <a:pt x="1" y="43577"/>
                  </a:lnTo>
                  <a:lnTo>
                    <a:pt x="1204" y="39512"/>
                  </a:lnTo>
                  <a:cubicBezTo>
                    <a:pt x="1204" y="39512"/>
                    <a:pt x="4293" y="32553"/>
                    <a:pt x="4944" y="31675"/>
                  </a:cubicBezTo>
                  <a:cubicBezTo>
                    <a:pt x="5045" y="31535"/>
                    <a:pt x="5061" y="31477"/>
                    <a:pt x="5015" y="31477"/>
                  </a:cubicBezTo>
                  <a:cubicBezTo>
                    <a:pt x="4786" y="31477"/>
                    <a:pt x="2992" y="32975"/>
                    <a:pt x="2992" y="32975"/>
                  </a:cubicBezTo>
                  <a:cubicBezTo>
                    <a:pt x="2992" y="32975"/>
                    <a:pt x="7090" y="19155"/>
                    <a:pt x="7708" y="18309"/>
                  </a:cubicBezTo>
                  <a:cubicBezTo>
                    <a:pt x="8358" y="17463"/>
                    <a:pt x="6960" y="14992"/>
                    <a:pt x="6960" y="14342"/>
                  </a:cubicBezTo>
                  <a:cubicBezTo>
                    <a:pt x="6960" y="14087"/>
                    <a:pt x="7159" y="14026"/>
                    <a:pt x="7425" y="14026"/>
                  </a:cubicBezTo>
                  <a:cubicBezTo>
                    <a:pt x="7671" y="14026"/>
                    <a:pt x="7975" y="14078"/>
                    <a:pt x="8231" y="14078"/>
                  </a:cubicBezTo>
                  <a:cubicBezTo>
                    <a:pt x="8369" y="14078"/>
                    <a:pt x="8492" y="14063"/>
                    <a:pt x="8586" y="14016"/>
                  </a:cubicBezTo>
                  <a:cubicBezTo>
                    <a:pt x="9009" y="13821"/>
                    <a:pt x="8033" y="12521"/>
                    <a:pt x="7838" y="11577"/>
                  </a:cubicBezTo>
                  <a:cubicBezTo>
                    <a:pt x="7610" y="10602"/>
                    <a:pt x="8586" y="9951"/>
                    <a:pt x="9334" y="9659"/>
                  </a:cubicBezTo>
                  <a:cubicBezTo>
                    <a:pt x="9929" y="9400"/>
                    <a:pt x="12546" y="8728"/>
                    <a:pt x="13702" y="8728"/>
                  </a:cubicBezTo>
                  <a:cubicBezTo>
                    <a:pt x="13998" y="8728"/>
                    <a:pt x="14198" y="8772"/>
                    <a:pt x="14244" y="8878"/>
                  </a:cubicBezTo>
                  <a:cubicBezTo>
                    <a:pt x="14472" y="9431"/>
                    <a:pt x="18244" y="13756"/>
                    <a:pt x="18244" y="13756"/>
                  </a:cubicBezTo>
                  <a:lnTo>
                    <a:pt x="16293" y="9854"/>
                  </a:lnTo>
                  <a:cubicBezTo>
                    <a:pt x="16293" y="9854"/>
                    <a:pt x="16163" y="7187"/>
                    <a:pt x="16813" y="5789"/>
                  </a:cubicBezTo>
                  <a:cubicBezTo>
                    <a:pt x="17464" y="4391"/>
                    <a:pt x="17789" y="3513"/>
                    <a:pt x="17789" y="3513"/>
                  </a:cubicBezTo>
                  <a:lnTo>
                    <a:pt x="20976" y="651"/>
                  </a:lnTo>
                  <a:lnTo>
                    <a:pt x="20976" y="651"/>
                  </a:lnTo>
                  <a:cubicBezTo>
                    <a:pt x="20892" y="657"/>
                    <a:pt x="20806" y="660"/>
                    <a:pt x="20716" y="660"/>
                  </a:cubicBezTo>
                  <a:cubicBezTo>
                    <a:pt x="19351" y="660"/>
                    <a:pt x="17431" y="1"/>
                    <a:pt x="17431" y="0"/>
                  </a:cubicBezTo>
                  <a:close/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70"/>
            <p:cNvSpPr/>
            <p:nvPr/>
          </p:nvSpPr>
          <p:spPr>
            <a:xfrm>
              <a:off x="1445400" y="2171325"/>
              <a:ext cx="524400" cy="1089425"/>
            </a:xfrm>
            <a:custGeom>
              <a:avLst/>
              <a:gdLst/>
              <a:ahLst/>
              <a:cxnLst/>
              <a:rect l="l" t="t" r="r" b="b"/>
              <a:pathLst>
                <a:path w="20976" h="43577" extrusionOk="0">
                  <a:moveTo>
                    <a:pt x="17431" y="0"/>
                  </a:moveTo>
                  <a:lnTo>
                    <a:pt x="17659" y="2504"/>
                  </a:lnTo>
                  <a:cubicBezTo>
                    <a:pt x="16033" y="3350"/>
                    <a:pt x="15838" y="5789"/>
                    <a:pt x="15838" y="5789"/>
                  </a:cubicBezTo>
                  <a:cubicBezTo>
                    <a:pt x="15838" y="5789"/>
                    <a:pt x="7935" y="9008"/>
                    <a:pt x="6570" y="9464"/>
                  </a:cubicBezTo>
                  <a:lnTo>
                    <a:pt x="5139" y="16911"/>
                  </a:lnTo>
                  <a:lnTo>
                    <a:pt x="2797" y="29106"/>
                  </a:lnTo>
                  <a:lnTo>
                    <a:pt x="1" y="43577"/>
                  </a:lnTo>
                  <a:lnTo>
                    <a:pt x="1204" y="39512"/>
                  </a:lnTo>
                  <a:cubicBezTo>
                    <a:pt x="1204" y="39512"/>
                    <a:pt x="4293" y="32553"/>
                    <a:pt x="4944" y="31675"/>
                  </a:cubicBezTo>
                  <a:cubicBezTo>
                    <a:pt x="5045" y="31535"/>
                    <a:pt x="5061" y="31477"/>
                    <a:pt x="5015" y="31477"/>
                  </a:cubicBezTo>
                  <a:cubicBezTo>
                    <a:pt x="4786" y="31477"/>
                    <a:pt x="2992" y="32975"/>
                    <a:pt x="2992" y="32975"/>
                  </a:cubicBezTo>
                  <a:cubicBezTo>
                    <a:pt x="2992" y="32975"/>
                    <a:pt x="7090" y="19155"/>
                    <a:pt x="7708" y="18309"/>
                  </a:cubicBezTo>
                  <a:cubicBezTo>
                    <a:pt x="8358" y="17463"/>
                    <a:pt x="6960" y="14992"/>
                    <a:pt x="6960" y="14342"/>
                  </a:cubicBezTo>
                  <a:cubicBezTo>
                    <a:pt x="6960" y="14087"/>
                    <a:pt x="7159" y="14026"/>
                    <a:pt x="7425" y="14026"/>
                  </a:cubicBezTo>
                  <a:cubicBezTo>
                    <a:pt x="7671" y="14026"/>
                    <a:pt x="7975" y="14078"/>
                    <a:pt x="8231" y="14078"/>
                  </a:cubicBezTo>
                  <a:cubicBezTo>
                    <a:pt x="8369" y="14078"/>
                    <a:pt x="8492" y="14063"/>
                    <a:pt x="8586" y="14016"/>
                  </a:cubicBezTo>
                  <a:cubicBezTo>
                    <a:pt x="9009" y="13821"/>
                    <a:pt x="8033" y="12521"/>
                    <a:pt x="7838" y="11577"/>
                  </a:cubicBezTo>
                  <a:cubicBezTo>
                    <a:pt x="7610" y="10602"/>
                    <a:pt x="8586" y="9951"/>
                    <a:pt x="9334" y="9659"/>
                  </a:cubicBezTo>
                  <a:cubicBezTo>
                    <a:pt x="9929" y="9400"/>
                    <a:pt x="12546" y="8728"/>
                    <a:pt x="13702" y="8728"/>
                  </a:cubicBezTo>
                  <a:cubicBezTo>
                    <a:pt x="13998" y="8728"/>
                    <a:pt x="14198" y="8772"/>
                    <a:pt x="14244" y="8878"/>
                  </a:cubicBezTo>
                  <a:cubicBezTo>
                    <a:pt x="14472" y="9431"/>
                    <a:pt x="18244" y="13756"/>
                    <a:pt x="18244" y="13756"/>
                  </a:cubicBezTo>
                  <a:lnTo>
                    <a:pt x="16293" y="9854"/>
                  </a:lnTo>
                  <a:cubicBezTo>
                    <a:pt x="16293" y="9854"/>
                    <a:pt x="16163" y="7187"/>
                    <a:pt x="16813" y="5789"/>
                  </a:cubicBezTo>
                  <a:cubicBezTo>
                    <a:pt x="17464" y="4391"/>
                    <a:pt x="17789" y="3513"/>
                    <a:pt x="17789" y="3513"/>
                  </a:cubicBezTo>
                  <a:lnTo>
                    <a:pt x="20976" y="651"/>
                  </a:lnTo>
                  <a:lnTo>
                    <a:pt x="20976" y="651"/>
                  </a:lnTo>
                  <a:cubicBezTo>
                    <a:pt x="20892" y="657"/>
                    <a:pt x="20806" y="660"/>
                    <a:pt x="20716" y="660"/>
                  </a:cubicBezTo>
                  <a:cubicBezTo>
                    <a:pt x="19351" y="660"/>
                    <a:pt x="17431" y="1"/>
                    <a:pt x="17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70"/>
            <p:cNvSpPr/>
            <p:nvPr/>
          </p:nvSpPr>
          <p:spPr>
            <a:xfrm>
              <a:off x="2267350" y="2484725"/>
              <a:ext cx="390250" cy="275225"/>
            </a:xfrm>
            <a:custGeom>
              <a:avLst/>
              <a:gdLst/>
              <a:ahLst/>
              <a:cxnLst/>
              <a:rect l="l" t="t" r="r" b="b"/>
              <a:pathLst>
                <a:path w="15610" h="11009" extrusionOk="0">
                  <a:moveTo>
                    <a:pt x="2023" y="1"/>
                  </a:moveTo>
                  <a:cubicBezTo>
                    <a:pt x="1537" y="1"/>
                    <a:pt x="0" y="2554"/>
                    <a:pt x="0" y="2554"/>
                  </a:cubicBezTo>
                  <a:lnTo>
                    <a:pt x="846" y="6033"/>
                  </a:lnTo>
                  <a:lnTo>
                    <a:pt x="5236" y="8570"/>
                  </a:lnTo>
                  <a:cubicBezTo>
                    <a:pt x="5236" y="8570"/>
                    <a:pt x="10797" y="11009"/>
                    <a:pt x="12715" y="11009"/>
                  </a:cubicBezTo>
                  <a:cubicBezTo>
                    <a:pt x="14666" y="11009"/>
                    <a:pt x="15609" y="8440"/>
                    <a:pt x="14666" y="7692"/>
                  </a:cubicBezTo>
                  <a:cubicBezTo>
                    <a:pt x="14537" y="7592"/>
                    <a:pt x="14389" y="7550"/>
                    <a:pt x="14227" y="7550"/>
                  </a:cubicBezTo>
                  <a:cubicBezTo>
                    <a:pt x="13272" y="7550"/>
                    <a:pt x="11851" y="9041"/>
                    <a:pt x="11027" y="9041"/>
                  </a:cubicBezTo>
                  <a:cubicBezTo>
                    <a:pt x="10944" y="9041"/>
                    <a:pt x="10867" y="9026"/>
                    <a:pt x="10797" y="8992"/>
                  </a:cubicBezTo>
                  <a:cubicBezTo>
                    <a:pt x="9951" y="8570"/>
                    <a:pt x="2992" y="4927"/>
                    <a:pt x="2894" y="4602"/>
                  </a:cubicBezTo>
                  <a:cubicBezTo>
                    <a:pt x="2764" y="4277"/>
                    <a:pt x="3187" y="3952"/>
                    <a:pt x="3415" y="3302"/>
                  </a:cubicBezTo>
                  <a:cubicBezTo>
                    <a:pt x="3481" y="3121"/>
                    <a:pt x="3353" y="3057"/>
                    <a:pt x="3139" y="3057"/>
                  </a:cubicBezTo>
                  <a:cubicBezTo>
                    <a:pt x="2620" y="3057"/>
                    <a:pt x="1593" y="3432"/>
                    <a:pt x="1593" y="3432"/>
                  </a:cubicBezTo>
                  <a:cubicBezTo>
                    <a:pt x="1593" y="3432"/>
                    <a:pt x="2341" y="863"/>
                    <a:pt x="2146" y="115"/>
                  </a:cubicBezTo>
                  <a:cubicBezTo>
                    <a:pt x="2122" y="36"/>
                    <a:pt x="2080" y="1"/>
                    <a:pt x="2023" y="1"/>
                  </a:cubicBezTo>
                  <a:close/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70"/>
            <p:cNvSpPr/>
            <p:nvPr/>
          </p:nvSpPr>
          <p:spPr>
            <a:xfrm>
              <a:off x="2267350" y="2484725"/>
              <a:ext cx="390250" cy="275225"/>
            </a:xfrm>
            <a:custGeom>
              <a:avLst/>
              <a:gdLst/>
              <a:ahLst/>
              <a:cxnLst/>
              <a:rect l="l" t="t" r="r" b="b"/>
              <a:pathLst>
                <a:path w="15610" h="11009" extrusionOk="0">
                  <a:moveTo>
                    <a:pt x="2023" y="1"/>
                  </a:moveTo>
                  <a:cubicBezTo>
                    <a:pt x="1537" y="1"/>
                    <a:pt x="0" y="2554"/>
                    <a:pt x="0" y="2554"/>
                  </a:cubicBezTo>
                  <a:lnTo>
                    <a:pt x="878" y="6033"/>
                  </a:lnTo>
                  <a:lnTo>
                    <a:pt x="5236" y="8570"/>
                  </a:lnTo>
                  <a:cubicBezTo>
                    <a:pt x="5236" y="8570"/>
                    <a:pt x="10797" y="11009"/>
                    <a:pt x="12715" y="11009"/>
                  </a:cubicBezTo>
                  <a:cubicBezTo>
                    <a:pt x="14666" y="11009"/>
                    <a:pt x="15609" y="8440"/>
                    <a:pt x="14666" y="7692"/>
                  </a:cubicBezTo>
                  <a:cubicBezTo>
                    <a:pt x="14537" y="7592"/>
                    <a:pt x="14389" y="7550"/>
                    <a:pt x="14227" y="7550"/>
                  </a:cubicBezTo>
                  <a:cubicBezTo>
                    <a:pt x="13272" y="7550"/>
                    <a:pt x="11851" y="9041"/>
                    <a:pt x="11027" y="9041"/>
                  </a:cubicBezTo>
                  <a:cubicBezTo>
                    <a:pt x="10944" y="9041"/>
                    <a:pt x="10867" y="9026"/>
                    <a:pt x="10797" y="8992"/>
                  </a:cubicBezTo>
                  <a:cubicBezTo>
                    <a:pt x="9951" y="8570"/>
                    <a:pt x="2992" y="4927"/>
                    <a:pt x="2894" y="4602"/>
                  </a:cubicBezTo>
                  <a:cubicBezTo>
                    <a:pt x="2764" y="4277"/>
                    <a:pt x="3187" y="3952"/>
                    <a:pt x="3415" y="3302"/>
                  </a:cubicBezTo>
                  <a:cubicBezTo>
                    <a:pt x="3481" y="3121"/>
                    <a:pt x="3353" y="3057"/>
                    <a:pt x="3139" y="3057"/>
                  </a:cubicBezTo>
                  <a:cubicBezTo>
                    <a:pt x="2620" y="3057"/>
                    <a:pt x="1593" y="3432"/>
                    <a:pt x="1593" y="3432"/>
                  </a:cubicBezTo>
                  <a:cubicBezTo>
                    <a:pt x="1593" y="3432"/>
                    <a:pt x="2341" y="863"/>
                    <a:pt x="2146" y="115"/>
                  </a:cubicBezTo>
                  <a:cubicBezTo>
                    <a:pt x="2122" y="36"/>
                    <a:pt x="2080" y="1"/>
                    <a:pt x="2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70"/>
            <p:cNvSpPr/>
            <p:nvPr/>
          </p:nvSpPr>
          <p:spPr>
            <a:xfrm>
              <a:off x="1977925" y="2754600"/>
              <a:ext cx="270425" cy="124250"/>
            </a:xfrm>
            <a:custGeom>
              <a:avLst/>
              <a:gdLst/>
              <a:ahLst/>
              <a:cxnLst/>
              <a:rect l="l" t="t" r="r" b="b"/>
              <a:pathLst>
                <a:path w="10817" h="4970" extrusionOk="0">
                  <a:moveTo>
                    <a:pt x="10493" y="0"/>
                  </a:moveTo>
                  <a:cubicBezTo>
                    <a:pt x="8934" y="0"/>
                    <a:pt x="0" y="4734"/>
                    <a:pt x="0" y="4734"/>
                  </a:cubicBezTo>
                  <a:cubicBezTo>
                    <a:pt x="260" y="4896"/>
                    <a:pt x="635" y="4970"/>
                    <a:pt x="1090" y="4970"/>
                  </a:cubicBezTo>
                  <a:cubicBezTo>
                    <a:pt x="3650" y="4970"/>
                    <a:pt x="8765" y="2637"/>
                    <a:pt x="10504" y="539"/>
                  </a:cubicBezTo>
                  <a:cubicBezTo>
                    <a:pt x="10817" y="160"/>
                    <a:pt x="10780" y="0"/>
                    <a:pt x="10493" y="0"/>
                  </a:cubicBezTo>
                  <a:close/>
                </a:path>
              </a:pathLst>
            </a:custGeom>
            <a:solidFill>
              <a:srgbClr val="FE7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70"/>
            <p:cNvSpPr/>
            <p:nvPr/>
          </p:nvSpPr>
          <p:spPr>
            <a:xfrm>
              <a:off x="1977925" y="2754600"/>
              <a:ext cx="270425" cy="124250"/>
            </a:xfrm>
            <a:custGeom>
              <a:avLst/>
              <a:gdLst/>
              <a:ahLst/>
              <a:cxnLst/>
              <a:rect l="l" t="t" r="r" b="b"/>
              <a:pathLst>
                <a:path w="10817" h="4970" extrusionOk="0">
                  <a:moveTo>
                    <a:pt x="10493" y="0"/>
                  </a:moveTo>
                  <a:cubicBezTo>
                    <a:pt x="8934" y="0"/>
                    <a:pt x="0" y="4734"/>
                    <a:pt x="0" y="4734"/>
                  </a:cubicBezTo>
                  <a:cubicBezTo>
                    <a:pt x="260" y="4896"/>
                    <a:pt x="635" y="4970"/>
                    <a:pt x="1090" y="4970"/>
                  </a:cubicBezTo>
                  <a:cubicBezTo>
                    <a:pt x="3650" y="4970"/>
                    <a:pt x="8765" y="2637"/>
                    <a:pt x="10504" y="539"/>
                  </a:cubicBezTo>
                  <a:cubicBezTo>
                    <a:pt x="10817" y="160"/>
                    <a:pt x="10780" y="0"/>
                    <a:pt x="104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70"/>
            <p:cNvSpPr/>
            <p:nvPr/>
          </p:nvSpPr>
          <p:spPr>
            <a:xfrm>
              <a:off x="1881175" y="2172125"/>
              <a:ext cx="150425" cy="285400"/>
            </a:xfrm>
            <a:custGeom>
              <a:avLst/>
              <a:gdLst/>
              <a:ahLst/>
              <a:cxnLst/>
              <a:rect l="l" t="t" r="r" b="b"/>
              <a:pathLst>
                <a:path w="6017" h="11416" fill="none" extrusionOk="0">
                  <a:moveTo>
                    <a:pt x="0" y="1"/>
                  </a:moveTo>
                  <a:cubicBezTo>
                    <a:pt x="0" y="1"/>
                    <a:pt x="98" y="1692"/>
                    <a:pt x="358" y="3481"/>
                  </a:cubicBezTo>
                  <a:cubicBezTo>
                    <a:pt x="651" y="5302"/>
                    <a:pt x="553" y="5302"/>
                    <a:pt x="2244" y="7448"/>
                  </a:cubicBezTo>
                  <a:cubicBezTo>
                    <a:pt x="3968" y="9594"/>
                    <a:pt x="5756" y="11415"/>
                    <a:pt x="6016" y="11058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70"/>
            <p:cNvSpPr/>
            <p:nvPr/>
          </p:nvSpPr>
          <p:spPr>
            <a:xfrm>
              <a:off x="1980350" y="2185150"/>
              <a:ext cx="58550" cy="247175"/>
            </a:xfrm>
            <a:custGeom>
              <a:avLst/>
              <a:gdLst/>
              <a:ahLst/>
              <a:cxnLst/>
              <a:rect l="l" t="t" r="r" b="b"/>
              <a:pathLst>
                <a:path w="2342" h="9887" fill="none" extrusionOk="0">
                  <a:moveTo>
                    <a:pt x="2147" y="9886"/>
                  </a:moveTo>
                  <a:cubicBezTo>
                    <a:pt x="2147" y="9886"/>
                    <a:pt x="2342" y="6732"/>
                    <a:pt x="1692" y="4683"/>
                  </a:cubicBezTo>
                  <a:cubicBezTo>
                    <a:pt x="1074" y="2602"/>
                    <a:pt x="163" y="1886"/>
                    <a:pt x="163" y="1431"/>
                  </a:cubicBezTo>
                  <a:cubicBezTo>
                    <a:pt x="131" y="943"/>
                    <a:pt x="66" y="456"/>
                    <a:pt x="1" y="0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70"/>
            <p:cNvSpPr/>
            <p:nvPr/>
          </p:nvSpPr>
          <p:spPr>
            <a:xfrm>
              <a:off x="1831575" y="2237175"/>
              <a:ext cx="119525" cy="278875"/>
            </a:xfrm>
            <a:custGeom>
              <a:avLst/>
              <a:gdLst/>
              <a:ahLst/>
              <a:cxnLst/>
              <a:rect l="l" t="t" r="r" b="b"/>
              <a:pathLst>
                <a:path w="4781" h="11155" fill="none" extrusionOk="0">
                  <a:moveTo>
                    <a:pt x="1984" y="1"/>
                  </a:moveTo>
                  <a:cubicBezTo>
                    <a:pt x="1269" y="651"/>
                    <a:pt x="781" y="1496"/>
                    <a:pt x="553" y="2440"/>
                  </a:cubicBezTo>
                  <a:cubicBezTo>
                    <a:pt x="293" y="3870"/>
                    <a:pt x="0" y="5561"/>
                    <a:pt x="0" y="5561"/>
                  </a:cubicBezTo>
                  <a:lnTo>
                    <a:pt x="2797" y="11155"/>
                  </a:lnTo>
                  <a:cubicBezTo>
                    <a:pt x="3025" y="10179"/>
                    <a:pt x="3415" y="9236"/>
                    <a:pt x="3870" y="8358"/>
                  </a:cubicBezTo>
                  <a:cubicBezTo>
                    <a:pt x="4098" y="7935"/>
                    <a:pt x="4423" y="7545"/>
                    <a:pt x="4781" y="7187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70"/>
            <p:cNvSpPr/>
            <p:nvPr/>
          </p:nvSpPr>
          <p:spPr>
            <a:xfrm>
              <a:off x="1993350" y="2216850"/>
              <a:ext cx="139875" cy="238225"/>
            </a:xfrm>
            <a:custGeom>
              <a:avLst/>
              <a:gdLst/>
              <a:ahLst/>
              <a:cxnLst/>
              <a:rect l="l" t="t" r="r" b="b"/>
              <a:pathLst>
                <a:path w="5595" h="9529" fill="none" extrusionOk="0">
                  <a:moveTo>
                    <a:pt x="2245" y="7090"/>
                  </a:moveTo>
                  <a:cubicBezTo>
                    <a:pt x="2667" y="6992"/>
                    <a:pt x="3090" y="7057"/>
                    <a:pt x="3415" y="7285"/>
                  </a:cubicBezTo>
                  <a:cubicBezTo>
                    <a:pt x="4131" y="7643"/>
                    <a:pt x="5594" y="9529"/>
                    <a:pt x="5594" y="9529"/>
                  </a:cubicBezTo>
                  <a:cubicBezTo>
                    <a:pt x="5594" y="9529"/>
                    <a:pt x="4586" y="4846"/>
                    <a:pt x="2895" y="2440"/>
                  </a:cubicBezTo>
                  <a:cubicBezTo>
                    <a:pt x="1172" y="1"/>
                    <a:pt x="1" y="163"/>
                    <a:pt x="1" y="163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70"/>
            <p:cNvSpPr/>
            <p:nvPr/>
          </p:nvSpPr>
          <p:spPr>
            <a:xfrm>
              <a:off x="1423450" y="2324975"/>
              <a:ext cx="401650" cy="1075625"/>
            </a:xfrm>
            <a:custGeom>
              <a:avLst/>
              <a:gdLst/>
              <a:ahLst/>
              <a:cxnLst/>
              <a:rect l="l" t="t" r="r" b="b"/>
              <a:pathLst>
                <a:path w="16066" h="43025" fill="none" extrusionOk="0">
                  <a:moveTo>
                    <a:pt x="16065" y="1"/>
                  </a:moveTo>
                  <a:lnTo>
                    <a:pt x="7448" y="3318"/>
                  </a:lnTo>
                  <a:cubicBezTo>
                    <a:pt x="7448" y="3318"/>
                    <a:pt x="4293" y="20455"/>
                    <a:pt x="3123" y="25041"/>
                  </a:cubicBezTo>
                  <a:cubicBezTo>
                    <a:pt x="1952" y="29626"/>
                    <a:pt x="1" y="42569"/>
                    <a:pt x="1" y="42569"/>
                  </a:cubicBezTo>
                  <a:lnTo>
                    <a:pt x="2310" y="43024"/>
                  </a:lnTo>
                  <a:lnTo>
                    <a:pt x="3123" y="40683"/>
                  </a:ln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70"/>
            <p:cNvSpPr/>
            <p:nvPr/>
          </p:nvSpPr>
          <p:spPr>
            <a:xfrm>
              <a:off x="1512875" y="2646100"/>
              <a:ext cx="226850" cy="662625"/>
            </a:xfrm>
            <a:custGeom>
              <a:avLst/>
              <a:gdLst/>
              <a:ahLst/>
              <a:cxnLst/>
              <a:rect l="l" t="t" r="r" b="b"/>
              <a:pathLst>
                <a:path w="9074" h="26505" fill="none" extrusionOk="0">
                  <a:moveTo>
                    <a:pt x="1" y="26504"/>
                  </a:moveTo>
                  <a:cubicBezTo>
                    <a:pt x="1" y="26504"/>
                    <a:pt x="554" y="25691"/>
                    <a:pt x="1984" y="21204"/>
                  </a:cubicBezTo>
                  <a:cubicBezTo>
                    <a:pt x="3415" y="16748"/>
                    <a:pt x="7253" y="5757"/>
                    <a:pt x="7903" y="3611"/>
                  </a:cubicBezTo>
                  <a:cubicBezTo>
                    <a:pt x="8553" y="1432"/>
                    <a:pt x="9074" y="1"/>
                    <a:pt x="9074" y="1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70"/>
            <p:cNvSpPr/>
            <p:nvPr/>
          </p:nvSpPr>
          <p:spPr>
            <a:xfrm>
              <a:off x="1701500" y="2580250"/>
              <a:ext cx="213025" cy="411400"/>
            </a:xfrm>
            <a:custGeom>
              <a:avLst/>
              <a:gdLst/>
              <a:ahLst/>
              <a:cxnLst/>
              <a:rect l="l" t="t" r="r" b="b"/>
              <a:pathLst>
                <a:path w="8521" h="16456" fill="none" extrusionOk="0">
                  <a:moveTo>
                    <a:pt x="0" y="1"/>
                  </a:moveTo>
                  <a:cubicBezTo>
                    <a:pt x="0" y="1"/>
                    <a:pt x="7285" y="13009"/>
                    <a:pt x="7903" y="13561"/>
                  </a:cubicBezTo>
                  <a:cubicBezTo>
                    <a:pt x="8520" y="14147"/>
                    <a:pt x="7642" y="15643"/>
                    <a:pt x="7447" y="16456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45" name="Google Shape;3145;p70"/>
            <p:cNvSpPr/>
            <p:nvPr/>
          </p:nvSpPr>
          <p:spPr>
            <a:xfrm>
              <a:off x="1809625" y="2452625"/>
              <a:ext cx="487825" cy="759350"/>
            </a:xfrm>
            <a:custGeom>
              <a:avLst/>
              <a:gdLst/>
              <a:ahLst/>
              <a:cxnLst/>
              <a:rect l="l" t="t" r="r" b="b"/>
              <a:pathLst>
                <a:path w="19513" h="30374" fill="none" extrusionOk="0">
                  <a:moveTo>
                    <a:pt x="2342" y="23187"/>
                  </a:moveTo>
                  <a:lnTo>
                    <a:pt x="0" y="28032"/>
                  </a:lnTo>
                  <a:cubicBezTo>
                    <a:pt x="0" y="28032"/>
                    <a:pt x="1529" y="30374"/>
                    <a:pt x="8000" y="30374"/>
                  </a:cubicBezTo>
                  <a:cubicBezTo>
                    <a:pt x="11838" y="30374"/>
                    <a:pt x="15642" y="29463"/>
                    <a:pt x="19057" y="27674"/>
                  </a:cubicBezTo>
                  <a:cubicBezTo>
                    <a:pt x="19057" y="27674"/>
                    <a:pt x="17529" y="19577"/>
                    <a:pt x="17594" y="18146"/>
                  </a:cubicBezTo>
                  <a:cubicBezTo>
                    <a:pt x="17691" y="16715"/>
                    <a:pt x="17886" y="12943"/>
                    <a:pt x="17886" y="12943"/>
                  </a:cubicBezTo>
                  <a:cubicBezTo>
                    <a:pt x="17886" y="12943"/>
                    <a:pt x="19512" y="10504"/>
                    <a:pt x="19317" y="8618"/>
                  </a:cubicBezTo>
                  <a:cubicBezTo>
                    <a:pt x="19122" y="6764"/>
                    <a:pt x="18309" y="4586"/>
                    <a:pt x="18309" y="4228"/>
                  </a:cubicBezTo>
                  <a:cubicBezTo>
                    <a:pt x="18309" y="3870"/>
                    <a:pt x="18146" y="0"/>
                    <a:pt x="18146" y="0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70"/>
            <p:cNvSpPr/>
            <p:nvPr/>
          </p:nvSpPr>
          <p:spPr>
            <a:xfrm>
              <a:off x="2008800" y="2733925"/>
              <a:ext cx="161000" cy="98375"/>
            </a:xfrm>
            <a:custGeom>
              <a:avLst/>
              <a:gdLst/>
              <a:ahLst/>
              <a:cxnLst/>
              <a:rect l="l" t="t" r="r" b="b"/>
              <a:pathLst>
                <a:path w="6440" h="3935" fill="none" extrusionOk="0">
                  <a:moveTo>
                    <a:pt x="1" y="3935"/>
                  </a:moveTo>
                  <a:lnTo>
                    <a:pt x="6440" y="0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70"/>
            <p:cNvSpPr/>
            <p:nvPr/>
          </p:nvSpPr>
          <p:spPr>
            <a:xfrm>
              <a:off x="2094175" y="2750975"/>
              <a:ext cx="87000" cy="50450"/>
            </a:xfrm>
            <a:custGeom>
              <a:avLst/>
              <a:gdLst/>
              <a:ahLst/>
              <a:cxnLst/>
              <a:rect l="l" t="t" r="r" b="b"/>
              <a:pathLst>
                <a:path w="3480" h="2018" fill="none" extrusionOk="0">
                  <a:moveTo>
                    <a:pt x="0" y="2017"/>
                  </a:moveTo>
                  <a:lnTo>
                    <a:pt x="3480" y="1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70"/>
            <p:cNvSpPr/>
            <p:nvPr/>
          </p:nvSpPr>
          <p:spPr>
            <a:xfrm>
              <a:off x="2542950" y="2605450"/>
              <a:ext cx="32525" cy="80525"/>
            </a:xfrm>
            <a:custGeom>
              <a:avLst/>
              <a:gdLst/>
              <a:ahLst/>
              <a:cxnLst/>
              <a:rect l="l" t="t" r="r" b="b"/>
              <a:pathLst>
                <a:path w="1301" h="3221" fill="none" extrusionOk="0">
                  <a:moveTo>
                    <a:pt x="1301" y="1"/>
                  </a:moveTo>
                  <a:lnTo>
                    <a:pt x="0" y="3220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70"/>
            <p:cNvSpPr/>
            <p:nvPr/>
          </p:nvSpPr>
          <p:spPr>
            <a:xfrm>
              <a:off x="2531550" y="2640425"/>
              <a:ext cx="30925" cy="30925"/>
            </a:xfrm>
            <a:custGeom>
              <a:avLst/>
              <a:gdLst/>
              <a:ahLst/>
              <a:cxnLst/>
              <a:rect l="l" t="t" r="r" b="b"/>
              <a:pathLst>
                <a:path w="1237" h="1237" fill="none" extrusionOk="0">
                  <a:moveTo>
                    <a:pt x="1237" y="0"/>
                  </a:moveTo>
                  <a:lnTo>
                    <a:pt x="1" y="1236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70"/>
            <p:cNvSpPr/>
            <p:nvPr/>
          </p:nvSpPr>
          <p:spPr>
            <a:xfrm>
              <a:off x="1554350" y="2925775"/>
              <a:ext cx="90250" cy="87825"/>
            </a:xfrm>
            <a:custGeom>
              <a:avLst/>
              <a:gdLst/>
              <a:ahLst/>
              <a:cxnLst/>
              <a:rect l="l" t="t" r="r" b="b"/>
              <a:pathLst>
                <a:path w="3610" h="3513" fill="none" extrusionOk="0">
                  <a:moveTo>
                    <a:pt x="3610" y="1"/>
                  </a:moveTo>
                  <a:cubicBezTo>
                    <a:pt x="3610" y="1"/>
                    <a:pt x="1464" y="2472"/>
                    <a:pt x="0" y="3513"/>
                  </a:cubicBez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70"/>
            <p:cNvSpPr/>
            <p:nvPr/>
          </p:nvSpPr>
          <p:spPr>
            <a:xfrm>
              <a:off x="1498250" y="2942850"/>
              <a:ext cx="115475" cy="90275"/>
            </a:xfrm>
            <a:custGeom>
              <a:avLst/>
              <a:gdLst/>
              <a:ahLst/>
              <a:cxnLst/>
              <a:rect l="l" t="t" r="r" b="b"/>
              <a:pathLst>
                <a:path w="4619" h="3611" fill="none" extrusionOk="0">
                  <a:moveTo>
                    <a:pt x="4618" y="1"/>
                  </a:moveTo>
                  <a:cubicBezTo>
                    <a:pt x="4618" y="1"/>
                    <a:pt x="911" y="2927"/>
                    <a:pt x="0" y="3610"/>
                  </a:cubicBez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70"/>
            <p:cNvSpPr/>
            <p:nvPr/>
          </p:nvSpPr>
          <p:spPr>
            <a:xfrm>
              <a:off x="1630775" y="2420100"/>
              <a:ext cx="75625" cy="124400"/>
            </a:xfrm>
            <a:custGeom>
              <a:avLst/>
              <a:gdLst/>
              <a:ahLst/>
              <a:cxnLst/>
              <a:rect l="l" t="t" r="r" b="b"/>
              <a:pathLst>
                <a:path w="3025" h="4976" fill="none" extrusionOk="0">
                  <a:moveTo>
                    <a:pt x="0" y="0"/>
                  </a:moveTo>
                  <a:cubicBezTo>
                    <a:pt x="1106" y="1594"/>
                    <a:pt x="2114" y="3252"/>
                    <a:pt x="3024" y="4976"/>
                  </a:cubicBez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70"/>
            <p:cNvSpPr/>
            <p:nvPr/>
          </p:nvSpPr>
          <p:spPr>
            <a:xfrm>
              <a:off x="1715325" y="2564000"/>
              <a:ext cx="19525" cy="34175"/>
            </a:xfrm>
            <a:custGeom>
              <a:avLst/>
              <a:gdLst/>
              <a:ahLst/>
              <a:cxnLst/>
              <a:rect l="l" t="t" r="r" b="b"/>
              <a:pathLst>
                <a:path w="781" h="1367" fill="none" extrusionOk="0">
                  <a:moveTo>
                    <a:pt x="0" y="0"/>
                  </a:moveTo>
                  <a:lnTo>
                    <a:pt x="781" y="1366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70"/>
            <p:cNvSpPr/>
            <p:nvPr/>
          </p:nvSpPr>
          <p:spPr>
            <a:xfrm>
              <a:off x="2267350" y="2432300"/>
              <a:ext cx="25225" cy="126025"/>
            </a:xfrm>
            <a:custGeom>
              <a:avLst/>
              <a:gdLst/>
              <a:ahLst/>
              <a:cxnLst/>
              <a:rect l="l" t="t" r="r" b="b"/>
              <a:pathLst>
                <a:path w="1009" h="5041" fill="none" extrusionOk="0">
                  <a:moveTo>
                    <a:pt x="0" y="5041"/>
                  </a:moveTo>
                  <a:lnTo>
                    <a:pt x="1008" y="0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70"/>
            <p:cNvSpPr/>
            <p:nvPr/>
          </p:nvSpPr>
          <p:spPr>
            <a:xfrm>
              <a:off x="2277100" y="2513600"/>
              <a:ext cx="37425" cy="53675"/>
            </a:xfrm>
            <a:custGeom>
              <a:avLst/>
              <a:gdLst/>
              <a:ahLst/>
              <a:cxnLst/>
              <a:rect l="l" t="t" r="r" b="b"/>
              <a:pathLst>
                <a:path w="1497" h="2147" fill="none" extrusionOk="0">
                  <a:moveTo>
                    <a:pt x="0" y="2147"/>
                  </a:moveTo>
                  <a:lnTo>
                    <a:pt x="1496" y="0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70"/>
            <p:cNvSpPr/>
            <p:nvPr/>
          </p:nvSpPr>
          <p:spPr>
            <a:xfrm>
              <a:off x="1631575" y="2587575"/>
              <a:ext cx="108150" cy="58550"/>
            </a:xfrm>
            <a:custGeom>
              <a:avLst/>
              <a:gdLst/>
              <a:ahLst/>
              <a:cxnLst/>
              <a:rect l="l" t="t" r="r" b="b"/>
              <a:pathLst>
                <a:path w="4326" h="2342" fill="none" extrusionOk="0">
                  <a:moveTo>
                    <a:pt x="4326" y="2342"/>
                  </a:moveTo>
                  <a:lnTo>
                    <a:pt x="1" y="1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70"/>
            <p:cNvSpPr/>
            <p:nvPr/>
          </p:nvSpPr>
          <p:spPr>
            <a:xfrm>
              <a:off x="2029950" y="2459125"/>
              <a:ext cx="53675" cy="139850"/>
            </a:xfrm>
            <a:custGeom>
              <a:avLst/>
              <a:gdLst/>
              <a:ahLst/>
              <a:cxnLst/>
              <a:rect l="l" t="t" r="r" b="b"/>
              <a:pathLst>
                <a:path w="2147" h="5594" fill="none" extrusionOk="0">
                  <a:moveTo>
                    <a:pt x="0" y="0"/>
                  </a:moveTo>
                  <a:cubicBezTo>
                    <a:pt x="0" y="0"/>
                    <a:pt x="1626" y="3252"/>
                    <a:pt x="2147" y="5594"/>
                  </a:cubicBez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70"/>
            <p:cNvSpPr/>
            <p:nvPr/>
          </p:nvSpPr>
          <p:spPr>
            <a:xfrm>
              <a:off x="2696600" y="2316025"/>
              <a:ext cx="59375" cy="21975"/>
            </a:xfrm>
            <a:custGeom>
              <a:avLst/>
              <a:gdLst/>
              <a:ahLst/>
              <a:cxnLst/>
              <a:rect l="l" t="t" r="r" b="b"/>
              <a:pathLst>
                <a:path w="2375" h="879" fill="none" extrusionOk="0">
                  <a:moveTo>
                    <a:pt x="0" y="66"/>
                  </a:moveTo>
                  <a:cubicBezTo>
                    <a:pt x="878" y="1"/>
                    <a:pt x="1724" y="294"/>
                    <a:pt x="2374" y="879"/>
                  </a:cubicBez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70"/>
            <p:cNvSpPr/>
            <p:nvPr/>
          </p:nvSpPr>
          <p:spPr>
            <a:xfrm>
              <a:off x="1462475" y="3333075"/>
              <a:ext cx="27675" cy="10600"/>
            </a:xfrm>
            <a:custGeom>
              <a:avLst/>
              <a:gdLst/>
              <a:ahLst/>
              <a:cxnLst/>
              <a:rect l="l" t="t" r="r" b="b"/>
              <a:pathLst>
                <a:path w="1107" h="424" fill="none" extrusionOk="0">
                  <a:moveTo>
                    <a:pt x="1" y="1"/>
                  </a:moveTo>
                  <a:lnTo>
                    <a:pt x="1106" y="424"/>
                  </a:lnTo>
                </a:path>
              </a:pathLst>
            </a:custGeom>
            <a:noFill/>
            <a:ln w="570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70"/>
            <p:cNvSpPr/>
            <p:nvPr/>
          </p:nvSpPr>
          <p:spPr>
            <a:xfrm>
              <a:off x="1409625" y="3393250"/>
              <a:ext cx="114675" cy="335900"/>
            </a:xfrm>
            <a:custGeom>
              <a:avLst/>
              <a:gdLst/>
              <a:ahLst/>
              <a:cxnLst/>
              <a:rect l="l" t="t" r="r" b="b"/>
              <a:pathLst>
                <a:path w="4587" h="13436" extrusionOk="0">
                  <a:moveTo>
                    <a:pt x="521" y="0"/>
                  </a:moveTo>
                  <a:cubicBezTo>
                    <a:pt x="521" y="1561"/>
                    <a:pt x="456" y="3090"/>
                    <a:pt x="261" y="4618"/>
                  </a:cubicBezTo>
                  <a:cubicBezTo>
                    <a:pt x="1" y="6504"/>
                    <a:pt x="98" y="10829"/>
                    <a:pt x="456" y="12163"/>
                  </a:cubicBezTo>
                  <a:cubicBezTo>
                    <a:pt x="679" y="13014"/>
                    <a:pt x="826" y="13436"/>
                    <a:pt x="992" y="13436"/>
                  </a:cubicBezTo>
                  <a:cubicBezTo>
                    <a:pt x="1092" y="13436"/>
                    <a:pt x="1199" y="13282"/>
                    <a:pt x="1334" y="12976"/>
                  </a:cubicBezTo>
                  <a:cubicBezTo>
                    <a:pt x="1692" y="12163"/>
                    <a:pt x="2797" y="7415"/>
                    <a:pt x="2797" y="7415"/>
                  </a:cubicBezTo>
                  <a:cubicBezTo>
                    <a:pt x="2797" y="7415"/>
                    <a:pt x="2947" y="10324"/>
                    <a:pt x="3680" y="10324"/>
                  </a:cubicBezTo>
                  <a:cubicBezTo>
                    <a:pt x="3710" y="10324"/>
                    <a:pt x="3741" y="10319"/>
                    <a:pt x="3773" y="10309"/>
                  </a:cubicBezTo>
                  <a:cubicBezTo>
                    <a:pt x="4586" y="10016"/>
                    <a:pt x="4131" y="8488"/>
                    <a:pt x="4131" y="7155"/>
                  </a:cubicBezTo>
                  <a:cubicBezTo>
                    <a:pt x="4131" y="5789"/>
                    <a:pt x="4228" y="5334"/>
                    <a:pt x="4131" y="4260"/>
                  </a:cubicBezTo>
                  <a:cubicBezTo>
                    <a:pt x="4033" y="3187"/>
                    <a:pt x="2830" y="521"/>
                    <a:pt x="2830" y="521"/>
                  </a:cubicBezTo>
                  <a:lnTo>
                    <a:pt x="5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70"/>
            <p:cNvSpPr/>
            <p:nvPr/>
          </p:nvSpPr>
          <p:spPr>
            <a:xfrm>
              <a:off x="1409625" y="3393250"/>
              <a:ext cx="114675" cy="344725"/>
            </a:xfrm>
            <a:custGeom>
              <a:avLst/>
              <a:gdLst/>
              <a:ahLst/>
              <a:cxnLst/>
              <a:rect l="l" t="t" r="r" b="b"/>
              <a:pathLst>
                <a:path w="4587" h="13789" fill="none" extrusionOk="0">
                  <a:moveTo>
                    <a:pt x="521" y="0"/>
                  </a:moveTo>
                  <a:cubicBezTo>
                    <a:pt x="521" y="1561"/>
                    <a:pt x="456" y="3090"/>
                    <a:pt x="261" y="4618"/>
                  </a:cubicBezTo>
                  <a:cubicBezTo>
                    <a:pt x="1" y="6504"/>
                    <a:pt x="98" y="10829"/>
                    <a:pt x="456" y="12163"/>
                  </a:cubicBezTo>
                  <a:cubicBezTo>
                    <a:pt x="814" y="13529"/>
                    <a:pt x="976" y="13789"/>
                    <a:pt x="1334" y="12976"/>
                  </a:cubicBezTo>
                  <a:cubicBezTo>
                    <a:pt x="1692" y="12163"/>
                    <a:pt x="2797" y="7415"/>
                    <a:pt x="2797" y="7415"/>
                  </a:cubicBezTo>
                  <a:cubicBezTo>
                    <a:pt x="2797" y="7415"/>
                    <a:pt x="2960" y="10569"/>
                    <a:pt x="3773" y="10309"/>
                  </a:cubicBezTo>
                  <a:cubicBezTo>
                    <a:pt x="4586" y="10016"/>
                    <a:pt x="4131" y="8488"/>
                    <a:pt x="4131" y="7155"/>
                  </a:cubicBezTo>
                  <a:cubicBezTo>
                    <a:pt x="4131" y="5789"/>
                    <a:pt x="4228" y="5334"/>
                    <a:pt x="4131" y="4260"/>
                  </a:cubicBezTo>
                  <a:cubicBezTo>
                    <a:pt x="4033" y="3187"/>
                    <a:pt x="2830" y="521"/>
                    <a:pt x="2830" y="521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70"/>
            <p:cNvSpPr/>
            <p:nvPr/>
          </p:nvSpPr>
          <p:spPr>
            <a:xfrm>
              <a:off x="2716925" y="1998150"/>
              <a:ext cx="73200" cy="246375"/>
            </a:xfrm>
            <a:custGeom>
              <a:avLst/>
              <a:gdLst/>
              <a:ahLst/>
              <a:cxnLst/>
              <a:rect l="l" t="t" r="r" b="b"/>
              <a:pathLst>
                <a:path w="2928" h="9855" fill="none" extrusionOk="0">
                  <a:moveTo>
                    <a:pt x="228" y="9854"/>
                  </a:moveTo>
                  <a:cubicBezTo>
                    <a:pt x="195" y="9041"/>
                    <a:pt x="195" y="8261"/>
                    <a:pt x="228" y="7448"/>
                  </a:cubicBezTo>
                  <a:cubicBezTo>
                    <a:pt x="326" y="6700"/>
                    <a:pt x="0" y="5594"/>
                    <a:pt x="98" y="4619"/>
                  </a:cubicBezTo>
                  <a:cubicBezTo>
                    <a:pt x="163" y="3643"/>
                    <a:pt x="1139" y="3253"/>
                    <a:pt x="976" y="1985"/>
                  </a:cubicBezTo>
                  <a:cubicBezTo>
                    <a:pt x="846" y="716"/>
                    <a:pt x="521" y="586"/>
                    <a:pt x="748" y="293"/>
                  </a:cubicBezTo>
                  <a:cubicBezTo>
                    <a:pt x="976" y="1"/>
                    <a:pt x="2374" y="424"/>
                    <a:pt x="2472" y="1237"/>
                  </a:cubicBezTo>
                  <a:cubicBezTo>
                    <a:pt x="2569" y="2082"/>
                    <a:pt x="2569" y="2960"/>
                    <a:pt x="2472" y="3806"/>
                  </a:cubicBezTo>
                  <a:cubicBezTo>
                    <a:pt x="2407" y="4001"/>
                    <a:pt x="2927" y="5432"/>
                    <a:pt x="2634" y="6017"/>
                  </a:cubicBezTo>
                  <a:cubicBezTo>
                    <a:pt x="2472" y="6342"/>
                    <a:pt x="2342" y="6700"/>
                    <a:pt x="2244" y="7058"/>
                  </a:cubicBezTo>
                </a:path>
              </a:pathLst>
            </a:custGeom>
            <a:noFill/>
            <a:ln w="895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70"/>
            <p:cNvSpPr/>
            <p:nvPr/>
          </p:nvSpPr>
          <p:spPr>
            <a:xfrm>
              <a:off x="2786025" y="1938000"/>
              <a:ext cx="91900" cy="175625"/>
            </a:xfrm>
            <a:custGeom>
              <a:avLst/>
              <a:gdLst/>
              <a:ahLst/>
              <a:cxnLst/>
              <a:rect l="l" t="t" r="r" b="b"/>
              <a:pathLst>
                <a:path w="3676" h="7025" fill="none" extrusionOk="0">
                  <a:moveTo>
                    <a:pt x="1" y="3578"/>
                  </a:moveTo>
                  <a:cubicBezTo>
                    <a:pt x="1" y="3578"/>
                    <a:pt x="1724" y="163"/>
                    <a:pt x="2700" y="98"/>
                  </a:cubicBezTo>
                  <a:cubicBezTo>
                    <a:pt x="3675" y="0"/>
                    <a:pt x="3383" y="911"/>
                    <a:pt x="3057" y="1366"/>
                  </a:cubicBezTo>
                  <a:cubicBezTo>
                    <a:pt x="2765" y="1821"/>
                    <a:pt x="1789" y="3447"/>
                    <a:pt x="1724" y="4130"/>
                  </a:cubicBezTo>
                  <a:cubicBezTo>
                    <a:pt x="1659" y="4781"/>
                    <a:pt x="748" y="7025"/>
                    <a:pt x="748" y="7025"/>
                  </a:cubicBezTo>
                </a:path>
              </a:pathLst>
            </a:custGeom>
            <a:noFill/>
            <a:ln w="895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70"/>
            <p:cNvSpPr/>
            <p:nvPr/>
          </p:nvSpPr>
          <p:spPr>
            <a:xfrm>
              <a:off x="2820975" y="2041250"/>
              <a:ext cx="74025" cy="115475"/>
            </a:xfrm>
            <a:custGeom>
              <a:avLst/>
              <a:gdLst/>
              <a:ahLst/>
              <a:cxnLst/>
              <a:rect l="l" t="t" r="r" b="b"/>
              <a:pathLst>
                <a:path w="2961" h="4619" fill="none" extrusionOk="0">
                  <a:moveTo>
                    <a:pt x="359" y="0"/>
                  </a:moveTo>
                  <a:cubicBezTo>
                    <a:pt x="359" y="0"/>
                    <a:pt x="2960" y="1561"/>
                    <a:pt x="2375" y="2830"/>
                  </a:cubicBezTo>
                  <a:cubicBezTo>
                    <a:pt x="1789" y="4098"/>
                    <a:pt x="1464" y="4618"/>
                    <a:pt x="1042" y="4456"/>
                  </a:cubicBezTo>
                  <a:cubicBezTo>
                    <a:pt x="619" y="4260"/>
                    <a:pt x="294" y="3968"/>
                    <a:pt x="1" y="3643"/>
                  </a:cubicBezTo>
                </a:path>
              </a:pathLst>
            </a:custGeom>
            <a:noFill/>
            <a:ln w="895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70"/>
            <p:cNvSpPr/>
            <p:nvPr/>
          </p:nvSpPr>
          <p:spPr>
            <a:xfrm>
              <a:off x="2789275" y="2152625"/>
              <a:ext cx="64250" cy="98400"/>
            </a:xfrm>
            <a:custGeom>
              <a:avLst/>
              <a:gdLst/>
              <a:ahLst/>
              <a:cxnLst/>
              <a:rect l="l" t="t" r="r" b="b"/>
              <a:pathLst>
                <a:path w="2570" h="3936" fill="none" extrusionOk="0">
                  <a:moveTo>
                    <a:pt x="2570" y="1"/>
                  </a:moveTo>
                  <a:cubicBezTo>
                    <a:pt x="2570" y="1"/>
                    <a:pt x="1887" y="1139"/>
                    <a:pt x="1366" y="1789"/>
                  </a:cubicBezTo>
                  <a:cubicBezTo>
                    <a:pt x="1074" y="2179"/>
                    <a:pt x="716" y="2537"/>
                    <a:pt x="326" y="2830"/>
                  </a:cubicBezTo>
                  <a:lnTo>
                    <a:pt x="1" y="3935"/>
                  </a:lnTo>
                </a:path>
              </a:pathLst>
            </a:custGeom>
            <a:noFill/>
            <a:ln w="8950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70"/>
            <p:cNvSpPr/>
            <p:nvPr/>
          </p:nvSpPr>
          <p:spPr>
            <a:xfrm>
              <a:off x="2069775" y="2243675"/>
              <a:ext cx="728475" cy="546350"/>
            </a:xfrm>
            <a:custGeom>
              <a:avLst/>
              <a:gdLst/>
              <a:ahLst/>
              <a:cxnLst/>
              <a:rect l="l" t="t" r="r" b="b"/>
              <a:pathLst>
                <a:path w="29139" h="21854" fill="none" extrusionOk="0">
                  <a:moveTo>
                    <a:pt x="1" y="1789"/>
                  </a:moveTo>
                  <a:cubicBezTo>
                    <a:pt x="1" y="1789"/>
                    <a:pt x="6212" y="1724"/>
                    <a:pt x="7025" y="2700"/>
                  </a:cubicBezTo>
                  <a:cubicBezTo>
                    <a:pt x="7838" y="3675"/>
                    <a:pt x="17626" y="12683"/>
                    <a:pt x="18797" y="13496"/>
                  </a:cubicBezTo>
                  <a:cubicBezTo>
                    <a:pt x="20000" y="14277"/>
                    <a:pt x="20260" y="14472"/>
                    <a:pt x="20260" y="14472"/>
                  </a:cubicBezTo>
                  <a:cubicBezTo>
                    <a:pt x="20260" y="14472"/>
                    <a:pt x="25106" y="3480"/>
                    <a:pt x="25106" y="2960"/>
                  </a:cubicBezTo>
                  <a:cubicBezTo>
                    <a:pt x="25106" y="2440"/>
                    <a:pt x="25919" y="1"/>
                    <a:pt x="25919" y="1"/>
                  </a:cubicBezTo>
                  <a:cubicBezTo>
                    <a:pt x="25919" y="1"/>
                    <a:pt x="27447" y="196"/>
                    <a:pt x="27805" y="196"/>
                  </a:cubicBezTo>
                  <a:cubicBezTo>
                    <a:pt x="28163" y="196"/>
                    <a:pt x="29138" y="1367"/>
                    <a:pt x="29138" y="1367"/>
                  </a:cubicBezTo>
                  <a:cubicBezTo>
                    <a:pt x="29138" y="1367"/>
                    <a:pt x="27805" y="6830"/>
                    <a:pt x="27805" y="7448"/>
                  </a:cubicBezTo>
                  <a:cubicBezTo>
                    <a:pt x="27805" y="8066"/>
                    <a:pt x="25268" y="16618"/>
                    <a:pt x="24098" y="19252"/>
                  </a:cubicBezTo>
                  <a:cubicBezTo>
                    <a:pt x="22927" y="21854"/>
                    <a:pt x="21334" y="21496"/>
                    <a:pt x="18732" y="20683"/>
                  </a:cubicBezTo>
                  <a:cubicBezTo>
                    <a:pt x="16130" y="19870"/>
                    <a:pt x="9009" y="15838"/>
                    <a:pt x="9009" y="15838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70"/>
            <p:cNvSpPr/>
            <p:nvPr/>
          </p:nvSpPr>
          <p:spPr>
            <a:xfrm>
              <a:off x="1517750" y="3144475"/>
              <a:ext cx="855300" cy="1799175"/>
            </a:xfrm>
            <a:custGeom>
              <a:avLst/>
              <a:gdLst/>
              <a:ahLst/>
              <a:cxnLst/>
              <a:rect l="l" t="t" r="r" b="b"/>
              <a:pathLst>
                <a:path w="34212" h="71967" extrusionOk="0">
                  <a:moveTo>
                    <a:pt x="30699" y="0"/>
                  </a:moveTo>
                  <a:cubicBezTo>
                    <a:pt x="30699" y="0"/>
                    <a:pt x="25352" y="2697"/>
                    <a:pt x="19578" y="2697"/>
                  </a:cubicBezTo>
                  <a:cubicBezTo>
                    <a:pt x="16868" y="2697"/>
                    <a:pt x="14064" y="2103"/>
                    <a:pt x="11675" y="358"/>
                  </a:cubicBezTo>
                  <a:cubicBezTo>
                    <a:pt x="11675" y="358"/>
                    <a:pt x="8066" y="9366"/>
                    <a:pt x="7090" y="15480"/>
                  </a:cubicBezTo>
                  <a:cubicBezTo>
                    <a:pt x="6115" y="21626"/>
                    <a:pt x="6537" y="35935"/>
                    <a:pt x="6277" y="37463"/>
                  </a:cubicBezTo>
                  <a:cubicBezTo>
                    <a:pt x="5985" y="38991"/>
                    <a:pt x="2082" y="46243"/>
                    <a:pt x="2082" y="49723"/>
                  </a:cubicBezTo>
                  <a:cubicBezTo>
                    <a:pt x="2082" y="53202"/>
                    <a:pt x="1" y="71153"/>
                    <a:pt x="1" y="71153"/>
                  </a:cubicBezTo>
                  <a:lnTo>
                    <a:pt x="1399" y="71966"/>
                  </a:lnTo>
                  <a:cubicBezTo>
                    <a:pt x="1399" y="71966"/>
                    <a:pt x="6277" y="56942"/>
                    <a:pt x="8066" y="53040"/>
                  </a:cubicBezTo>
                  <a:cubicBezTo>
                    <a:pt x="9854" y="49170"/>
                    <a:pt x="12391" y="39967"/>
                    <a:pt x="13074" y="38178"/>
                  </a:cubicBezTo>
                  <a:cubicBezTo>
                    <a:pt x="13757" y="36357"/>
                    <a:pt x="18635" y="21886"/>
                    <a:pt x="18927" y="20065"/>
                  </a:cubicBezTo>
                  <a:cubicBezTo>
                    <a:pt x="19187" y="18276"/>
                    <a:pt x="20879" y="13821"/>
                    <a:pt x="20879" y="13821"/>
                  </a:cubicBezTo>
                  <a:cubicBezTo>
                    <a:pt x="20879" y="13821"/>
                    <a:pt x="24488" y="35935"/>
                    <a:pt x="25171" y="40520"/>
                  </a:cubicBezTo>
                  <a:cubicBezTo>
                    <a:pt x="25887" y="45138"/>
                    <a:pt x="30732" y="70015"/>
                    <a:pt x="30732" y="70015"/>
                  </a:cubicBezTo>
                  <a:cubicBezTo>
                    <a:pt x="31057" y="70113"/>
                    <a:pt x="31382" y="70145"/>
                    <a:pt x="31708" y="70178"/>
                  </a:cubicBezTo>
                  <a:cubicBezTo>
                    <a:pt x="32130" y="70178"/>
                    <a:pt x="32293" y="69462"/>
                    <a:pt x="32293" y="69462"/>
                  </a:cubicBezTo>
                  <a:cubicBezTo>
                    <a:pt x="32293" y="69462"/>
                    <a:pt x="34212" y="51804"/>
                    <a:pt x="33659" y="47056"/>
                  </a:cubicBezTo>
                  <a:cubicBezTo>
                    <a:pt x="33106" y="42341"/>
                    <a:pt x="31447" y="36487"/>
                    <a:pt x="31447" y="34829"/>
                  </a:cubicBezTo>
                  <a:cubicBezTo>
                    <a:pt x="31447" y="33138"/>
                    <a:pt x="33951" y="18699"/>
                    <a:pt x="33951" y="13691"/>
                  </a:cubicBezTo>
                  <a:cubicBezTo>
                    <a:pt x="33951" y="8683"/>
                    <a:pt x="30699" y="0"/>
                    <a:pt x="306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8" name="Google Shape;3168;p70"/>
            <p:cNvSpPr/>
            <p:nvPr/>
          </p:nvSpPr>
          <p:spPr>
            <a:xfrm>
              <a:off x="2229125" y="4037950"/>
              <a:ext cx="73200" cy="203275"/>
            </a:xfrm>
            <a:custGeom>
              <a:avLst/>
              <a:gdLst/>
              <a:ahLst/>
              <a:cxnLst/>
              <a:rect l="l" t="t" r="r" b="b"/>
              <a:pathLst>
                <a:path w="2928" h="8131" fill="none" extrusionOk="0">
                  <a:moveTo>
                    <a:pt x="2927" y="0"/>
                  </a:moveTo>
                  <a:cubicBezTo>
                    <a:pt x="2927" y="0"/>
                    <a:pt x="1692" y="5301"/>
                    <a:pt x="1" y="8130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70"/>
            <p:cNvSpPr/>
            <p:nvPr/>
          </p:nvSpPr>
          <p:spPr>
            <a:xfrm>
              <a:off x="2217750" y="4173725"/>
              <a:ext cx="76450" cy="141475"/>
            </a:xfrm>
            <a:custGeom>
              <a:avLst/>
              <a:gdLst/>
              <a:ahLst/>
              <a:cxnLst/>
              <a:rect l="l" t="t" r="r" b="b"/>
              <a:pathLst>
                <a:path w="3058" h="5659" fill="none" extrusionOk="0">
                  <a:moveTo>
                    <a:pt x="3057" y="0"/>
                  </a:moveTo>
                  <a:cubicBezTo>
                    <a:pt x="3057" y="0"/>
                    <a:pt x="2049" y="3838"/>
                    <a:pt x="0" y="5659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70"/>
            <p:cNvSpPr/>
            <p:nvPr/>
          </p:nvSpPr>
          <p:spPr>
            <a:xfrm>
              <a:off x="1692550" y="4131450"/>
              <a:ext cx="42300" cy="163425"/>
            </a:xfrm>
            <a:custGeom>
              <a:avLst/>
              <a:gdLst/>
              <a:ahLst/>
              <a:cxnLst/>
              <a:rect l="l" t="t" r="r" b="b"/>
              <a:pathLst>
                <a:path w="1692" h="6537" fill="none" extrusionOk="0">
                  <a:moveTo>
                    <a:pt x="1" y="0"/>
                  </a:moveTo>
                  <a:cubicBezTo>
                    <a:pt x="1" y="0"/>
                    <a:pt x="814" y="4618"/>
                    <a:pt x="1692" y="6537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70"/>
            <p:cNvSpPr/>
            <p:nvPr/>
          </p:nvSpPr>
          <p:spPr>
            <a:xfrm>
              <a:off x="1686850" y="4198925"/>
              <a:ext cx="48000" cy="130100"/>
            </a:xfrm>
            <a:custGeom>
              <a:avLst/>
              <a:gdLst/>
              <a:ahLst/>
              <a:cxnLst/>
              <a:rect l="l" t="t" r="r" b="b"/>
              <a:pathLst>
                <a:path w="1920" h="5204" fill="none" extrusionOk="0">
                  <a:moveTo>
                    <a:pt x="1" y="0"/>
                  </a:moveTo>
                  <a:cubicBezTo>
                    <a:pt x="1" y="0"/>
                    <a:pt x="684" y="3285"/>
                    <a:pt x="1920" y="5203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70"/>
            <p:cNvSpPr/>
            <p:nvPr/>
          </p:nvSpPr>
          <p:spPr>
            <a:xfrm>
              <a:off x="2048650" y="3397325"/>
              <a:ext cx="113025" cy="92700"/>
            </a:xfrm>
            <a:custGeom>
              <a:avLst/>
              <a:gdLst/>
              <a:ahLst/>
              <a:cxnLst/>
              <a:rect l="l" t="t" r="r" b="b"/>
              <a:pathLst>
                <a:path w="4521" h="3708" fill="none" extrusionOk="0">
                  <a:moveTo>
                    <a:pt x="0" y="3707"/>
                  </a:moveTo>
                  <a:lnTo>
                    <a:pt x="4520" y="0"/>
                  </a:ln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70"/>
            <p:cNvSpPr/>
            <p:nvPr/>
          </p:nvSpPr>
          <p:spPr>
            <a:xfrm>
              <a:off x="2102300" y="3391625"/>
              <a:ext cx="132550" cy="59375"/>
            </a:xfrm>
            <a:custGeom>
              <a:avLst/>
              <a:gdLst/>
              <a:ahLst/>
              <a:cxnLst/>
              <a:rect l="l" t="t" r="r" b="b"/>
              <a:pathLst>
                <a:path w="5302" h="2375" fill="none" extrusionOk="0">
                  <a:moveTo>
                    <a:pt x="1" y="2374"/>
                  </a:moveTo>
                  <a:lnTo>
                    <a:pt x="5301" y="0"/>
                  </a:ln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70"/>
            <p:cNvSpPr/>
            <p:nvPr/>
          </p:nvSpPr>
          <p:spPr>
            <a:xfrm>
              <a:off x="1811250" y="3292425"/>
              <a:ext cx="138225" cy="104900"/>
            </a:xfrm>
            <a:custGeom>
              <a:avLst/>
              <a:gdLst/>
              <a:ahLst/>
              <a:cxnLst/>
              <a:rect l="l" t="t" r="r" b="b"/>
              <a:pathLst>
                <a:path w="5529" h="4196" fill="none" extrusionOk="0">
                  <a:moveTo>
                    <a:pt x="0" y="1"/>
                  </a:moveTo>
                  <a:cubicBezTo>
                    <a:pt x="0" y="1"/>
                    <a:pt x="3513" y="2277"/>
                    <a:pt x="5529" y="4196"/>
                  </a:cubicBezTo>
                </a:path>
              </a:pathLst>
            </a:custGeom>
            <a:noFill/>
            <a:ln w="5700" cap="rnd" cmpd="sng">
              <a:solidFill>
                <a:srgbClr val="FFFFFF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70"/>
            <p:cNvSpPr/>
            <p:nvPr/>
          </p:nvSpPr>
          <p:spPr>
            <a:xfrm>
              <a:off x="1389300" y="4922475"/>
              <a:ext cx="166700" cy="207750"/>
            </a:xfrm>
            <a:custGeom>
              <a:avLst/>
              <a:gdLst/>
              <a:ahLst/>
              <a:cxnLst/>
              <a:rect l="l" t="t" r="r" b="b"/>
              <a:pathLst>
                <a:path w="6668" h="8310" extrusionOk="0">
                  <a:moveTo>
                    <a:pt x="5301" y="1"/>
                  </a:moveTo>
                  <a:cubicBezTo>
                    <a:pt x="5301" y="1"/>
                    <a:pt x="1" y="4488"/>
                    <a:pt x="1" y="6700"/>
                  </a:cubicBezTo>
                  <a:cubicBezTo>
                    <a:pt x="1" y="7789"/>
                    <a:pt x="505" y="8310"/>
                    <a:pt x="1286" y="8310"/>
                  </a:cubicBezTo>
                  <a:cubicBezTo>
                    <a:pt x="2090" y="8310"/>
                    <a:pt x="3187" y="7756"/>
                    <a:pt x="4326" y="6700"/>
                  </a:cubicBezTo>
                  <a:cubicBezTo>
                    <a:pt x="6537" y="4619"/>
                    <a:pt x="6667" y="326"/>
                    <a:pt x="6667" y="326"/>
                  </a:cubicBezTo>
                  <a:lnTo>
                    <a:pt x="5301" y="1"/>
                  </a:lnTo>
                  <a:close/>
                </a:path>
              </a:pathLst>
            </a:custGeom>
            <a:solidFill>
              <a:srgbClr val="FFFFFF"/>
            </a:solidFill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70"/>
            <p:cNvSpPr/>
            <p:nvPr/>
          </p:nvSpPr>
          <p:spPr>
            <a:xfrm>
              <a:off x="2286850" y="4881025"/>
              <a:ext cx="169950" cy="219925"/>
            </a:xfrm>
            <a:custGeom>
              <a:avLst/>
              <a:gdLst/>
              <a:ahLst/>
              <a:cxnLst/>
              <a:rect l="l" t="t" r="r" b="b"/>
              <a:pathLst>
                <a:path w="6798" h="8797" extrusionOk="0">
                  <a:moveTo>
                    <a:pt x="1529" y="0"/>
                  </a:moveTo>
                  <a:cubicBezTo>
                    <a:pt x="1530" y="1"/>
                    <a:pt x="2331" y="615"/>
                    <a:pt x="938" y="615"/>
                  </a:cubicBezTo>
                  <a:cubicBezTo>
                    <a:pt x="696" y="615"/>
                    <a:pt x="389" y="596"/>
                    <a:pt x="0" y="553"/>
                  </a:cubicBezTo>
                  <a:lnTo>
                    <a:pt x="0" y="553"/>
                  </a:lnTo>
                  <a:cubicBezTo>
                    <a:pt x="1" y="553"/>
                    <a:pt x="1789" y="5008"/>
                    <a:pt x="3740" y="6959"/>
                  </a:cubicBezTo>
                  <a:cubicBezTo>
                    <a:pt x="4864" y="8083"/>
                    <a:pt x="5707" y="8797"/>
                    <a:pt x="6220" y="8797"/>
                  </a:cubicBezTo>
                  <a:cubicBezTo>
                    <a:pt x="6598" y="8797"/>
                    <a:pt x="6797" y="8409"/>
                    <a:pt x="6797" y="7512"/>
                  </a:cubicBezTo>
                  <a:cubicBezTo>
                    <a:pt x="6797" y="5431"/>
                    <a:pt x="5561" y="3057"/>
                    <a:pt x="1529" y="0"/>
                  </a:cubicBezTo>
                  <a:close/>
                </a:path>
              </a:pathLst>
            </a:custGeom>
            <a:solidFill>
              <a:srgbClr val="FFFFFF"/>
            </a:solidFill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70"/>
            <p:cNvSpPr/>
            <p:nvPr/>
          </p:nvSpPr>
          <p:spPr>
            <a:xfrm>
              <a:off x="1683600" y="1801575"/>
              <a:ext cx="356950" cy="386525"/>
            </a:xfrm>
            <a:custGeom>
              <a:avLst/>
              <a:gdLst/>
              <a:ahLst/>
              <a:cxnLst/>
              <a:rect l="l" t="t" r="r" b="b"/>
              <a:pathLst>
                <a:path w="14278" h="15461" extrusionOk="0">
                  <a:moveTo>
                    <a:pt x="3997" y="1"/>
                  </a:moveTo>
                  <a:cubicBezTo>
                    <a:pt x="3672" y="1"/>
                    <a:pt x="3313" y="205"/>
                    <a:pt x="3155" y="970"/>
                  </a:cubicBezTo>
                  <a:cubicBezTo>
                    <a:pt x="2798" y="2596"/>
                    <a:pt x="5302" y="3929"/>
                    <a:pt x="4489" y="5295"/>
                  </a:cubicBezTo>
                  <a:cubicBezTo>
                    <a:pt x="4001" y="6108"/>
                    <a:pt x="3220" y="6726"/>
                    <a:pt x="2342" y="7083"/>
                  </a:cubicBezTo>
                  <a:cubicBezTo>
                    <a:pt x="2180" y="7148"/>
                    <a:pt x="2050" y="7148"/>
                    <a:pt x="1887" y="7181"/>
                  </a:cubicBezTo>
                  <a:cubicBezTo>
                    <a:pt x="1172" y="7278"/>
                    <a:pt x="1" y="7181"/>
                    <a:pt x="359" y="8417"/>
                  </a:cubicBezTo>
                  <a:cubicBezTo>
                    <a:pt x="716" y="9685"/>
                    <a:pt x="1887" y="10758"/>
                    <a:pt x="2602" y="10758"/>
                  </a:cubicBezTo>
                  <a:lnTo>
                    <a:pt x="3318" y="10758"/>
                  </a:lnTo>
                  <a:cubicBezTo>
                    <a:pt x="3318" y="10758"/>
                    <a:pt x="4131" y="13197"/>
                    <a:pt x="7188" y="14530"/>
                  </a:cubicBezTo>
                  <a:cubicBezTo>
                    <a:pt x="8593" y="15143"/>
                    <a:pt x="9791" y="15460"/>
                    <a:pt x="10746" y="15460"/>
                  </a:cubicBezTo>
                  <a:cubicBezTo>
                    <a:pt x="11869" y="15460"/>
                    <a:pt x="12655" y="15021"/>
                    <a:pt x="13041" y="14108"/>
                  </a:cubicBezTo>
                  <a:cubicBezTo>
                    <a:pt x="13757" y="12384"/>
                    <a:pt x="14277" y="10953"/>
                    <a:pt x="14277" y="8709"/>
                  </a:cubicBezTo>
                  <a:cubicBezTo>
                    <a:pt x="14277" y="6465"/>
                    <a:pt x="13464" y="2693"/>
                    <a:pt x="13464" y="2693"/>
                  </a:cubicBezTo>
                  <a:cubicBezTo>
                    <a:pt x="13464" y="2693"/>
                    <a:pt x="13201" y="3052"/>
                    <a:pt x="12379" y="3052"/>
                  </a:cubicBezTo>
                  <a:cubicBezTo>
                    <a:pt x="11844" y="3052"/>
                    <a:pt x="11073" y="2900"/>
                    <a:pt x="9984" y="2401"/>
                  </a:cubicBezTo>
                  <a:cubicBezTo>
                    <a:pt x="8131" y="1588"/>
                    <a:pt x="6407" y="905"/>
                    <a:pt x="5432" y="547"/>
                  </a:cubicBezTo>
                  <a:cubicBezTo>
                    <a:pt x="5074" y="417"/>
                    <a:pt x="4749" y="254"/>
                    <a:pt x="4391" y="92"/>
                  </a:cubicBezTo>
                  <a:cubicBezTo>
                    <a:pt x="4281" y="41"/>
                    <a:pt x="4142" y="1"/>
                    <a:pt x="3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70"/>
            <p:cNvSpPr/>
            <p:nvPr/>
          </p:nvSpPr>
          <p:spPr>
            <a:xfrm>
              <a:off x="1678725" y="1797050"/>
              <a:ext cx="254500" cy="380000"/>
            </a:xfrm>
            <a:custGeom>
              <a:avLst/>
              <a:gdLst/>
              <a:ahLst/>
              <a:cxnLst/>
              <a:rect l="l" t="t" r="r" b="b"/>
              <a:pathLst>
                <a:path w="10180" h="15200" extrusionOk="0">
                  <a:moveTo>
                    <a:pt x="4635" y="0"/>
                  </a:moveTo>
                  <a:cubicBezTo>
                    <a:pt x="4586" y="0"/>
                    <a:pt x="4537" y="4"/>
                    <a:pt x="4488" y="12"/>
                  </a:cubicBezTo>
                  <a:cubicBezTo>
                    <a:pt x="4066" y="78"/>
                    <a:pt x="3350" y="338"/>
                    <a:pt x="3350" y="1151"/>
                  </a:cubicBezTo>
                  <a:cubicBezTo>
                    <a:pt x="3383" y="2289"/>
                    <a:pt x="4228" y="2614"/>
                    <a:pt x="4749" y="4305"/>
                  </a:cubicBezTo>
                  <a:cubicBezTo>
                    <a:pt x="5269" y="6029"/>
                    <a:pt x="3220" y="6679"/>
                    <a:pt x="2700" y="7004"/>
                  </a:cubicBezTo>
                  <a:cubicBezTo>
                    <a:pt x="1822" y="7655"/>
                    <a:pt x="1" y="6972"/>
                    <a:pt x="196" y="8240"/>
                  </a:cubicBezTo>
                  <a:cubicBezTo>
                    <a:pt x="424" y="9508"/>
                    <a:pt x="3188" y="11134"/>
                    <a:pt x="3188" y="11134"/>
                  </a:cubicBezTo>
                  <a:cubicBezTo>
                    <a:pt x="3188" y="11134"/>
                    <a:pt x="3383" y="11882"/>
                    <a:pt x="4586" y="13280"/>
                  </a:cubicBezTo>
                  <a:cubicBezTo>
                    <a:pt x="5789" y="14679"/>
                    <a:pt x="9074" y="15199"/>
                    <a:pt x="9074" y="15199"/>
                  </a:cubicBezTo>
                  <a:cubicBezTo>
                    <a:pt x="7968" y="14321"/>
                    <a:pt x="6895" y="13411"/>
                    <a:pt x="5887" y="12402"/>
                  </a:cubicBezTo>
                  <a:cubicBezTo>
                    <a:pt x="5009" y="11459"/>
                    <a:pt x="4911" y="8337"/>
                    <a:pt x="5139" y="6419"/>
                  </a:cubicBezTo>
                  <a:cubicBezTo>
                    <a:pt x="5334" y="4500"/>
                    <a:pt x="4586" y="2549"/>
                    <a:pt x="5236" y="2451"/>
                  </a:cubicBezTo>
                  <a:cubicBezTo>
                    <a:pt x="5351" y="2434"/>
                    <a:pt x="5579" y="2427"/>
                    <a:pt x="5877" y="2427"/>
                  </a:cubicBezTo>
                  <a:cubicBezTo>
                    <a:pt x="7268" y="2427"/>
                    <a:pt x="10179" y="2582"/>
                    <a:pt x="10179" y="2582"/>
                  </a:cubicBezTo>
                  <a:lnTo>
                    <a:pt x="5074" y="110"/>
                  </a:lnTo>
                  <a:cubicBezTo>
                    <a:pt x="4928" y="37"/>
                    <a:pt x="4781" y="0"/>
                    <a:pt x="4635" y="0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70"/>
            <p:cNvSpPr/>
            <p:nvPr/>
          </p:nvSpPr>
          <p:spPr>
            <a:xfrm>
              <a:off x="1683600" y="1798150"/>
              <a:ext cx="356950" cy="400025"/>
            </a:xfrm>
            <a:custGeom>
              <a:avLst/>
              <a:gdLst/>
              <a:ahLst/>
              <a:cxnLst/>
              <a:rect l="l" t="t" r="r" b="b"/>
              <a:pathLst>
                <a:path w="14278" h="16001" fill="none" extrusionOk="0">
                  <a:moveTo>
                    <a:pt x="5432" y="684"/>
                  </a:moveTo>
                  <a:cubicBezTo>
                    <a:pt x="5074" y="554"/>
                    <a:pt x="4749" y="391"/>
                    <a:pt x="4391" y="229"/>
                  </a:cubicBezTo>
                  <a:cubicBezTo>
                    <a:pt x="4033" y="66"/>
                    <a:pt x="3383" y="1"/>
                    <a:pt x="3155" y="1107"/>
                  </a:cubicBezTo>
                  <a:cubicBezTo>
                    <a:pt x="2798" y="2733"/>
                    <a:pt x="5302" y="4066"/>
                    <a:pt x="4489" y="5432"/>
                  </a:cubicBezTo>
                  <a:cubicBezTo>
                    <a:pt x="4001" y="6245"/>
                    <a:pt x="3220" y="6863"/>
                    <a:pt x="2342" y="7220"/>
                  </a:cubicBezTo>
                  <a:cubicBezTo>
                    <a:pt x="2180" y="7285"/>
                    <a:pt x="2050" y="7285"/>
                    <a:pt x="1887" y="7318"/>
                  </a:cubicBezTo>
                  <a:cubicBezTo>
                    <a:pt x="1172" y="7415"/>
                    <a:pt x="1" y="7318"/>
                    <a:pt x="359" y="8554"/>
                  </a:cubicBezTo>
                  <a:cubicBezTo>
                    <a:pt x="716" y="9822"/>
                    <a:pt x="1887" y="10895"/>
                    <a:pt x="2602" y="10895"/>
                  </a:cubicBezTo>
                  <a:lnTo>
                    <a:pt x="3318" y="10895"/>
                  </a:lnTo>
                  <a:cubicBezTo>
                    <a:pt x="3318" y="10895"/>
                    <a:pt x="4131" y="13334"/>
                    <a:pt x="7188" y="14667"/>
                  </a:cubicBezTo>
                  <a:cubicBezTo>
                    <a:pt x="10245" y="16001"/>
                    <a:pt x="12326" y="15936"/>
                    <a:pt x="13041" y="14245"/>
                  </a:cubicBezTo>
                  <a:cubicBezTo>
                    <a:pt x="13757" y="12521"/>
                    <a:pt x="14277" y="11090"/>
                    <a:pt x="14277" y="8846"/>
                  </a:cubicBezTo>
                  <a:cubicBezTo>
                    <a:pt x="14277" y="6602"/>
                    <a:pt x="13464" y="2830"/>
                    <a:pt x="13464" y="2830"/>
                  </a:cubicBezTo>
                  <a:cubicBezTo>
                    <a:pt x="13464" y="2830"/>
                    <a:pt x="12749" y="3806"/>
                    <a:pt x="9984" y="2538"/>
                  </a:cubicBezTo>
                  <a:cubicBezTo>
                    <a:pt x="8131" y="1725"/>
                    <a:pt x="6407" y="1042"/>
                    <a:pt x="5432" y="684"/>
                  </a:cubicBezTo>
                  <a:close/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70"/>
            <p:cNvSpPr/>
            <p:nvPr/>
          </p:nvSpPr>
          <p:spPr>
            <a:xfrm>
              <a:off x="1881975" y="1933875"/>
              <a:ext cx="18725" cy="31050"/>
            </a:xfrm>
            <a:custGeom>
              <a:avLst/>
              <a:gdLst/>
              <a:ahLst/>
              <a:cxnLst/>
              <a:rect l="l" t="t" r="r" b="b"/>
              <a:pathLst>
                <a:path w="749" h="1242" extrusionOk="0">
                  <a:moveTo>
                    <a:pt x="318" y="0"/>
                  </a:moveTo>
                  <a:cubicBezTo>
                    <a:pt x="310" y="0"/>
                    <a:pt x="302" y="1"/>
                    <a:pt x="293" y="3"/>
                  </a:cubicBezTo>
                  <a:cubicBezTo>
                    <a:pt x="98" y="35"/>
                    <a:pt x="1" y="328"/>
                    <a:pt x="66" y="686"/>
                  </a:cubicBezTo>
                  <a:cubicBezTo>
                    <a:pt x="127" y="992"/>
                    <a:pt x="275" y="1241"/>
                    <a:pt x="456" y="1241"/>
                  </a:cubicBezTo>
                  <a:cubicBezTo>
                    <a:pt x="466" y="1241"/>
                    <a:pt x="477" y="1240"/>
                    <a:pt x="488" y="1239"/>
                  </a:cubicBezTo>
                  <a:cubicBezTo>
                    <a:pt x="651" y="1206"/>
                    <a:pt x="749" y="913"/>
                    <a:pt x="684" y="588"/>
                  </a:cubicBezTo>
                  <a:cubicBezTo>
                    <a:pt x="622" y="280"/>
                    <a:pt x="472" y="0"/>
                    <a:pt x="31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70"/>
            <p:cNvSpPr/>
            <p:nvPr/>
          </p:nvSpPr>
          <p:spPr>
            <a:xfrm>
              <a:off x="1975475" y="1918425"/>
              <a:ext cx="17900" cy="31050"/>
            </a:xfrm>
            <a:custGeom>
              <a:avLst/>
              <a:gdLst/>
              <a:ahLst/>
              <a:cxnLst/>
              <a:rect l="l" t="t" r="r" b="b"/>
              <a:pathLst>
                <a:path w="716" h="1242" extrusionOk="0">
                  <a:moveTo>
                    <a:pt x="289" y="0"/>
                  </a:moveTo>
                  <a:cubicBezTo>
                    <a:pt x="279" y="0"/>
                    <a:pt x="270" y="1"/>
                    <a:pt x="261" y="3"/>
                  </a:cubicBezTo>
                  <a:cubicBezTo>
                    <a:pt x="98" y="35"/>
                    <a:pt x="0" y="328"/>
                    <a:pt x="65" y="686"/>
                  </a:cubicBezTo>
                  <a:cubicBezTo>
                    <a:pt x="96" y="993"/>
                    <a:pt x="271" y="1241"/>
                    <a:pt x="428" y="1241"/>
                  </a:cubicBezTo>
                  <a:cubicBezTo>
                    <a:pt x="437" y="1241"/>
                    <a:pt x="446" y="1240"/>
                    <a:pt x="456" y="1239"/>
                  </a:cubicBezTo>
                  <a:cubicBezTo>
                    <a:pt x="618" y="1206"/>
                    <a:pt x="716" y="913"/>
                    <a:pt x="683" y="556"/>
                  </a:cubicBezTo>
                  <a:cubicBezTo>
                    <a:pt x="622" y="249"/>
                    <a:pt x="445" y="0"/>
                    <a:pt x="2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70"/>
            <p:cNvSpPr/>
            <p:nvPr/>
          </p:nvSpPr>
          <p:spPr>
            <a:xfrm>
              <a:off x="1845400" y="1879450"/>
              <a:ext cx="52050" cy="27675"/>
            </a:xfrm>
            <a:custGeom>
              <a:avLst/>
              <a:gdLst/>
              <a:ahLst/>
              <a:cxnLst/>
              <a:rect l="l" t="t" r="r" b="b"/>
              <a:pathLst>
                <a:path w="2082" h="1107" fill="none" extrusionOk="0">
                  <a:moveTo>
                    <a:pt x="0" y="1107"/>
                  </a:moveTo>
                  <a:cubicBezTo>
                    <a:pt x="456" y="391"/>
                    <a:pt x="1236" y="1"/>
                    <a:pt x="2082" y="1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70"/>
            <p:cNvSpPr/>
            <p:nvPr/>
          </p:nvSpPr>
          <p:spPr>
            <a:xfrm>
              <a:off x="1966525" y="1880275"/>
              <a:ext cx="49625" cy="19525"/>
            </a:xfrm>
            <a:custGeom>
              <a:avLst/>
              <a:gdLst/>
              <a:ahLst/>
              <a:cxnLst/>
              <a:rect l="l" t="t" r="r" b="b"/>
              <a:pathLst>
                <a:path w="1985" h="781" fill="none" extrusionOk="0">
                  <a:moveTo>
                    <a:pt x="1" y="261"/>
                  </a:moveTo>
                  <a:cubicBezTo>
                    <a:pt x="716" y="0"/>
                    <a:pt x="1497" y="228"/>
                    <a:pt x="1984" y="781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70"/>
            <p:cNvSpPr/>
            <p:nvPr/>
          </p:nvSpPr>
          <p:spPr>
            <a:xfrm>
              <a:off x="1946200" y="1925000"/>
              <a:ext cx="26850" cy="91875"/>
            </a:xfrm>
            <a:custGeom>
              <a:avLst/>
              <a:gdLst/>
              <a:ahLst/>
              <a:cxnLst/>
              <a:rect l="l" t="t" r="r" b="b"/>
              <a:pathLst>
                <a:path w="1074" h="3675" fill="none" extrusionOk="0">
                  <a:moveTo>
                    <a:pt x="456" y="0"/>
                  </a:moveTo>
                  <a:cubicBezTo>
                    <a:pt x="424" y="553"/>
                    <a:pt x="424" y="1138"/>
                    <a:pt x="456" y="1691"/>
                  </a:cubicBezTo>
                  <a:cubicBezTo>
                    <a:pt x="554" y="2406"/>
                    <a:pt x="1074" y="2602"/>
                    <a:pt x="911" y="3122"/>
                  </a:cubicBezTo>
                  <a:cubicBezTo>
                    <a:pt x="716" y="3675"/>
                    <a:pt x="1" y="3675"/>
                    <a:pt x="1" y="3675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70"/>
            <p:cNvSpPr/>
            <p:nvPr/>
          </p:nvSpPr>
          <p:spPr>
            <a:xfrm>
              <a:off x="1878725" y="2061575"/>
              <a:ext cx="45550" cy="13025"/>
            </a:xfrm>
            <a:custGeom>
              <a:avLst/>
              <a:gdLst/>
              <a:ahLst/>
              <a:cxnLst/>
              <a:rect l="l" t="t" r="r" b="b"/>
              <a:pathLst>
                <a:path w="1822" h="521" fill="none" extrusionOk="0">
                  <a:moveTo>
                    <a:pt x="1822" y="358"/>
                  </a:moveTo>
                  <a:cubicBezTo>
                    <a:pt x="1171" y="521"/>
                    <a:pt x="521" y="391"/>
                    <a:pt x="1" y="0"/>
                  </a:cubicBezTo>
                </a:path>
              </a:pathLst>
            </a:custGeom>
            <a:noFill/>
            <a:ln w="10575" cap="rnd" cmpd="sng">
              <a:solidFill>
                <a:srgbClr val="263238"/>
              </a:solidFill>
              <a:prstDash val="solid"/>
              <a:miter lim="325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12B5319-ABCE-FAED-A168-6934CFE7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21" y="989137"/>
            <a:ext cx="5179862" cy="516900"/>
          </a:xfrm>
        </p:spPr>
        <p:txBody>
          <a:bodyPr/>
          <a:lstStyle/>
          <a:p>
            <a:r>
              <a:rPr lang="en-US" sz="2000" b="1" dirty="0"/>
              <a:t>Why Testing Matters in HR Systems</a:t>
            </a:r>
            <a:br>
              <a:rPr lang="en-US" sz="2000" b="1" dirty="0"/>
            </a:br>
            <a:endParaRPr lang="ar-EG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65C3F-A83D-4A74-D815-5E65995475C3}"/>
              </a:ext>
            </a:extLst>
          </p:cNvPr>
          <p:cNvSpPr txBox="1"/>
          <p:nvPr/>
        </p:nvSpPr>
        <p:spPr>
          <a:xfrm>
            <a:off x="864704" y="1782347"/>
            <a:ext cx="546652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HR data is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sensitive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, so correctness is critical.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Ensures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accurate employee records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, leave balances, and payroll-related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Reduces operational errors for HR teams and supervisors.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Enhances system usability and employee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Helps ensure roles and permissions are applied safely.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59"/>
          <p:cNvSpPr txBox="1">
            <a:spLocks noGrp="1"/>
          </p:cNvSpPr>
          <p:nvPr>
            <p:ph type="title"/>
          </p:nvPr>
        </p:nvSpPr>
        <p:spPr>
          <a:xfrm>
            <a:off x="242704" y="675254"/>
            <a:ext cx="29671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GB" sz="1800" dirty="0"/>
              <a:t>End-to-End QA &amp; Technical Contributions</a:t>
            </a:r>
            <a:endParaRPr lang="en-US" sz="1800" dirty="0"/>
          </a:p>
        </p:txBody>
      </p:sp>
      <p:grpSp>
        <p:nvGrpSpPr>
          <p:cNvPr id="1796" name="Google Shape;1796;p59"/>
          <p:cNvGrpSpPr/>
          <p:nvPr/>
        </p:nvGrpSpPr>
        <p:grpSpPr>
          <a:xfrm>
            <a:off x="4893411" y="1247954"/>
            <a:ext cx="3617889" cy="2755538"/>
            <a:chOff x="3804623" y="931514"/>
            <a:chExt cx="4311631" cy="3283920"/>
          </a:xfrm>
        </p:grpSpPr>
        <p:grpSp>
          <p:nvGrpSpPr>
            <p:cNvPr id="1797" name="Google Shape;1797;p59"/>
            <p:cNvGrpSpPr/>
            <p:nvPr/>
          </p:nvGrpSpPr>
          <p:grpSpPr>
            <a:xfrm>
              <a:off x="3804623" y="931514"/>
              <a:ext cx="4311631" cy="3283920"/>
              <a:chOff x="3420275" y="729475"/>
              <a:chExt cx="4831500" cy="3679875"/>
            </a:xfrm>
          </p:grpSpPr>
          <p:sp>
            <p:nvSpPr>
              <p:cNvPr id="1798" name="Google Shape;1798;p59"/>
              <p:cNvSpPr/>
              <p:nvPr/>
            </p:nvSpPr>
            <p:spPr>
              <a:xfrm>
                <a:off x="3586250" y="883825"/>
                <a:ext cx="4503600" cy="2746200"/>
              </a:xfrm>
              <a:prstGeom prst="rect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59"/>
              <p:cNvSpPr/>
              <p:nvPr/>
            </p:nvSpPr>
            <p:spPr>
              <a:xfrm>
                <a:off x="5009044" y="3786200"/>
                <a:ext cx="1649975" cy="623150"/>
              </a:xfrm>
              <a:custGeom>
                <a:avLst/>
                <a:gdLst/>
                <a:ahLst/>
                <a:cxnLst/>
                <a:rect l="l" t="t" r="r" b="b"/>
                <a:pathLst>
                  <a:path w="65999" h="24926" extrusionOk="0">
                    <a:moveTo>
                      <a:pt x="13372" y="0"/>
                    </a:moveTo>
                    <a:cubicBezTo>
                      <a:pt x="13051" y="1881"/>
                      <a:pt x="12653" y="8225"/>
                      <a:pt x="11445" y="11283"/>
                    </a:cubicBezTo>
                    <a:cubicBezTo>
                      <a:pt x="10237" y="14341"/>
                      <a:pt x="7883" y="16511"/>
                      <a:pt x="6125" y="18346"/>
                    </a:cubicBezTo>
                    <a:cubicBezTo>
                      <a:pt x="4367" y="20181"/>
                      <a:pt x="1875" y="21297"/>
                      <a:pt x="896" y="22291"/>
                    </a:cubicBezTo>
                    <a:cubicBezTo>
                      <a:pt x="-82" y="23285"/>
                      <a:pt x="-174" y="23896"/>
                      <a:pt x="254" y="24309"/>
                    </a:cubicBezTo>
                    <a:cubicBezTo>
                      <a:pt x="682" y="24722"/>
                      <a:pt x="805" y="24692"/>
                      <a:pt x="3465" y="24768"/>
                    </a:cubicBezTo>
                    <a:cubicBezTo>
                      <a:pt x="6125" y="24845"/>
                      <a:pt x="10925" y="24768"/>
                      <a:pt x="16215" y="24768"/>
                    </a:cubicBezTo>
                    <a:cubicBezTo>
                      <a:pt x="21505" y="24768"/>
                      <a:pt x="28630" y="24768"/>
                      <a:pt x="35204" y="24768"/>
                    </a:cubicBezTo>
                    <a:cubicBezTo>
                      <a:pt x="41778" y="24768"/>
                      <a:pt x="50783" y="24768"/>
                      <a:pt x="55660" y="24768"/>
                    </a:cubicBezTo>
                    <a:cubicBezTo>
                      <a:pt x="60537" y="24768"/>
                      <a:pt x="62754" y="25104"/>
                      <a:pt x="64466" y="24768"/>
                    </a:cubicBezTo>
                    <a:cubicBezTo>
                      <a:pt x="66178" y="24432"/>
                      <a:pt x="66056" y="23346"/>
                      <a:pt x="65934" y="22750"/>
                    </a:cubicBezTo>
                    <a:cubicBezTo>
                      <a:pt x="65812" y="22154"/>
                      <a:pt x="65353" y="22765"/>
                      <a:pt x="63732" y="21190"/>
                    </a:cubicBezTo>
                    <a:cubicBezTo>
                      <a:pt x="62111" y="19615"/>
                      <a:pt x="57999" y="16512"/>
                      <a:pt x="56210" y="13301"/>
                    </a:cubicBezTo>
                    <a:cubicBezTo>
                      <a:pt x="54421" y="10091"/>
                      <a:pt x="53505" y="4083"/>
                      <a:pt x="53000" y="1927"/>
                    </a:cubicBezTo>
                    <a:cubicBezTo>
                      <a:pt x="52496" y="-229"/>
                      <a:pt x="53153" y="627"/>
                      <a:pt x="53183" y="367"/>
                    </a:cubicBezTo>
                  </a:path>
                </a:pathLst>
              </a:cu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800" name="Google Shape;1800;p59"/>
              <p:cNvSpPr/>
              <p:nvPr/>
            </p:nvSpPr>
            <p:spPr>
              <a:xfrm>
                <a:off x="3420275" y="729475"/>
                <a:ext cx="4831500" cy="3056700"/>
              </a:xfrm>
              <a:prstGeom prst="roundRect">
                <a:avLst>
                  <a:gd name="adj" fmla="val 3857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59"/>
              <p:cNvSpPr/>
              <p:nvPr/>
            </p:nvSpPr>
            <p:spPr>
              <a:xfrm>
                <a:off x="3453125" y="762775"/>
                <a:ext cx="4765800" cy="2990100"/>
              </a:xfrm>
              <a:prstGeom prst="roundRect">
                <a:avLst>
                  <a:gd name="adj" fmla="val 328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802" name="Google Shape;1802;p59"/>
            <p:cNvCxnSpPr/>
            <p:nvPr/>
          </p:nvCxnSpPr>
          <p:spPr>
            <a:xfrm>
              <a:off x="5238353" y="4162783"/>
              <a:ext cx="14511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ABDE710-5C6D-D3CD-F503-A197F88F0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711" y="1378954"/>
            <a:ext cx="3346303" cy="20255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C1A6BF-F765-D7D6-DDEA-62E33A45A92A}"/>
              </a:ext>
            </a:extLst>
          </p:cNvPr>
          <p:cNvSpPr txBox="1"/>
          <p:nvPr/>
        </p:nvSpPr>
        <p:spPr>
          <a:xfrm>
            <a:off x="364183" y="1670398"/>
            <a:ext cx="353305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Manual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Black Box Testing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White Box Testing Techniques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Experience-Based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Functional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Non-Functional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Test Design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Bug Reporting Techniques</a:t>
            </a: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Automation Testing</a:t>
            </a: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Api Testing</a:t>
            </a:r>
            <a:endParaRPr lang="ar-EG" b="1" dirty="0">
              <a:latin typeface="Poppins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4" grpId="0"/>
      <p:bldP spid="5" grpId="0"/>
    </p:bldLst>
  </p:timing>
</p:sld>
</file>

<file path=ppt/theme/theme1.xml><?xml version="1.0" encoding="utf-8"?>
<a:theme xmlns:a="http://schemas.openxmlformats.org/drawingml/2006/main" name="Orange Waves Digital Marketing by Slidesgo">
  <a:themeElements>
    <a:clrScheme name="Simple Light">
      <a:dk1>
        <a:srgbClr val="000000"/>
      </a:dk1>
      <a:lt1>
        <a:srgbClr val="FFFFFF"/>
      </a:lt1>
      <a:dk2>
        <a:srgbClr val="263238"/>
      </a:dk2>
      <a:lt2>
        <a:srgbClr val="EEEEEE"/>
      </a:lt2>
      <a:accent1>
        <a:srgbClr val="FFC100"/>
      </a:accent1>
      <a:accent2>
        <a:srgbClr val="FF8D00"/>
      </a:accent2>
      <a:accent3>
        <a:srgbClr val="EDC28F"/>
      </a:accent3>
      <a:accent4>
        <a:srgbClr val="F3D361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427</Words>
  <Application>Microsoft Office PowerPoint</Application>
  <PresentationFormat>On-screen Show (16:9)</PresentationFormat>
  <Paragraphs>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Poppins SemiBold</vt:lpstr>
      <vt:lpstr>Poppins Medium</vt:lpstr>
      <vt:lpstr>Arial</vt:lpstr>
      <vt:lpstr>Poppins</vt:lpstr>
      <vt:lpstr>Poppins ExtraBold</vt:lpstr>
      <vt:lpstr>Orange Waves Digital Marketing by Slidesgo</vt:lpstr>
      <vt:lpstr>ORANGE HRM  Open-Source HR Management System</vt:lpstr>
      <vt:lpstr>TABLE OF CONTENTS</vt:lpstr>
      <vt:lpstr>Introduction</vt:lpstr>
      <vt:lpstr>Team Members</vt:lpstr>
      <vt:lpstr>Project Objectives</vt:lpstr>
      <vt:lpstr>Key Features of OrangeHRM</vt:lpstr>
      <vt:lpstr>Problems Solved by OrangeHRM</vt:lpstr>
      <vt:lpstr>Why Testing Matters in HR Systems </vt:lpstr>
      <vt:lpstr>End-to-End QA &amp; Technical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Hany Hamdy AboAlia</cp:lastModifiedBy>
  <cp:revision>2</cp:revision>
  <dcterms:modified xsi:type="dcterms:W3CDTF">2025-11-30T21:49:57Z</dcterms:modified>
</cp:coreProperties>
</file>